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24" r:id="rId1"/>
  </p:sldMasterIdLst>
  <p:notesMasterIdLst>
    <p:notesMasterId r:id="rId68"/>
  </p:notesMasterIdLst>
  <p:handoutMasterIdLst>
    <p:handoutMasterId r:id="rId69"/>
  </p:handoutMasterIdLst>
  <p:sldIdLst>
    <p:sldId id="319" r:id="rId2"/>
    <p:sldId id="404" r:id="rId3"/>
    <p:sldId id="405" r:id="rId4"/>
    <p:sldId id="401" r:id="rId5"/>
    <p:sldId id="387" r:id="rId6"/>
    <p:sldId id="388" r:id="rId7"/>
    <p:sldId id="333" r:id="rId8"/>
    <p:sldId id="411" r:id="rId9"/>
    <p:sldId id="406" r:id="rId10"/>
    <p:sldId id="408" r:id="rId11"/>
    <p:sldId id="407" r:id="rId12"/>
    <p:sldId id="369" r:id="rId13"/>
    <p:sldId id="412" r:id="rId14"/>
    <p:sldId id="409" r:id="rId15"/>
    <p:sldId id="410" r:id="rId16"/>
    <p:sldId id="414" r:id="rId17"/>
    <p:sldId id="415" r:id="rId18"/>
    <p:sldId id="399" r:id="rId19"/>
    <p:sldId id="361" r:id="rId20"/>
    <p:sldId id="418" r:id="rId21"/>
    <p:sldId id="389" r:id="rId22"/>
    <p:sldId id="394" r:id="rId23"/>
    <p:sldId id="416" r:id="rId24"/>
    <p:sldId id="417" r:id="rId25"/>
    <p:sldId id="397" r:id="rId26"/>
    <p:sldId id="398" r:id="rId27"/>
    <p:sldId id="419" r:id="rId28"/>
    <p:sldId id="343" r:id="rId29"/>
    <p:sldId id="420" r:id="rId30"/>
    <p:sldId id="421" r:id="rId31"/>
    <p:sldId id="422" r:id="rId32"/>
    <p:sldId id="423" r:id="rId33"/>
    <p:sldId id="425" r:id="rId34"/>
    <p:sldId id="345" r:id="rId35"/>
    <p:sldId id="424" r:id="rId36"/>
    <p:sldId id="375" r:id="rId37"/>
    <p:sldId id="376" r:id="rId38"/>
    <p:sldId id="426" r:id="rId39"/>
    <p:sldId id="346" r:id="rId40"/>
    <p:sldId id="396" r:id="rId41"/>
    <p:sldId id="427" r:id="rId42"/>
    <p:sldId id="325" r:id="rId43"/>
    <p:sldId id="363" r:id="rId44"/>
    <p:sldId id="377" r:id="rId45"/>
    <p:sldId id="348" r:id="rId46"/>
    <p:sldId id="381" r:id="rId47"/>
    <p:sldId id="428" r:id="rId48"/>
    <p:sldId id="327" r:id="rId49"/>
    <p:sldId id="328" r:id="rId50"/>
    <p:sldId id="383" r:id="rId51"/>
    <p:sldId id="429" r:id="rId52"/>
    <p:sldId id="391" r:id="rId53"/>
    <p:sldId id="392" r:id="rId54"/>
    <p:sldId id="395" r:id="rId55"/>
    <p:sldId id="351" r:id="rId56"/>
    <p:sldId id="329" r:id="rId57"/>
    <p:sldId id="353" r:id="rId58"/>
    <p:sldId id="354" r:id="rId59"/>
    <p:sldId id="330" r:id="rId60"/>
    <p:sldId id="385" r:id="rId61"/>
    <p:sldId id="331" r:id="rId62"/>
    <p:sldId id="430" r:id="rId63"/>
    <p:sldId id="356" r:id="rId64"/>
    <p:sldId id="402" r:id="rId65"/>
    <p:sldId id="403" r:id="rId66"/>
    <p:sldId id="400" r:id="rId67"/>
  </p:sldIdLst>
  <p:sldSz cx="12192000" cy="6858000"/>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928">
          <p15:clr>
            <a:srgbClr val="A4A3A4"/>
          </p15:clr>
        </p15:guide>
        <p15:guide id="2" pos="216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0000"/>
    <a:srgbClr val="222222"/>
    <a:srgbClr val="18B2B6"/>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2665" autoAdjust="0"/>
  </p:normalViewPr>
  <p:slideViewPr>
    <p:cSldViewPr>
      <p:cViewPr varScale="1">
        <p:scale>
          <a:sx n="67" d="100"/>
          <a:sy n="67" d="100"/>
        </p:scale>
        <p:origin x="780"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922"/>
    </p:cViewPr>
  </p:sorterViewPr>
  <p:notesViewPr>
    <p:cSldViewPr>
      <p:cViewPr varScale="1">
        <p:scale>
          <a:sx n="70" d="100"/>
          <a:sy n="70" d="100"/>
        </p:scale>
        <p:origin x="-1422" y="-108"/>
      </p:cViewPr>
      <p:guideLst>
        <p:guide orient="horz" pos="2928"/>
        <p:guide pos="216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7CE0323A-0F17-BA82-4758-E991CA2DE439}"/>
              </a:ext>
            </a:extLst>
          </p:cNvPr>
          <p:cNvSpPr>
            <a:spLocks noGrp="1" noChangeArrowheads="1"/>
          </p:cNvSpPr>
          <p:nvPr>
            <p:ph type="hdr" sz="quarter"/>
          </p:nvPr>
        </p:nvSpPr>
        <p:spPr bwMode="auto">
          <a:xfrm>
            <a:off x="0" y="0"/>
            <a:ext cx="2982913" cy="465138"/>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eaLnBrk="1" fontAlgn="auto" hangingPunct="1">
              <a:spcBef>
                <a:spcPts val="0"/>
              </a:spcBef>
              <a:spcAft>
                <a:spcPts val="0"/>
              </a:spcAft>
              <a:defRPr sz="1200">
                <a:solidFill>
                  <a:schemeClr val="tx1"/>
                </a:solidFill>
                <a:latin typeface="+mn-lt"/>
              </a:defRPr>
            </a:lvl1pPr>
          </a:lstStyle>
          <a:p>
            <a:pPr>
              <a:defRPr/>
            </a:pPr>
            <a:endParaRPr lang="en-US"/>
          </a:p>
        </p:txBody>
      </p:sp>
      <p:sp>
        <p:nvSpPr>
          <p:cNvPr id="122883" name="Rectangle 3">
            <a:extLst>
              <a:ext uri="{FF2B5EF4-FFF2-40B4-BE49-F238E27FC236}">
                <a16:creationId xmlns:a16="http://schemas.microsoft.com/office/drawing/2014/main" id="{C1824D34-502E-1C62-8208-C91575898349}"/>
              </a:ext>
            </a:extLst>
          </p:cNvPr>
          <p:cNvSpPr>
            <a:spLocks noGrp="1" noChangeArrowheads="1"/>
          </p:cNvSpPr>
          <p:nvPr>
            <p:ph type="dt" sz="quarter" idx="1"/>
          </p:nvPr>
        </p:nvSpPr>
        <p:spPr bwMode="auto">
          <a:xfrm>
            <a:off x="3897313" y="0"/>
            <a:ext cx="2982912" cy="465138"/>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algn="r" eaLnBrk="1" fontAlgn="auto" hangingPunct="1">
              <a:spcBef>
                <a:spcPts val="0"/>
              </a:spcBef>
              <a:spcAft>
                <a:spcPts val="0"/>
              </a:spcAft>
              <a:defRPr sz="1200">
                <a:solidFill>
                  <a:schemeClr val="tx1"/>
                </a:solidFill>
                <a:latin typeface="+mn-lt"/>
              </a:defRPr>
            </a:lvl1pPr>
          </a:lstStyle>
          <a:p>
            <a:pPr>
              <a:defRPr/>
            </a:pPr>
            <a:endParaRPr lang="en-US"/>
          </a:p>
        </p:txBody>
      </p:sp>
      <p:sp>
        <p:nvSpPr>
          <p:cNvPr id="122884" name="Rectangle 4">
            <a:extLst>
              <a:ext uri="{FF2B5EF4-FFF2-40B4-BE49-F238E27FC236}">
                <a16:creationId xmlns:a16="http://schemas.microsoft.com/office/drawing/2014/main" id="{D393AB46-A4E5-3BD7-35C0-80CAA2EFB717}"/>
              </a:ext>
            </a:extLst>
          </p:cNvPr>
          <p:cNvSpPr>
            <a:spLocks noGrp="1" noChangeArrowheads="1"/>
          </p:cNvSpPr>
          <p:nvPr>
            <p:ph type="ftr" sz="quarter" idx="2"/>
          </p:nvPr>
        </p:nvSpPr>
        <p:spPr bwMode="auto">
          <a:xfrm>
            <a:off x="0" y="8829675"/>
            <a:ext cx="2982913" cy="465138"/>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eaLnBrk="1" fontAlgn="auto" hangingPunct="1">
              <a:spcBef>
                <a:spcPts val="0"/>
              </a:spcBef>
              <a:spcAft>
                <a:spcPts val="0"/>
              </a:spcAft>
              <a:defRPr sz="1200">
                <a:solidFill>
                  <a:schemeClr val="tx1"/>
                </a:solidFill>
                <a:latin typeface="+mn-lt"/>
              </a:defRPr>
            </a:lvl1pPr>
          </a:lstStyle>
          <a:p>
            <a:pPr>
              <a:defRPr/>
            </a:pPr>
            <a:endParaRPr lang="en-US"/>
          </a:p>
        </p:txBody>
      </p:sp>
      <p:sp>
        <p:nvSpPr>
          <p:cNvPr id="122885" name="Rectangle 5">
            <a:extLst>
              <a:ext uri="{FF2B5EF4-FFF2-40B4-BE49-F238E27FC236}">
                <a16:creationId xmlns:a16="http://schemas.microsoft.com/office/drawing/2014/main" id="{0197FF5B-B86B-3474-70FA-81E24F5F54B5}"/>
              </a:ext>
            </a:extLst>
          </p:cNvPr>
          <p:cNvSpPr>
            <a:spLocks noGrp="1" noChangeArrowheads="1"/>
          </p:cNvSpPr>
          <p:nvPr>
            <p:ph type="sldNum" sz="quarter" idx="3"/>
          </p:nvPr>
        </p:nvSpPr>
        <p:spPr bwMode="auto">
          <a:xfrm>
            <a:off x="3897313" y="8829675"/>
            <a:ext cx="2982912" cy="465138"/>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algn="r" eaLnBrk="1" fontAlgn="auto" hangingPunct="1">
              <a:spcBef>
                <a:spcPts val="0"/>
              </a:spcBef>
              <a:spcAft>
                <a:spcPts val="0"/>
              </a:spcAft>
              <a:defRPr sz="1200">
                <a:latin typeface="Calibri" panose="020F0502020204030204" pitchFamily="34" charset="0"/>
              </a:defRPr>
            </a:lvl1pPr>
          </a:lstStyle>
          <a:p>
            <a:pPr>
              <a:defRPr/>
            </a:pPr>
            <a:fld id="{4B03E2EE-3309-4329-B4F6-BA561E9FFD64}"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EEBA33E1-70ED-6CC5-2506-D6CC4B9CCB9C}"/>
              </a:ext>
            </a:extLst>
          </p:cNvPr>
          <p:cNvSpPr>
            <a:spLocks noGrp="1" noChangeArrowheads="1"/>
          </p:cNvSpPr>
          <p:nvPr>
            <p:ph type="hdr" sz="quarter"/>
          </p:nvPr>
        </p:nvSpPr>
        <p:spPr bwMode="auto">
          <a:xfrm>
            <a:off x="0" y="0"/>
            <a:ext cx="2982913" cy="465138"/>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eaLnBrk="1" fontAlgn="auto" hangingPunct="1">
              <a:spcBef>
                <a:spcPts val="0"/>
              </a:spcBef>
              <a:spcAft>
                <a:spcPts val="0"/>
              </a:spcAft>
              <a:defRPr sz="1200">
                <a:solidFill>
                  <a:schemeClr val="tx1"/>
                </a:solidFill>
                <a:latin typeface="+mn-lt"/>
              </a:defRPr>
            </a:lvl1pPr>
          </a:lstStyle>
          <a:p>
            <a:pPr>
              <a:defRPr/>
            </a:pPr>
            <a:endParaRPr lang="en-US"/>
          </a:p>
        </p:txBody>
      </p:sp>
      <p:sp>
        <p:nvSpPr>
          <p:cNvPr id="64515" name="Rectangle 3">
            <a:extLst>
              <a:ext uri="{FF2B5EF4-FFF2-40B4-BE49-F238E27FC236}">
                <a16:creationId xmlns:a16="http://schemas.microsoft.com/office/drawing/2014/main" id="{458AF1C9-DBFA-5C58-A214-322D28197754}"/>
              </a:ext>
            </a:extLst>
          </p:cNvPr>
          <p:cNvSpPr>
            <a:spLocks noGrp="1" noChangeArrowheads="1"/>
          </p:cNvSpPr>
          <p:nvPr>
            <p:ph type="dt" idx="1"/>
          </p:nvPr>
        </p:nvSpPr>
        <p:spPr bwMode="auto">
          <a:xfrm>
            <a:off x="3897313" y="0"/>
            <a:ext cx="2982912" cy="465138"/>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lvl1pPr algn="r" eaLnBrk="1" fontAlgn="auto" hangingPunct="1">
              <a:spcBef>
                <a:spcPts val="0"/>
              </a:spcBef>
              <a:spcAft>
                <a:spcPts val="0"/>
              </a:spcAft>
              <a:defRPr sz="1200">
                <a:solidFill>
                  <a:schemeClr val="tx1"/>
                </a:solidFill>
                <a:latin typeface="+mn-lt"/>
              </a:defRPr>
            </a:lvl1pPr>
          </a:lstStyle>
          <a:p>
            <a:pPr>
              <a:defRPr/>
            </a:pPr>
            <a:endParaRPr lang="en-US"/>
          </a:p>
        </p:txBody>
      </p:sp>
      <p:sp>
        <p:nvSpPr>
          <p:cNvPr id="13316" name="Rectangle 4">
            <a:extLst>
              <a:ext uri="{FF2B5EF4-FFF2-40B4-BE49-F238E27FC236}">
                <a16:creationId xmlns:a16="http://schemas.microsoft.com/office/drawing/2014/main" id="{9651F2B8-1CEB-C445-5A53-BCC8FFE7D423}"/>
              </a:ext>
            </a:extLst>
          </p:cNvPr>
          <p:cNvSpPr>
            <a:spLocks noGrp="1" noRot="1" noChangeAspect="1" noChangeArrowheads="1" noTextEdit="1"/>
          </p:cNvSpPr>
          <p:nvPr>
            <p:ph type="sldImg" idx="2"/>
          </p:nvPr>
        </p:nvSpPr>
        <p:spPr bwMode="auto">
          <a:xfrm>
            <a:off x="342900" y="696913"/>
            <a:ext cx="6196013"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7" name="Rectangle 5">
            <a:extLst>
              <a:ext uri="{FF2B5EF4-FFF2-40B4-BE49-F238E27FC236}">
                <a16:creationId xmlns:a16="http://schemas.microsoft.com/office/drawing/2014/main" id="{75FFC5B9-862D-BB91-BB5C-11B76EC2D3A6}"/>
              </a:ext>
            </a:extLst>
          </p:cNvPr>
          <p:cNvSpPr>
            <a:spLocks noGrp="1" noChangeArrowheads="1"/>
          </p:cNvSpPr>
          <p:nvPr>
            <p:ph type="body" sz="quarter" idx="3"/>
          </p:nvPr>
        </p:nvSpPr>
        <p:spPr bwMode="auto">
          <a:xfrm>
            <a:off x="688975" y="4416425"/>
            <a:ext cx="5505450" cy="4183063"/>
          </a:xfrm>
          <a:prstGeom prst="rect">
            <a:avLst/>
          </a:prstGeom>
          <a:noFill/>
          <a:ln w="9525">
            <a:noFill/>
            <a:miter lim="800000"/>
            <a:headEnd/>
            <a:tailEnd/>
          </a:ln>
          <a:effectLst/>
        </p:spPr>
        <p:txBody>
          <a:bodyPr vert="horz" wrap="square" lIns="92446" tIns="46223" rIns="92446" bIns="4622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6">
            <a:extLst>
              <a:ext uri="{FF2B5EF4-FFF2-40B4-BE49-F238E27FC236}">
                <a16:creationId xmlns:a16="http://schemas.microsoft.com/office/drawing/2014/main" id="{59F2788B-B0B2-303E-9C28-5FF1308A278B}"/>
              </a:ext>
            </a:extLst>
          </p:cNvPr>
          <p:cNvSpPr>
            <a:spLocks noGrp="1" noChangeArrowheads="1"/>
          </p:cNvSpPr>
          <p:nvPr>
            <p:ph type="ftr" sz="quarter" idx="4"/>
          </p:nvPr>
        </p:nvSpPr>
        <p:spPr bwMode="auto">
          <a:xfrm>
            <a:off x="0" y="8829675"/>
            <a:ext cx="2982913" cy="465138"/>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eaLnBrk="1" fontAlgn="auto" hangingPunct="1">
              <a:spcBef>
                <a:spcPts val="0"/>
              </a:spcBef>
              <a:spcAft>
                <a:spcPts val="0"/>
              </a:spcAft>
              <a:defRPr sz="1200">
                <a:solidFill>
                  <a:schemeClr val="tx1"/>
                </a:solidFill>
                <a:latin typeface="+mn-lt"/>
              </a:defRPr>
            </a:lvl1pPr>
          </a:lstStyle>
          <a:p>
            <a:pPr>
              <a:defRPr/>
            </a:pPr>
            <a:endParaRPr lang="en-US"/>
          </a:p>
        </p:txBody>
      </p:sp>
      <p:sp>
        <p:nvSpPr>
          <p:cNvPr id="64519" name="Rectangle 7">
            <a:extLst>
              <a:ext uri="{FF2B5EF4-FFF2-40B4-BE49-F238E27FC236}">
                <a16:creationId xmlns:a16="http://schemas.microsoft.com/office/drawing/2014/main" id="{44D03002-59A7-5075-5F7D-2CA8D939791C}"/>
              </a:ext>
            </a:extLst>
          </p:cNvPr>
          <p:cNvSpPr>
            <a:spLocks noGrp="1" noChangeArrowheads="1"/>
          </p:cNvSpPr>
          <p:nvPr>
            <p:ph type="sldNum" sz="quarter" idx="5"/>
          </p:nvPr>
        </p:nvSpPr>
        <p:spPr bwMode="auto">
          <a:xfrm>
            <a:off x="3897313" y="8829675"/>
            <a:ext cx="2982912" cy="465138"/>
          </a:xfrm>
          <a:prstGeom prst="rect">
            <a:avLst/>
          </a:prstGeom>
          <a:noFill/>
          <a:ln w="9525">
            <a:noFill/>
            <a:miter lim="800000"/>
            <a:headEnd/>
            <a:tailEnd/>
          </a:ln>
          <a:effectLst/>
        </p:spPr>
        <p:txBody>
          <a:bodyPr vert="horz" wrap="square" lIns="92446" tIns="46223" rIns="92446" bIns="46223" numCol="1" anchor="b" anchorCtr="0" compatLnSpc="1">
            <a:prstTxWarp prst="textNoShape">
              <a:avLst/>
            </a:prstTxWarp>
          </a:bodyPr>
          <a:lstStyle>
            <a:lvl1pPr algn="r" eaLnBrk="1" fontAlgn="auto" hangingPunct="1">
              <a:spcBef>
                <a:spcPts val="0"/>
              </a:spcBef>
              <a:spcAft>
                <a:spcPts val="0"/>
              </a:spcAft>
              <a:defRPr sz="1200">
                <a:latin typeface="Calibri" panose="020F0502020204030204" pitchFamily="34" charset="0"/>
              </a:defRPr>
            </a:lvl1pPr>
          </a:lstStyle>
          <a:p>
            <a:pPr>
              <a:defRPr/>
            </a:pPr>
            <a:fld id="{228D013F-55AC-4965-A5AC-3CB656DDB83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8449F028-9F2B-93DC-B4F2-ABF77B86EC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50888" indent="-287338">
              <a:spcBef>
                <a:spcPct val="30000"/>
              </a:spcBef>
              <a:defRPr sz="1200">
                <a:solidFill>
                  <a:schemeClr val="tx1"/>
                </a:solidFill>
                <a:latin typeface="Times New Roman" panose="02020603050405020304" pitchFamily="18" charset="0"/>
              </a:defRPr>
            </a:lvl2pPr>
            <a:lvl3pPr marL="1154113" indent="-230188">
              <a:spcBef>
                <a:spcPct val="30000"/>
              </a:spcBef>
              <a:defRPr sz="1200">
                <a:solidFill>
                  <a:schemeClr val="tx1"/>
                </a:solidFill>
                <a:latin typeface="Times New Roman" panose="02020603050405020304" pitchFamily="18" charset="0"/>
              </a:defRPr>
            </a:lvl3pPr>
            <a:lvl4pPr marL="1617663" indent="-230188">
              <a:spcBef>
                <a:spcPct val="30000"/>
              </a:spcBef>
              <a:defRPr sz="1200">
                <a:solidFill>
                  <a:schemeClr val="tx1"/>
                </a:solidFill>
                <a:latin typeface="Times New Roman" panose="02020603050405020304" pitchFamily="18" charset="0"/>
              </a:defRPr>
            </a:lvl4pPr>
            <a:lvl5pPr marL="2079625" indent="-230188">
              <a:spcBef>
                <a:spcPct val="30000"/>
              </a:spcBef>
              <a:defRPr sz="1200">
                <a:solidFill>
                  <a:schemeClr val="tx1"/>
                </a:solidFill>
                <a:latin typeface="Times New Roman" panose="02020603050405020304" pitchFamily="18" charset="0"/>
              </a:defRPr>
            </a:lvl5pPr>
            <a:lvl6pPr marL="2536825" indent="-230188"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94025" indent="-230188"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51225" indent="-230188"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908425" indent="-230188"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534DD177-0ACB-4DEB-A14B-448D06FD6DAF}" type="slidenum">
              <a:rPr lang="en-US" altLang="en-US" smtClean="0"/>
              <a:pPr fontAlgn="base">
                <a:spcBef>
                  <a:spcPct val="0"/>
                </a:spcBef>
                <a:spcAft>
                  <a:spcPct val="0"/>
                </a:spcAft>
              </a:pPr>
              <a:t>1</a:t>
            </a:fld>
            <a:endParaRPr lang="en-US" altLang="en-US"/>
          </a:p>
        </p:txBody>
      </p:sp>
      <p:sp>
        <p:nvSpPr>
          <p:cNvPr id="16387" name="Rectangle 2">
            <a:extLst>
              <a:ext uri="{FF2B5EF4-FFF2-40B4-BE49-F238E27FC236}">
                <a16:creationId xmlns:a16="http://schemas.microsoft.com/office/drawing/2014/main" id="{0D5257C5-C519-E365-F260-5087DF4BE9B1}"/>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67136875-AC18-E052-0648-411470E109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964689D5-48E3-6FCA-BF52-8477AD65E3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50888" indent="-287338">
              <a:spcBef>
                <a:spcPct val="30000"/>
              </a:spcBef>
              <a:defRPr sz="1200">
                <a:solidFill>
                  <a:schemeClr val="tx1"/>
                </a:solidFill>
                <a:latin typeface="Times New Roman" panose="02020603050405020304" pitchFamily="18" charset="0"/>
              </a:defRPr>
            </a:lvl2pPr>
            <a:lvl3pPr marL="1154113" indent="-230188">
              <a:spcBef>
                <a:spcPct val="30000"/>
              </a:spcBef>
              <a:defRPr sz="1200">
                <a:solidFill>
                  <a:schemeClr val="tx1"/>
                </a:solidFill>
                <a:latin typeface="Times New Roman" panose="02020603050405020304" pitchFamily="18" charset="0"/>
              </a:defRPr>
            </a:lvl3pPr>
            <a:lvl4pPr marL="1617663" indent="-230188">
              <a:spcBef>
                <a:spcPct val="30000"/>
              </a:spcBef>
              <a:defRPr sz="1200">
                <a:solidFill>
                  <a:schemeClr val="tx1"/>
                </a:solidFill>
                <a:latin typeface="Times New Roman" panose="02020603050405020304" pitchFamily="18" charset="0"/>
              </a:defRPr>
            </a:lvl4pPr>
            <a:lvl5pPr marL="2079625" indent="-230188">
              <a:spcBef>
                <a:spcPct val="30000"/>
              </a:spcBef>
              <a:defRPr sz="1200">
                <a:solidFill>
                  <a:schemeClr val="tx1"/>
                </a:solidFill>
                <a:latin typeface="Times New Roman" panose="02020603050405020304" pitchFamily="18" charset="0"/>
              </a:defRPr>
            </a:lvl5pPr>
            <a:lvl6pPr marL="2536825" indent="-230188"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94025" indent="-230188"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51225" indent="-230188"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908425" indent="-230188"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709C1E4A-EC66-4A7F-A650-EB79E09874E2}" type="slidenum">
              <a:rPr lang="en-US" altLang="en-US" smtClean="0"/>
              <a:pPr fontAlgn="base">
                <a:spcBef>
                  <a:spcPct val="0"/>
                </a:spcBef>
                <a:spcAft>
                  <a:spcPct val="0"/>
                </a:spcAft>
              </a:pPr>
              <a:t>7</a:t>
            </a:fld>
            <a:endParaRPr lang="en-US" altLang="en-US"/>
          </a:p>
        </p:txBody>
      </p:sp>
      <p:sp>
        <p:nvSpPr>
          <p:cNvPr id="107523" name="Rectangle 2">
            <a:extLst>
              <a:ext uri="{FF2B5EF4-FFF2-40B4-BE49-F238E27FC236}">
                <a16:creationId xmlns:a16="http://schemas.microsoft.com/office/drawing/2014/main" id="{8E82E5A2-DF43-D239-A668-0289F3970433}"/>
              </a:ext>
            </a:extLst>
          </p:cNvPr>
          <p:cNvSpPr>
            <a:spLocks noGrp="1" noRot="1" noChangeAspect="1" noChangeArrowheads="1" noTextEdit="1"/>
          </p:cNvSpPr>
          <p:nvPr>
            <p:ph type="sldImg"/>
          </p:nvPr>
        </p:nvSpPr>
        <p:spPr>
          <a:ln/>
        </p:spPr>
      </p:sp>
      <p:sp>
        <p:nvSpPr>
          <p:cNvPr id="107524" name="Rectangle 3">
            <a:extLst>
              <a:ext uri="{FF2B5EF4-FFF2-40B4-BE49-F238E27FC236}">
                <a16:creationId xmlns:a16="http://schemas.microsoft.com/office/drawing/2014/main" id="{BE6B1588-AEA8-3B4D-8291-36C7100A92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50967426-DF12-28DB-F187-961930BEF5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50888" indent="-287338">
              <a:spcBef>
                <a:spcPct val="30000"/>
              </a:spcBef>
              <a:defRPr sz="1200">
                <a:solidFill>
                  <a:schemeClr val="tx1"/>
                </a:solidFill>
                <a:latin typeface="Times New Roman" panose="02020603050405020304" pitchFamily="18" charset="0"/>
              </a:defRPr>
            </a:lvl2pPr>
            <a:lvl3pPr marL="1154113" indent="-230188">
              <a:spcBef>
                <a:spcPct val="30000"/>
              </a:spcBef>
              <a:defRPr sz="1200">
                <a:solidFill>
                  <a:schemeClr val="tx1"/>
                </a:solidFill>
                <a:latin typeface="Times New Roman" panose="02020603050405020304" pitchFamily="18" charset="0"/>
              </a:defRPr>
            </a:lvl3pPr>
            <a:lvl4pPr marL="1617663" indent="-230188">
              <a:spcBef>
                <a:spcPct val="30000"/>
              </a:spcBef>
              <a:defRPr sz="1200">
                <a:solidFill>
                  <a:schemeClr val="tx1"/>
                </a:solidFill>
                <a:latin typeface="Times New Roman" panose="02020603050405020304" pitchFamily="18" charset="0"/>
              </a:defRPr>
            </a:lvl4pPr>
            <a:lvl5pPr marL="2079625" indent="-230188">
              <a:spcBef>
                <a:spcPct val="30000"/>
              </a:spcBef>
              <a:defRPr sz="1200">
                <a:solidFill>
                  <a:schemeClr val="tx1"/>
                </a:solidFill>
                <a:latin typeface="Times New Roman" panose="02020603050405020304" pitchFamily="18" charset="0"/>
              </a:defRPr>
            </a:lvl5pPr>
            <a:lvl6pPr marL="2536825" indent="-230188"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94025" indent="-230188"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51225" indent="-230188"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908425" indent="-230188"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F3625806-51DD-4D52-88A3-EA7FFDACA692}" type="slidenum">
              <a:rPr lang="en-US" altLang="en-US" smtClean="0"/>
              <a:pPr fontAlgn="base">
                <a:spcBef>
                  <a:spcPct val="0"/>
                </a:spcBef>
                <a:spcAft>
                  <a:spcPct val="0"/>
                </a:spcAft>
              </a:pPr>
              <a:t>28</a:t>
            </a:fld>
            <a:endParaRPr lang="en-US" altLang="en-US"/>
          </a:p>
        </p:txBody>
      </p:sp>
      <p:sp>
        <p:nvSpPr>
          <p:cNvPr id="49155" name="Rectangle 2">
            <a:extLst>
              <a:ext uri="{FF2B5EF4-FFF2-40B4-BE49-F238E27FC236}">
                <a16:creationId xmlns:a16="http://schemas.microsoft.com/office/drawing/2014/main" id="{31AECB37-1F32-3025-C0DE-DEFEC1C6B4CD}"/>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AE18D846-46CA-55EE-BCEE-E9BE4551BB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4EB84671-E79E-DED3-6D4D-6629EA185F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50888" indent="-287338">
              <a:spcBef>
                <a:spcPct val="30000"/>
              </a:spcBef>
              <a:defRPr sz="1200">
                <a:solidFill>
                  <a:schemeClr val="tx1"/>
                </a:solidFill>
                <a:latin typeface="Times New Roman" panose="02020603050405020304" pitchFamily="18" charset="0"/>
              </a:defRPr>
            </a:lvl2pPr>
            <a:lvl3pPr marL="1154113" indent="-230188">
              <a:spcBef>
                <a:spcPct val="30000"/>
              </a:spcBef>
              <a:defRPr sz="1200">
                <a:solidFill>
                  <a:schemeClr val="tx1"/>
                </a:solidFill>
                <a:latin typeface="Times New Roman" panose="02020603050405020304" pitchFamily="18" charset="0"/>
              </a:defRPr>
            </a:lvl3pPr>
            <a:lvl4pPr marL="1617663" indent="-230188">
              <a:spcBef>
                <a:spcPct val="30000"/>
              </a:spcBef>
              <a:defRPr sz="1200">
                <a:solidFill>
                  <a:schemeClr val="tx1"/>
                </a:solidFill>
                <a:latin typeface="Times New Roman" panose="02020603050405020304" pitchFamily="18" charset="0"/>
              </a:defRPr>
            </a:lvl4pPr>
            <a:lvl5pPr marL="2079625" indent="-230188">
              <a:spcBef>
                <a:spcPct val="30000"/>
              </a:spcBef>
              <a:defRPr sz="1200">
                <a:solidFill>
                  <a:schemeClr val="tx1"/>
                </a:solidFill>
                <a:latin typeface="Times New Roman" panose="02020603050405020304" pitchFamily="18" charset="0"/>
              </a:defRPr>
            </a:lvl5pPr>
            <a:lvl6pPr marL="2536825" indent="-230188"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94025" indent="-230188"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51225" indent="-230188"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908425" indent="-230188"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3F8CF5F0-C0C5-4131-BB0C-D3B4225AB55F}" type="slidenum">
              <a:rPr lang="en-US" altLang="en-US" smtClean="0"/>
              <a:pPr fontAlgn="base">
                <a:spcBef>
                  <a:spcPct val="0"/>
                </a:spcBef>
                <a:spcAft>
                  <a:spcPct val="0"/>
                </a:spcAft>
              </a:pPr>
              <a:t>34</a:t>
            </a:fld>
            <a:endParaRPr lang="en-US" altLang="en-US"/>
          </a:p>
        </p:txBody>
      </p:sp>
      <p:sp>
        <p:nvSpPr>
          <p:cNvPr id="53251" name="Rectangle 2">
            <a:extLst>
              <a:ext uri="{FF2B5EF4-FFF2-40B4-BE49-F238E27FC236}">
                <a16:creationId xmlns:a16="http://schemas.microsoft.com/office/drawing/2014/main" id="{8D6AA325-E53E-A79B-018D-738B14816C54}"/>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FAAE6AEA-808C-F8A6-10B3-70FADD1FF3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96DA7368-D917-DF0C-8A6F-1E3394CBED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50888" indent="-287338">
              <a:spcBef>
                <a:spcPct val="30000"/>
              </a:spcBef>
              <a:defRPr sz="1200">
                <a:solidFill>
                  <a:schemeClr val="tx1"/>
                </a:solidFill>
                <a:latin typeface="Times New Roman" panose="02020603050405020304" pitchFamily="18" charset="0"/>
              </a:defRPr>
            </a:lvl2pPr>
            <a:lvl3pPr marL="1154113" indent="-230188">
              <a:spcBef>
                <a:spcPct val="30000"/>
              </a:spcBef>
              <a:defRPr sz="1200">
                <a:solidFill>
                  <a:schemeClr val="tx1"/>
                </a:solidFill>
                <a:latin typeface="Times New Roman" panose="02020603050405020304" pitchFamily="18" charset="0"/>
              </a:defRPr>
            </a:lvl3pPr>
            <a:lvl4pPr marL="1617663" indent="-230188">
              <a:spcBef>
                <a:spcPct val="30000"/>
              </a:spcBef>
              <a:defRPr sz="1200">
                <a:solidFill>
                  <a:schemeClr val="tx1"/>
                </a:solidFill>
                <a:latin typeface="Times New Roman" panose="02020603050405020304" pitchFamily="18" charset="0"/>
              </a:defRPr>
            </a:lvl4pPr>
            <a:lvl5pPr marL="2079625" indent="-230188">
              <a:spcBef>
                <a:spcPct val="30000"/>
              </a:spcBef>
              <a:defRPr sz="1200">
                <a:solidFill>
                  <a:schemeClr val="tx1"/>
                </a:solidFill>
                <a:latin typeface="Times New Roman" panose="02020603050405020304" pitchFamily="18" charset="0"/>
              </a:defRPr>
            </a:lvl5pPr>
            <a:lvl6pPr marL="2536825" indent="-230188"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94025" indent="-230188"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51225" indent="-230188"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908425" indent="-230188"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7C47D018-FD8E-4450-8FAE-BF2BDEF72BFB}" type="slidenum">
              <a:rPr lang="en-US" altLang="en-US" smtClean="0"/>
              <a:pPr fontAlgn="base">
                <a:spcBef>
                  <a:spcPct val="0"/>
                </a:spcBef>
                <a:spcAft>
                  <a:spcPct val="0"/>
                </a:spcAft>
              </a:pPr>
              <a:t>39</a:t>
            </a:fld>
            <a:endParaRPr lang="en-US" altLang="en-US"/>
          </a:p>
        </p:txBody>
      </p:sp>
      <p:sp>
        <p:nvSpPr>
          <p:cNvPr id="57347" name="Rectangle 2">
            <a:extLst>
              <a:ext uri="{FF2B5EF4-FFF2-40B4-BE49-F238E27FC236}">
                <a16:creationId xmlns:a16="http://schemas.microsoft.com/office/drawing/2014/main" id="{42421804-2B90-97BA-EC2D-A04EB36C537F}"/>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52AF84EC-D99B-41D0-713D-AE84C8619A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7A02A09B-0483-5016-952D-EE57ABE5A0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50888" indent="-287338">
              <a:spcBef>
                <a:spcPct val="30000"/>
              </a:spcBef>
              <a:defRPr sz="1200">
                <a:solidFill>
                  <a:schemeClr val="tx1"/>
                </a:solidFill>
                <a:latin typeface="Times New Roman" panose="02020603050405020304" pitchFamily="18" charset="0"/>
              </a:defRPr>
            </a:lvl2pPr>
            <a:lvl3pPr marL="1154113" indent="-230188">
              <a:spcBef>
                <a:spcPct val="30000"/>
              </a:spcBef>
              <a:defRPr sz="1200">
                <a:solidFill>
                  <a:schemeClr val="tx1"/>
                </a:solidFill>
                <a:latin typeface="Times New Roman" panose="02020603050405020304" pitchFamily="18" charset="0"/>
              </a:defRPr>
            </a:lvl3pPr>
            <a:lvl4pPr marL="1617663" indent="-230188">
              <a:spcBef>
                <a:spcPct val="30000"/>
              </a:spcBef>
              <a:defRPr sz="1200">
                <a:solidFill>
                  <a:schemeClr val="tx1"/>
                </a:solidFill>
                <a:latin typeface="Times New Roman" panose="02020603050405020304" pitchFamily="18" charset="0"/>
              </a:defRPr>
            </a:lvl4pPr>
            <a:lvl5pPr marL="2079625" indent="-230188">
              <a:spcBef>
                <a:spcPct val="30000"/>
              </a:spcBef>
              <a:defRPr sz="1200">
                <a:solidFill>
                  <a:schemeClr val="tx1"/>
                </a:solidFill>
                <a:latin typeface="Times New Roman" panose="02020603050405020304" pitchFamily="18" charset="0"/>
              </a:defRPr>
            </a:lvl5pPr>
            <a:lvl6pPr marL="2536825" indent="-230188"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94025" indent="-230188"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51225" indent="-230188"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908425" indent="-230188"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79D2A2EC-527D-4E88-AB34-EF85A4D7B526}" type="slidenum">
              <a:rPr lang="en-US" altLang="en-US" smtClean="0"/>
              <a:pPr fontAlgn="base">
                <a:spcBef>
                  <a:spcPct val="0"/>
                </a:spcBef>
                <a:spcAft>
                  <a:spcPct val="0"/>
                </a:spcAft>
              </a:pPr>
              <a:t>42</a:t>
            </a:fld>
            <a:endParaRPr lang="en-US" altLang="en-US"/>
          </a:p>
        </p:txBody>
      </p:sp>
      <p:sp>
        <p:nvSpPr>
          <p:cNvPr id="61443" name="Rectangle 2">
            <a:extLst>
              <a:ext uri="{FF2B5EF4-FFF2-40B4-BE49-F238E27FC236}">
                <a16:creationId xmlns:a16="http://schemas.microsoft.com/office/drawing/2014/main" id="{85FC104A-4C20-BF4F-D128-963380940349}"/>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30B503A6-A849-FDED-A421-756AC2224B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3B7235F7-99D7-A4A3-20AF-BC9EEC58BE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50888" indent="-287338">
              <a:spcBef>
                <a:spcPct val="30000"/>
              </a:spcBef>
              <a:defRPr sz="1200">
                <a:solidFill>
                  <a:schemeClr val="tx1"/>
                </a:solidFill>
                <a:latin typeface="Times New Roman" panose="02020603050405020304" pitchFamily="18" charset="0"/>
              </a:defRPr>
            </a:lvl2pPr>
            <a:lvl3pPr marL="1154113" indent="-230188">
              <a:spcBef>
                <a:spcPct val="30000"/>
              </a:spcBef>
              <a:defRPr sz="1200">
                <a:solidFill>
                  <a:schemeClr val="tx1"/>
                </a:solidFill>
                <a:latin typeface="Times New Roman" panose="02020603050405020304" pitchFamily="18" charset="0"/>
              </a:defRPr>
            </a:lvl3pPr>
            <a:lvl4pPr marL="1617663" indent="-230188">
              <a:spcBef>
                <a:spcPct val="30000"/>
              </a:spcBef>
              <a:defRPr sz="1200">
                <a:solidFill>
                  <a:schemeClr val="tx1"/>
                </a:solidFill>
                <a:latin typeface="Times New Roman" panose="02020603050405020304" pitchFamily="18" charset="0"/>
              </a:defRPr>
            </a:lvl4pPr>
            <a:lvl5pPr marL="2079625" indent="-230188">
              <a:spcBef>
                <a:spcPct val="30000"/>
              </a:spcBef>
              <a:defRPr sz="1200">
                <a:solidFill>
                  <a:schemeClr val="tx1"/>
                </a:solidFill>
                <a:latin typeface="Times New Roman" panose="02020603050405020304" pitchFamily="18" charset="0"/>
              </a:defRPr>
            </a:lvl5pPr>
            <a:lvl6pPr marL="2536825" indent="-230188"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94025" indent="-230188"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51225" indent="-230188"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908425" indent="-230188"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8D5CC466-4613-41A3-A74E-6FB5400DCE61}" type="slidenum">
              <a:rPr lang="en-US" altLang="en-US" smtClean="0"/>
              <a:pPr fontAlgn="base">
                <a:spcBef>
                  <a:spcPct val="0"/>
                </a:spcBef>
                <a:spcAft>
                  <a:spcPct val="0"/>
                </a:spcAft>
              </a:pPr>
              <a:t>45</a:t>
            </a:fld>
            <a:endParaRPr lang="en-US" altLang="en-US"/>
          </a:p>
        </p:txBody>
      </p:sp>
      <p:sp>
        <p:nvSpPr>
          <p:cNvPr id="67587" name="Rectangle 2">
            <a:extLst>
              <a:ext uri="{FF2B5EF4-FFF2-40B4-BE49-F238E27FC236}">
                <a16:creationId xmlns:a16="http://schemas.microsoft.com/office/drawing/2014/main" id="{281541CB-5E05-C627-270E-8FA791A1F42C}"/>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91B4D7E6-0CA7-9D85-AC64-D7A2AEEB5B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04BA3CEB-5A09-4EE6-A4EE-D6A369F7F7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50888" indent="-287338">
              <a:spcBef>
                <a:spcPct val="30000"/>
              </a:spcBef>
              <a:defRPr sz="1200">
                <a:solidFill>
                  <a:schemeClr val="tx1"/>
                </a:solidFill>
                <a:latin typeface="Times New Roman" panose="02020603050405020304" pitchFamily="18" charset="0"/>
              </a:defRPr>
            </a:lvl2pPr>
            <a:lvl3pPr marL="1154113" indent="-230188">
              <a:spcBef>
                <a:spcPct val="30000"/>
              </a:spcBef>
              <a:defRPr sz="1200">
                <a:solidFill>
                  <a:schemeClr val="tx1"/>
                </a:solidFill>
                <a:latin typeface="Times New Roman" panose="02020603050405020304" pitchFamily="18" charset="0"/>
              </a:defRPr>
            </a:lvl3pPr>
            <a:lvl4pPr marL="1617663" indent="-230188">
              <a:spcBef>
                <a:spcPct val="30000"/>
              </a:spcBef>
              <a:defRPr sz="1200">
                <a:solidFill>
                  <a:schemeClr val="tx1"/>
                </a:solidFill>
                <a:latin typeface="Times New Roman" panose="02020603050405020304" pitchFamily="18" charset="0"/>
              </a:defRPr>
            </a:lvl4pPr>
            <a:lvl5pPr marL="2079625" indent="-230188">
              <a:spcBef>
                <a:spcPct val="30000"/>
              </a:spcBef>
              <a:defRPr sz="1200">
                <a:solidFill>
                  <a:schemeClr val="tx1"/>
                </a:solidFill>
                <a:latin typeface="Times New Roman" panose="02020603050405020304" pitchFamily="18" charset="0"/>
              </a:defRPr>
            </a:lvl5pPr>
            <a:lvl6pPr marL="2536825" indent="-230188"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94025" indent="-230188"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51225" indent="-230188"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908425" indent="-230188"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B9204927-CAD4-46FE-B090-E420616668E5}" type="slidenum">
              <a:rPr lang="en-US" altLang="en-US" smtClean="0"/>
              <a:pPr fontAlgn="base">
                <a:spcBef>
                  <a:spcPct val="0"/>
                </a:spcBef>
                <a:spcAft>
                  <a:spcPct val="0"/>
                </a:spcAft>
              </a:pPr>
              <a:t>48</a:t>
            </a:fld>
            <a:endParaRPr lang="en-US" altLang="en-US"/>
          </a:p>
        </p:txBody>
      </p:sp>
      <p:sp>
        <p:nvSpPr>
          <p:cNvPr id="72707" name="Rectangle 2">
            <a:extLst>
              <a:ext uri="{FF2B5EF4-FFF2-40B4-BE49-F238E27FC236}">
                <a16:creationId xmlns:a16="http://schemas.microsoft.com/office/drawing/2014/main" id="{576C2FF1-18A6-3BDD-2249-1BC10352B05B}"/>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4DC85501-53ED-C9CF-5E1C-2FE3C810CF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0163A7A6-306D-BC22-5389-FBE6113308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50888" indent="-287338">
              <a:spcBef>
                <a:spcPct val="30000"/>
              </a:spcBef>
              <a:defRPr sz="1200">
                <a:solidFill>
                  <a:schemeClr val="tx1"/>
                </a:solidFill>
                <a:latin typeface="Times New Roman" panose="02020603050405020304" pitchFamily="18" charset="0"/>
              </a:defRPr>
            </a:lvl2pPr>
            <a:lvl3pPr marL="1154113" indent="-230188">
              <a:spcBef>
                <a:spcPct val="30000"/>
              </a:spcBef>
              <a:defRPr sz="1200">
                <a:solidFill>
                  <a:schemeClr val="tx1"/>
                </a:solidFill>
                <a:latin typeface="Times New Roman" panose="02020603050405020304" pitchFamily="18" charset="0"/>
              </a:defRPr>
            </a:lvl3pPr>
            <a:lvl4pPr marL="1617663" indent="-230188">
              <a:spcBef>
                <a:spcPct val="30000"/>
              </a:spcBef>
              <a:defRPr sz="1200">
                <a:solidFill>
                  <a:schemeClr val="tx1"/>
                </a:solidFill>
                <a:latin typeface="Times New Roman" panose="02020603050405020304" pitchFamily="18" charset="0"/>
              </a:defRPr>
            </a:lvl4pPr>
            <a:lvl5pPr marL="2079625" indent="-230188">
              <a:spcBef>
                <a:spcPct val="30000"/>
              </a:spcBef>
              <a:defRPr sz="1200">
                <a:solidFill>
                  <a:schemeClr val="tx1"/>
                </a:solidFill>
                <a:latin typeface="Times New Roman" panose="02020603050405020304" pitchFamily="18" charset="0"/>
              </a:defRPr>
            </a:lvl5pPr>
            <a:lvl6pPr marL="2536825" indent="-230188"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94025" indent="-230188"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51225" indent="-230188"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908425" indent="-230188"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7F01CA78-EA6D-4670-BB17-E6DB4CC83044}" type="slidenum">
              <a:rPr lang="en-US" altLang="en-US" smtClean="0"/>
              <a:pPr fontAlgn="base">
                <a:spcBef>
                  <a:spcPct val="0"/>
                </a:spcBef>
                <a:spcAft>
                  <a:spcPct val="0"/>
                </a:spcAft>
              </a:pPr>
              <a:t>49</a:t>
            </a:fld>
            <a:endParaRPr lang="en-US" altLang="en-US"/>
          </a:p>
        </p:txBody>
      </p:sp>
      <p:sp>
        <p:nvSpPr>
          <p:cNvPr id="74755" name="Rectangle 2">
            <a:extLst>
              <a:ext uri="{FF2B5EF4-FFF2-40B4-BE49-F238E27FC236}">
                <a16:creationId xmlns:a16="http://schemas.microsoft.com/office/drawing/2014/main" id="{F47B81B0-A1AA-D8B1-9C82-11E734BB8430}"/>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68861225-B7AB-CDD3-29CE-2803C05578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A057B82E-442F-B547-3149-79A28C2D55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50888" indent="-287338">
              <a:spcBef>
                <a:spcPct val="30000"/>
              </a:spcBef>
              <a:defRPr sz="1200">
                <a:solidFill>
                  <a:schemeClr val="tx1"/>
                </a:solidFill>
                <a:latin typeface="Times New Roman" panose="02020603050405020304" pitchFamily="18" charset="0"/>
              </a:defRPr>
            </a:lvl2pPr>
            <a:lvl3pPr marL="1154113" indent="-230188">
              <a:spcBef>
                <a:spcPct val="30000"/>
              </a:spcBef>
              <a:defRPr sz="1200">
                <a:solidFill>
                  <a:schemeClr val="tx1"/>
                </a:solidFill>
                <a:latin typeface="Times New Roman" panose="02020603050405020304" pitchFamily="18" charset="0"/>
              </a:defRPr>
            </a:lvl3pPr>
            <a:lvl4pPr marL="1617663" indent="-230188">
              <a:spcBef>
                <a:spcPct val="30000"/>
              </a:spcBef>
              <a:defRPr sz="1200">
                <a:solidFill>
                  <a:schemeClr val="tx1"/>
                </a:solidFill>
                <a:latin typeface="Times New Roman" panose="02020603050405020304" pitchFamily="18" charset="0"/>
              </a:defRPr>
            </a:lvl4pPr>
            <a:lvl5pPr marL="2079625" indent="-230188">
              <a:spcBef>
                <a:spcPct val="30000"/>
              </a:spcBef>
              <a:defRPr sz="1200">
                <a:solidFill>
                  <a:schemeClr val="tx1"/>
                </a:solidFill>
                <a:latin typeface="Times New Roman" panose="02020603050405020304" pitchFamily="18" charset="0"/>
              </a:defRPr>
            </a:lvl5pPr>
            <a:lvl6pPr marL="2536825" indent="-230188"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94025" indent="-230188"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51225" indent="-230188"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908425" indent="-230188"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EBE2CC75-4D3C-435C-9665-48AA08CF9F8B}" type="slidenum">
              <a:rPr lang="en-US" altLang="en-US" smtClean="0"/>
              <a:pPr fontAlgn="base">
                <a:spcBef>
                  <a:spcPct val="0"/>
                </a:spcBef>
                <a:spcAft>
                  <a:spcPct val="0"/>
                </a:spcAft>
              </a:pPr>
              <a:t>50</a:t>
            </a:fld>
            <a:endParaRPr lang="en-US" altLang="en-US"/>
          </a:p>
        </p:txBody>
      </p:sp>
      <p:sp>
        <p:nvSpPr>
          <p:cNvPr id="80899" name="Rectangle 2">
            <a:extLst>
              <a:ext uri="{FF2B5EF4-FFF2-40B4-BE49-F238E27FC236}">
                <a16:creationId xmlns:a16="http://schemas.microsoft.com/office/drawing/2014/main" id="{27A996AB-496D-02D8-AB9F-9DC98C83E962}"/>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F46AA3C7-F3C5-55C6-0E5B-666B751272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EB0D79B7-D56D-AAA1-19B0-43F2541AA1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50888" indent="-287338">
              <a:spcBef>
                <a:spcPct val="30000"/>
              </a:spcBef>
              <a:defRPr sz="1200">
                <a:solidFill>
                  <a:schemeClr val="tx1"/>
                </a:solidFill>
                <a:latin typeface="Times New Roman" panose="02020603050405020304" pitchFamily="18" charset="0"/>
              </a:defRPr>
            </a:lvl2pPr>
            <a:lvl3pPr marL="1154113" indent="-230188">
              <a:spcBef>
                <a:spcPct val="30000"/>
              </a:spcBef>
              <a:defRPr sz="1200">
                <a:solidFill>
                  <a:schemeClr val="tx1"/>
                </a:solidFill>
                <a:latin typeface="Times New Roman" panose="02020603050405020304" pitchFamily="18" charset="0"/>
              </a:defRPr>
            </a:lvl3pPr>
            <a:lvl4pPr marL="1617663" indent="-230188">
              <a:spcBef>
                <a:spcPct val="30000"/>
              </a:spcBef>
              <a:defRPr sz="1200">
                <a:solidFill>
                  <a:schemeClr val="tx1"/>
                </a:solidFill>
                <a:latin typeface="Times New Roman" panose="02020603050405020304" pitchFamily="18" charset="0"/>
              </a:defRPr>
            </a:lvl4pPr>
            <a:lvl5pPr marL="2079625" indent="-230188">
              <a:spcBef>
                <a:spcPct val="30000"/>
              </a:spcBef>
              <a:defRPr sz="1200">
                <a:solidFill>
                  <a:schemeClr val="tx1"/>
                </a:solidFill>
                <a:latin typeface="Times New Roman" panose="02020603050405020304" pitchFamily="18" charset="0"/>
              </a:defRPr>
            </a:lvl5pPr>
            <a:lvl6pPr marL="2536825" indent="-230188"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94025" indent="-230188"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51225" indent="-230188"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908425" indent="-230188"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557FE183-FDCE-4755-BACA-A4A67510ECE7}" type="slidenum">
              <a:rPr lang="en-US" altLang="en-US" smtClean="0"/>
              <a:pPr fontAlgn="base">
                <a:spcBef>
                  <a:spcPct val="0"/>
                </a:spcBef>
                <a:spcAft>
                  <a:spcPct val="0"/>
                </a:spcAft>
              </a:pPr>
              <a:t>55</a:t>
            </a:fld>
            <a:endParaRPr lang="en-US" altLang="en-US"/>
          </a:p>
        </p:txBody>
      </p:sp>
      <p:sp>
        <p:nvSpPr>
          <p:cNvPr id="76803" name="Rectangle 2">
            <a:extLst>
              <a:ext uri="{FF2B5EF4-FFF2-40B4-BE49-F238E27FC236}">
                <a16:creationId xmlns:a16="http://schemas.microsoft.com/office/drawing/2014/main" id="{3D74CBEF-B506-BEAD-3F1C-7D1BA00132AB}"/>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E96507A8-8206-8135-C9B7-EBB4F1046D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7D490381-BD16-F7E2-590B-2924D295AA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50888" indent="-287338">
              <a:spcBef>
                <a:spcPct val="30000"/>
              </a:spcBef>
              <a:defRPr sz="1200">
                <a:solidFill>
                  <a:schemeClr val="tx1"/>
                </a:solidFill>
                <a:latin typeface="Times New Roman" panose="02020603050405020304" pitchFamily="18" charset="0"/>
              </a:defRPr>
            </a:lvl2pPr>
            <a:lvl3pPr marL="1154113" indent="-230188">
              <a:spcBef>
                <a:spcPct val="30000"/>
              </a:spcBef>
              <a:defRPr sz="1200">
                <a:solidFill>
                  <a:schemeClr val="tx1"/>
                </a:solidFill>
                <a:latin typeface="Times New Roman" panose="02020603050405020304" pitchFamily="18" charset="0"/>
              </a:defRPr>
            </a:lvl3pPr>
            <a:lvl4pPr marL="1617663" indent="-230188">
              <a:spcBef>
                <a:spcPct val="30000"/>
              </a:spcBef>
              <a:defRPr sz="1200">
                <a:solidFill>
                  <a:schemeClr val="tx1"/>
                </a:solidFill>
                <a:latin typeface="Times New Roman" panose="02020603050405020304" pitchFamily="18" charset="0"/>
              </a:defRPr>
            </a:lvl4pPr>
            <a:lvl5pPr marL="2079625" indent="-230188">
              <a:spcBef>
                <a:spcPct val="30000"/>
              </a:spcBef>
              <a:defRPr sz="1200">
                <a:solidFill>
                  <a:schemeClr val="tx1"/>
                </a:solidFill>
                <a:latin typeface="Times New Roman" panose="02020603050405020304" pitchFamily="18" charset="0"/>
              </a:defRPr>
            </a:lvl5pPr>
            <a:lvl6pPr marL="2536825" indent="-230188"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94025" indent="-230188"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51225" indent="-230188"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908425" indent="-230188"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473E9E88-B59D-472D-98E7-57ABC4793D79}" type="slidenum">
              <a:rPr lang="en-US" altLang="en-US" smtClean="0"/>
              <a:pPr fontAlgn="base">
                <a:spcBef>
                  <a:spcPct val="0"/>
                </a:spcBef>
                <a:spcAft>
                  <a:spcPct val="0"/>
                </a:spcAft>
              </a:pPr>
              <a:t>56</a:t>
            </a:fld>
            <a:endParaRPr lang="en-US" altLang="en-US"/>
          </a:p>
        </p:txBody>
      </p:sp>
      <p:sp>
        <p:nvSpPr>
          <p:cNvPr id="84995" name="Rectangle 2">
            <a:extLst>
              <a:ext uri="{FF2B5EF4-FFF2-40B4-BE49-F238E27FC236}">
                <a16:creationId xmlns:a16="http://schemas.microsoft.com/office/drawing/2014/main" id="{92AB1196-F7C8-1383-076C-B63AB2621B35}"/>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48D05CC1-B4F3-5757-5CB8-7A11499347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07C3EFBB-48EC-E667-5185-B52DEB610E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50888" indent="-287338">
              <a:spcBef>
                <a:spcPct val="30000"/>
              </a:spcBef>
              <a:defRPr sz="1200">
                <a:solidFill>
                  <a:schemeClr val="tx1"/>
                </a:solidFill>
                <a:latin typeface="Times New Roman" panose="02020603050405020304" pitchFamily="18" charset="0"/>
              </a:defRPr>
            </a:lvl2pPr>
            <a:lvl3pPr marL="1154113" indent="-230188">
              <a:spcBef>
                <a:spcPct val="30000"/>
              </a:spcBef>
              <a:defRPr sz="1200">
                <a:solidFill>
                  <a:schemeClr val="tx1"/>
                </a:solidFill>
                <a:latin typeface="Times New Roman" panose="02020603050405020304" pitchFamily="18" charset="0"/>
              </a:defRPr>
            </a:lvl3pPr>
            <a:lvl4pPr marL="1617663" indent="-230188">
              <a:spcBef>
                <a:spcPct val="30000"/>
              </a:spcBef>
              <a:defRPr sz="1200">
                <a:solidFill>
                  <a:schemeClr val="tx1"/>
                </a:solidFill>
                <a:latin typeface="Times New Roman" panose="02020603050405020304" pitchFamily="18" charset="0"/>
              </a:defRPr>
            </a:lvl4pPr>
            <a:lvl5pPr marL="2079625" indent="-230188">
              <a:spcBef>
                <a:spcPct val="30000"/>
              </a:spcBef>
              <a:defRPr sz="1200">
                <a:solidFill>
                  <a:schemeClr val="tx1"/>
                </a:solidFill>
                <a:latin typeface="Times New Roman" panose="02020603050405020304" pitchFamily="18" charset="0"/>
              </a:defRPr>
            </a:lvl5pPr>
            <a:lvl6pPr marL="2536825" indent="-230188"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94025" indent="-230188"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51225" indent="-230188"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908425" indent="-230188"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F5212227-F084-4415-A9A1-A496639B77E3}" type="slidenum">
              <a:rPr lang="en-US" altLang="en-US" smtClean="0"/>
              <a:pPr fontAlgn="base">
                <a:spcBef>
                  <a:spcPct val="0"/>
                </a:spcBef>
                <a:spcAft>
                  <a:spcPct val="0"/>
                </a:spcAft>
              </a:pPr>
              <a:t>57</a:t>
            </a:fld>
            <a:endParaRPr lang="en-US" altLang="en-US"/>
          </a:p>
        </p:txBody>
      </p:sp>
      <p:sp>
        <p:nvSpPr>
          <p:cNvPr id="87043" name="Rectangle 2">
            <a:extLst>
              <a:ext uri="{FF2B5EF4-FFF2-40B4-BE49-F238E27FC236}">
                <a16:creationId xmlns:a16="http://schemas.microsoft.com/office/drawing/2014/main" id="{6CC0572F-D9E8-DC18-B20B-99DEF8C65BDE}"/>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7A975AE3-9B1B-6D3F-ADE7-A4508B82F1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FB835A63-145B-E996-D227-E85D6270B2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50888" indent="-287338">
              <a:spcBef>
                <a:spcPct val="30000"/>
              </a:spcBef>
              <a:defRPr sz="1200">
                <a:solidFill>
                  <a:schemeClr val="tx1"/>
                </a:solidFill>
                <a:latin typeface="Times New Roman" panose="02020603050405020304" pitchFamily="18" charset="0"/>
              </a:defRPr>
            </a:lvl2pPr>
            <a:lvl3pPr marL="1154113" indent="-230188">
              <a:spcBef>
                <a:spcPct val="30000"/>
              </a:spcBef>
              <a:defRPr sz="1200">
                <a:solidFill>
                  <a:schemeClr val="tx1"/>
                </a:solidFill>
                <a:latin typeface="Times New Roman" panose="02020603050405020304" pitchFamily="18" charset="0"/>
              </a:defRPr>
            </a:lvl3pPr>
            <a:lvl4pPr marL="1617663" indent="-230188">
              <a:spcBef>
                <a:spcPct val="30000"/>
              </a:spcBef>
              <a:defRPr sz="1200">
                <a:solidFill>
                  <a:schemeClr val="tx1"/>
                </a:solidFill>
                <a:latin typeface="Times New Roman" panose="02020603050405020304" pitchFamily="18" charset="0"/>
              </a:defRPr>
            </a:lvl4pPr>
            <a:lvl5pPr marL="2079625" indent="-230188">
              <a:spcBef>
                <a:spcPct val="30000"/>
              </a:spcBef>
              <a:defRPr sz="1200">
                <a:solidFill>
                  <a:schemeClr val="tx1"/>
                </a:solidFill>
                <a:latin typeface="Times New Roman" panose="02020603050405020304" pitchFamily="18" charset="0"/>
              </a:defRPr>
            </a:lvl5pPr>
            <a:lvl6pPr marL="2536825" indent="-230188"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94025" indent="-230188"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51225" indent="-230188"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908425" indent="-230188"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41541F44-54E0-483D-A6FB-9C86B18CF53C}" type="slidenum">
              <a:rPr lang="en-US" altLang="en-US" smtClean="0"/>
              <a:pPr fontAlgn="base">
                <a:spcBef>
                  <a:spcPct val="0"/>
                </a:spcBef>
                <a:spcAft>
                  <a:spcPct val="0"/>
                </a:spcAft>
              </a:pPr>
              <a:t>58</a:t>
            </a:fld>
            <a:endParaRPr lang="en-US" altLang="en-US"/>
          </a:p>
        </p:txBody>
      </p:sp>
      <p:sp>
        <p:nvSpPr>
          <p:cNvPr id="89091" name="Rectangle 2">
            <a:extLst>
              <a:ext uri="{FF2B5EF4-FFF2-40B4-BE49-F238E27FC236}">
                <a16:creationId xmlns:a16="http://schemas.microsoft.com/office/drawing/2014/main" id="{05C46713-699A-6DFB-B5B8-F22E5EB9842F}"/>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BA544CAB-C285-06E5-083E-3DBF98B011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2DFE2AD0-77AE-2D6A-75F9-2491D809DD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50888" indent="-287338">
              <a:spcBef>
                <a:spcPct val="30000"/>
              </a:spcBef>
              <a:defRPr sz="1200">
                <a:solidFill>
                  <a:schemeClr val="tx1"/>
                </a:solidFill>
                <a:latin typeface="Times New Roman" panose="02020603050405020304" pitchFamily="18" charset="0"/>
              </a:defRPr>
            </a:lvl2pPr>
            <a:lvl3pPr marL="1154113" indent="-230188">
              <a:spcBef>
                <a:spcPct val="30000"/>
              </a:spcBef>
              <a:defRPr sz="1200">
                <a:solidFill>
                  <a:schemeClr val="tx1"/>
                </a:solidFill>
                <a:latin typeface="Times New Roman" panose="02020603050405020304" pitchFamily="18" charset="0"/>
              </a:defRPr>
            </a:lvl3pPr>
            <a:lvl4pPr marL="1617663" indent="-230188">
              <a:spcBef>
                <a:spcPct val="30000"/>
              </a:spcBef>
              <a:defRPr sz="1200">
                <a:solidFill>
                  <a:schemeClr val="tx1"/>
                </a:solidFill>
                <a:latin typeface="Times New Roman" panose="02020603050405020304" pitchFamily="18" charset="0"/>
              </a:defRPr>
            </a:lvl4pPr>
            <a:lvl5pPr marL="2079625" indent="-230188">
              <a:spcBef>
                <a:spcPct val="30000"/>
              </a:spcBef>
              <a:defRPr sz="1200">
                <a:solidFill>
                  <a:schemeClr val="tx1"/>
                </a:solidFill>
                <a:latin typeface="Times New Roman" panose="02020603050405020304" pitchFamily="18" charset="0"/>
              </a:defRPr>
            </a:lvl5pPr>
            <a:lvl6pPr marL="2536825" indent="-230188"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94025" indent="-230188"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51225" indent="-230188"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908425" indent="-230188"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2D1DCD6D-9352-46CF-BC56-52C8F7D9A7B7}" type="slidenum">
              <a:rPr lang="en-US" altLang="en-US" smtClean="0"/>
              <a:pPr fontAlgn="base">
                <a:spcBef>
                  <a:spcPct val="0"/>
                </a:spcBef>
                <a:spcAft>
                  <a:spcPct val="0"/>
                </a:spcAft>
              </a:pPr>
              <a:t>59</a:t>
            </a:fld>
            <a:endParaRPr lang="en-US" altLang="en-US"/>
          </a:p>
        </p:txBody>
      </p:sp>
      <p:sp>
        <p:nvSpPr>
          <p:cNvPr id="91139" name="Rectangle 2">
            <a:extLst>
              <a:ext uri="{FF2B5EF4-FFF2-40B4-BE49-F238E27FC236}">
                <a16:creationId xmlns:a16="http://schemas.microsoft.com/office/drawing/2014/main" id="{CBB46978-46C1-3AB4-B983-FC8316F486EA}"/>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506EEB31-78E6-4E2D-3DF3-4138ED9215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67D48760-BE39-43AA-59AC-E5AD943CE6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50888" indent="-287338">
              <a:spcBef>
                <a:spcPct val="30000"/>
              </a:spcBef>
              <a:defRPr sz="1200">
                <a:solidFill>
                  <a:schemeClr val="tx1"/>
                </a:solidFill>
                <a:latin typeface="Times New Roman" panose="02020603050405020304" pitchFamily="18" charset="0"/>
              </a:defRPr>
            </a:lvl2pPr>
            <a:lvl3pPr marL="1154113" indent="-230188">
              <a:spcBef>
                <a:spcPct val="30000"/>
              </a:spcBef>
              <a:defRPr sz="1200">
                <a:solidFill>
                  <a:schemeClr val="tx1"/>
                </a:solidFill>
                <a:latin typeface="Times New Roman" panose="02020603050405020304" pitchFamily="18" charset="0"/>
              </a:defRPr>
            </a:lvl3pPr>
            <a:lvl4pPr marL="1617663" indent="-230188">
              <a:spcBef>
                <a:spcPct val="30000"/>
              </a:spcBef>
              <a:defRPr sz="1200">
                <a:solidFill>
                  <a:schemeClr val="tx1"/>
                </a:solidFill>
                <a:latin typeface="Times New Roman" panose="02020603050405020304" pitchFamily="18" charset="0"/>
              </a:defRPr>
            </a:lvl4pPr>
            <a:lvl5pPr marL="2079625" indent="-230188">
              <a:spcBef>
                <a:spcPct val="30000"/>
              </a:spcBef>
              <a:defRPr sz="1200">
                <a:solidFill>
                  <a:schemeClr val="tx1"/>
                </a:solidFill>
                <a:latin typeface="Times New Roman" panose="02020603050405020304" pitchFamily="18" charset="0"/>
              </a:defRPr>
            </a:lvl5pPr>
            <a:lvl6pPr marL="2536825" indent="-230188"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94025" indent="-230188"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51225" indent="-230188"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908425" indent="-230188"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CA0140A8-ECB7-4025-B22F-A387DDE7E5F9}" type="slidenum">
              <a:rPr lang="en-US" altLang="en-US" smtClean="0"/>
              <a:pPr fontAlgn="base">
                <a:spcBef>
                  <a:spcPct val="0"/>
                </a:spcBef>
                <a:spcAft>
                  <a:spcPct val="0"/>
                </a:spcAft>
              </a:pPr>
              <a:t>61</a:t>
            </a:fld>
            <a:endParaRPr lang="en-US" altLang="en-US"/>
          </a:p>
        </p:txBody>
      </p:sp>
      <p:sp>
        <p:nvSpPr>
          <p:cNvPr id="96259" name="Rectangle 2">
            <a:extLst>
              <a:ext uri="{FF2B5EF4-FFF2-40B4-BE49-F238E27FC236}">
                <a16:creationId xmlns:a16="http://schemas.microsoft.com/office/drawing/2014/main" id="{9E29930C-4ADD-5A8B-172A-B1F2BF7E6B2E}"/>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676FB757-FD73-9998-5181-74625A430F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F980E406-28C8-C4CD-3DE5-969341AA90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50888" indent="-287338">
              <a:spcBef>
                <a:spcPct val="30000"/>
              </a:spcBef>
              <a:defRPr sz="1200">
                <a:solidFill>
                  <a:schemeClr val="tx1"/>
                </a:solidFill>
                <a:latin typeface="Times New Roman" panose="02020603050405020304" pitchFamily="18" charset="0"/>
              </a:defRPr>
            </a:lvl2pPr>
            <a:lvl3pPr marL="1154113" indent="-230188">
              <a:spcBef>
                <a:spcPct val="30000"/>
              </a:spcBef>
              <a:defRPr sz="1200">
                <a:solidFill>
                  <a:schemeClr val="tx1"/>
                </a:solidFill>
                <a:latin typeface="Times New Roman" panose="02020603050405020304" pitchFamily="18" charset="0"/>
              </a:defRPr>
            </a:lvl3pPr>
            <a:lvl4pPr marL="1617663" indent="-230188">
              <a:spcBef>
                <a:spcPct val="30000"/>
              </a:spcBef>
              <a:defRPr sz="1200">
                <a:solidFill>
                  <a:schemeClr val="tx1"/>
                </a:solidFill>
                <a:latin typeface="Times New Roman" panose="02020603050405020304" pitchFamily="18" charset="0"/>
              </a:defRPr>
            </a:lvl4pPr>
            <a:lvl5pPr marL="2079625" indent="-230188">
              <a:spcBef>
                <a:spcPct val="30000"/>
              </a:spcBef>
              <a:defRPr sz="1200">
                <a:solidFill>
                  <a:schemeClr val="tx1"/>
                </a:solidFill>
                <a:latin typeface="Times New Roman" panose="02020603050405020304" pitchFamily="18" charset="0"/>
              </a:defRPr>
            </a:lvl5pPr>
            <a:lvl6pPr marL="2536825" indent="-230188"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94025" indent="-230188"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51225" indent="-230188"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908425" indent="-230188"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2EB916D6-FB37-42B6-A757-DFD477A52517}" type="slidenum">
              <a:rPr lang="en-US" altLang="en-US" smtClean="0"/>
              <a:pPr fontAlgn="base">
                <a:spcBef>
                  <a:spcPct val="0"/>
                </a:spcBef>
                <a:spcAft>
                  <a:spcPct val="0"/>
                </a:spcAft>
              </a:pPr>
              <a:t>63</a:t>
            </a:fld>
            <a:endParaRPr lang="en-US" altLang="en-US"/>
          </a:p>
        </p:txBody>
      </p:sp>
      <p:sp>
        <p:nvSpPr>
          <p:cNvPr id="103427" name="Rectangle 2">
            <a:extLst>
              <a:ext uri="{FF2B5EF4-FFF2-40B4-BE49-F238E27FC236}">
                <a16:creationId xmlns:a16="http://schemas.microsoft.com/office/drawing/2014/main" id="{D9941C7D-7157-D29E-3EED-0461A52986D0}"/>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26035C9E-2C66-DDED-4BAC-14BD968D17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CD662-C162-932E-8D70-A89F08EB9BEB}"/>
            </a:ext>
          </a:extLst>
        </p:cNvPr>
        <p:cNvGrpSpPr/>
        <p:nvPr/>
      </p:nvGrpSpPr>
      <p:grpSpPr>
        <a:xfrm>
          <a:off x="0" y="0"/>
          <a:ext cx="0" cy="0"/>
          <a:chOff x="0" y="0"/>
          <a:chExt cx="0" cy="0"/>
        </a:xfrm>
      </p:grpSpPr>
      <p:sp>
        <p:nvSpPr>
          <p:cNvPr id="107522" name="Rectangle 7">
            <a:extLst>
              <a:ext uri="{FF2B5EF4-FFF2-40B4-BE49-F238E27FC236}">
                <a16:creationId xmlns:a16="http://schemas.microsoft.com/office/drawing/2014/main" id="{3DE69C15-2BDA-45E2-4327-007B83B0AE2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50888" indent="-287338">
              <a:spcBef>
                <a:spcPct val="30000"/>
              </a:spcBef>
              <a:defRPr sz="1200">
                <a:solidFill>
                  <a:schemeClr val="tx1"/>
                </a:solidFill>
                <a:latin typeface="Times New Roman" panose="02020603050405020304" pitchFamily="18" charset="0"/>
              </a:defRPr>
            </a:lvl2pPr>
            <a:lvl3pPr marL="1154113" indent="-230188">
              <a:spcBef>
                <a:spcPct val="30000"/>
              </a:spcBef>
              <a:defRPr sz="1200">
                <a:solidFill>
                  <a:schemeClr val="tx1"/>
                </a:solidFill>
                <a:latin typeface="Times New Roman" panose="02020603050405020304" pitchFamily="18" charset="0"/>
              </a:defRPr>
            </a:lvl3pPr>
            <a:lvl4pPr marL="1617663" indent="-230188">
              <a:spcBef>
                <a:spcPct val="30000"/>
              </a:spcBef>
              <a:defRPr sz="1200">
                <a:solidFill>
                  <a:schemeClr val="tx1"/>
                </a:solidFill>
                <a:latin typeface="Times New Roman" panose="02020603050405020304" pitchFamily="18" charset="0"/>
              </a:defRPr>
            </a:lvl4pPr>
            <a:lvl5pPr marL="2079625" indent="-230188">
              <a:spcBef>
                <a:spcPct val="30000"/>
              </a:spcBef>
              <a:defRPr sz="1200">
                <a:solidFill>
                  <a:schemeClr val="tx1"/>
                </a:solidFill>
                <a:latin typeface="Times New Roman" panose="02020603050405020304" pitchFamily="18" charset="0"/>
              </a:defRPr>
            </a:lvl5pPr>
            <a:lvl6pPr marL="2536825" indent="-230188" defTabSz="457200" eaLnBrk="0" fontAlgn="base" hangingPunct="0">
              <a:spcBef>
                <a:spcPct val="30000"/>
              </a:spcBef>
              <a:spcAft>
                <a:spcPct val="0"/>
              </a:spcAft>
              <a:defRPr sz="1200">
                <a:solidFill>
                  <a:schemeClr val="tx1"/>
                </a:solidFill>
                <a:latin typeface="Times New Roman" panose="02020603050405020304" pitchFamily="18" charset="0"/>
              </a:defRPr>
            </a:lvl6pPr>
            <a:lvl7pPr marL="2994025" indent="-230188" defTabSz="457200" eaLnBrk="0" fontAlgn="base" hangingPunct="0">
              <a:spcBef>
                <a:spcPct val="30000"/>
              </a:spcBef>
              <a:spcAft>
                <a:spcPct val="0"/>
              </a:spcAft>
              <a:defRPr sz="1200">
                <a:solidFill>
                  <a:schemeClr val="tx1"/>
                </a:solidFill>
                <a:latin typeface="Times New Roman" panose="02020603050405020304" pitchFamily="18" charset="0"/>
              </a:defRPr>
            </a:lvl7pPr>
            <a:lvl8pPr marL="3451225" indent="-230188" defTabSz="457200" eaLnBrk="0" fontAlgn="base" hangingPunct="0">
              <a:spcBef>
                <a:spcPct val="30000"/>
              </a:spcBef>
              <a:spcAft>
                <a:spcPct val="0"/>
              </a:spcAft>
              <a:defRPr sz="1200">
                <a:solidFill>
                  <a:schemeClr val="tx1"/>
                </a:solidFill>
                <a:latin typeface="Times New Roman" panose="02020603050405020304" pitchFamily="18" charset="0"/>
              </a:defRPr>
            </a:lvl8pPr>
            <a:lvl9pPr marL="3908425" indent="-230188" defTabSz="457200" eaLnBrk="0" fontAlgn="base" hangingPunct="0">
              <a:spcBef>
                <a:spcPct val="30000"/>
              </a:spcBef>
              <a:spcAft>
                <a:spcPct val="0"/>
              </a:spcAft>
              <a:defRPr sz="1200">
                <a:solidFill>
                  <a:schemeClr val="tx1"/>
                </a:solidFill>
                <a:latin typeface="Times New Roman" panose="02020603050405020304" pitchFamily="18" charset="0"/>
              </a:defRPr>
            </a:lvl9pPr>
          </a:lstStyle>
          <a:p>
            <a:pPr fontAlgn="base">
              <a:spcBef>
                <a:spcPct val="0"/>
              </a:spcBef>
              <a:spcAft>
                <a:spcPct val="0"/>
              </a:spcAft>
            </a:pPr>
            <a:fld id="{709C1E4A-EC66-4A7F-A650-EB79E09874E2}" type="slidenum">
              <a:rPr lang="en-US" altLang="en-US" smtClean="0"/>
              <a:pPr fontAlgn="base">
                <a:spcBef>
                  <a:spcPct val="0"/>
                </a:spcBef>
                <a:spcAft>
                  <a:spcPct val="0"/>
                </a:spcAft>
              </a:pPr>
              <a:t>66</a:t>
            </a:fld>
            <a:endParaRPr lang="en-US" altLang="en-US"/>
          </a:p>
        </p:txBody>
      </p:sp>
      <p:sp>
        <p:nvSpPr>
          <p:cNvPr id="107523" name="Rectangle 2">
            <a:extLst>
              <a:ext uri="{FF2B5EF4-FFF2-40B4-BE49-F238E27FC236}">
                <a16:creationId xmlns:a16="http://schemas.microsoft.com/office/drawing/2014/main" id="{6E7B5388-8482-19B0-2B7F-0E854ED4D5C1}"/>
              </a:ext>
            </a:extLst>
          </p:cNvPr>
          <p:cNvSpPr>
            <a:spLocks noGrp="1" noRot="1" noChangeAspect="1" noChangeArrowheads="1" noTextEdit="1"/>
          </p:cNvSpPr>
          <p:nvPr>
            <p:ph type="sldImg"/>
          </p:nvPr>
        </p:nvSpPr>
        <p:spPr>
          <a:ln/>
        </p:spPr>
      </p:sp>
      <p:sp>
        <p:nvSpPr>
          <p:cNvPr id="107524" name="Rectangle 3">
            <a:extLst>
              <a:ext uri="{FF2B5EF4-FFF2-40B4-BE49-F238E27FC236}">
                <a16:creationId xmlns:a16="http://schemas.microsoft.com/office/drawing/2014/main" id="{794B1BD5-6107-2EB7-4E16-B792498290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41705339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962BC-462A-42F9-B73F-D3743682A1C1}"/>
              </a:ext>
            </a:extLst>
          </p:cNvPr>
          <p:cNvSpPr>
            <a:spLocks noGrp="1"/>
          </p:cNvSpPr>
          <p:nvPr>
            <p:ph type="ctrTitle"/>
          </p:nvPr>
        </p:nvSpPr>
        <p:spPr>
          <a:xfrm>
            <a:off x="2550017" y="3671175"/>
            <a:ext cx="7057622" cy="1986365"/>
          </a:xfrm>
        </p:spPr>
        <p:txBody>
          <a:bodyPr anchor="ctr">
            <a:noAutofit/>
          </a:bodyPr>
          <a:lstStyle>
            <a:lvl1pPr algn="ctr">
              <a:defRPr sz="4000">
                <a:effectLst>
                  <a:outerShdw blurRad="38100" dist="38100" dir="2700000" algn="tl">
                    <a:srgbClr val="000000">
                      <a:alpha val="43137"/>
                    </a:srgbClr>
                  </a:outerShdw>
                </a:effectLst>
                <a:latin typeface="Aptos SemiBold" panose="020B0004020202020204" pitchFamily="34" charset="0"/>
                <a:cs typeface="Aharoni" panose="02010803020104030203" pitchFamily="2" charset="-79"/>
              </a:defRPr>
            </a:lvl1pPr>
          </a:lstStyle>
          <a:p>
            <a:r>
              <a:rPr lang="en-US"/>
              <a:t>Click to edit Master title style</a:t>
            </a:r>
            <a:endParaRPr lang="en-US" dirty="0"/>
          </a:p>
        </p:txBody>
      </p:sp>
    </p:spTree>
    <p:extLst>
      <p:ext uri="{BB962C8B-B14F-4D97-AF65-F5344CB8AC3E}">
        <p14:creationId xmlns:p14="http://schemas.microsoft.com/office/powerpoint/2010/main" val="154204232"/>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72F27-3496-4754-91B9-507F6691428F}"/>
              </a:ext>
            </a:extLst>
          </p:cNvPr>
          <p:cNvSpPr>
            <a:spLocks noGrp="1"/>
          </p:cNvSpPr>
          <p:nvPr>
            <p:ph type="title"/>
          </p:nvPr>
        </p:nvSpPr>
        <p:spPr>
          <a:xfrm>
            <a:off x="435429" y="420572"/>
            <a:ext cx="10408582" cy="647121"/>
          </a:xfrm>
        </p:spPr>
        <p:txBody>
          <a:bodyPr/>
          <a:lstStyle>
            <a:lvl1pPr>
              <a:defRPr>
                <a:latin typeface="Aptos ExtraBold" panose="020F050202020403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11160A1C-BA12-4808-9DE6-233A93972312}"/>
              </a:ext>
            </a:extLst>
          </p:cNvPr>
          <p:cNvSpPr>
            <a:spLocks noGrp="1"/>
          </p:cNvSpPr>
          <p:nvPr>
            <p:ph idx="1"/>
          </p:nvPr>
        </p:nvSpPr>
        <p:spPr>
          <a:xfrm>
            <a:off x="435430" y="1436914"/>
            <a:ext cx="11306806" cy="4513125"/>
          </a:xfrm>
        </p:spPr>
        <p:txBody>
          <a:bodyPr>
            <a:normAutofit/>
          </a:bodyPr>
          <a:lstStyle>
            <a:lvl1pPr>
              <a:defRPr sz="2800">
                <a:latin typeface="Aptos Display" panose="020B0004020202020204" pitchFamily="34" charset="0"/>
              </a:defRPr>
            </a:lvl1pPr>
            <a:lvl2pPr>
              <a:defRPr sz="2400">
                <a:latin typeface="Aptos Display" panose="020B0004020202020204" pitchFamily="34" charset="0"/>
              </a:defRPr>
            </a:lvl2pPr>
            <a:lvl3pPr>
              <a:defRPr sz="2000">
                <a:latin typeface="Aptos Display" panose="020B0004020202020204" pitchFamily="34" charset="0"/>
              </a:defRPr>
            </a:lvl3pPr>
            <a:lvl4pPr>
              <a:defRPr sz="1800">
                <a:latin typeface="Aptos Display" panose="020B0004020202020204" pitchFamily="34" charset="0"/>
              </a:defRPr>
            </a:lvl4pPr>
            <a:lvl5pPr>
              <a:defRPr sz="1800">
                <a:latin typeface="Aptos Display"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3FE38D8-9B50-42CC-A42A-9249263E972C}"/>
              </a:ext>
            </a:extLst>
          </p:cNvPr>
          <p:cNvSpPr>
            <a:spLocks noGrp="1"/>
          </p:cNvSpPr>
          <p:nvPr>
            <p:ph type="sldNum" sz="quarter" idx="12"/>
          </p:nvPr>
        </p:nvSpPr>
        <p:spPr>
          <a:xfrm>
            <a:off x="11523612" y="6432265"/>
            <a:ext cx="580572" cy="365125"/>
          </a:xfrm>
          <a:prstGeom prst="rect">
            <a:avLst/>
          </a:prstGeom>
        </p:spPr>
        <p:txBody>
          <a:bodyPr/>
          <a:lstStyle>
            <a:lvl1pPr>
              <a:defRPr sz="2400"/>
            </a:lvl1pPr>
          </a:lstStyle>
          <a:p>
            <a:pPr>
              <a:defRPr/>
            </a:pPr>
            <a:fld id="{A3ACB5C1-21FF-4B0B-93FC-A7F2195E8F7F}" type="slidenum">
              <a:rPr lang="en-US" altLang="en-US" smtClean="0"/>
              <a:pPr>
                <a:defRPr/>
              </a:pPr>
              <a:t>‹#›</a:t>
            </a:fld>
            <a:endParaRPr lang="en-US" altLang="en-US" sz="2000"/>
          </a:p>
        </p:txBody>
      </p:sp>
    </p:spTree>
    <p:extLst>
      <p:ext uri="{BB962C8B-B14F-4D97-AF65-F5344CB8AC3E}">
        <p14:creationId xmlns:p14="http://schemas.microsoft.com/office/powerpoint/2010/main" val="977393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BEB3F-5F73-4815-9896-0376C4C2CA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6210FB9-6695-4D07-8FEE-75238A015F4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9F6E1B-9D10-494E-BFB7-FB936E4CBED8}"/>
              </a:ext>
            </a:extLst>
          </p:cNvPr>
          <p:cNvSpPr>
            <a:spLocks noGrp="1"/>
          </p:cNvSpPr>
          <p:nvPr>
            <p:ph type="dt" sz="half" idx="10"/>
          </p:nvPr>
        </p:nvSpPr>
        <p:spPr>
          <a:xfrm>
            <a:off x="838200" y="6356350"/>
            <a:ext cx="2743200" cy="365125"/>
          </a:xfrm>
          <a:prstGeom prst="rect">
            <a:avLst/>
          </a:prstGeom>
        </p:spPr>
        <p:txBody>
          <a:bodyPr/>
          <a:lstStyle/>
          <a:p>
            <a:pPr>
              <a:defRPr/>
            </a:pPr>
            <a:fld id="{E7EBC396-F48F-4039-A8D7-29996DA51384}" type="datetimeFigureOut">
              <a:rPr lang="en-US" smtClean="0"/>
              <a:pPr>
                <a:defRPr/>
              </a:pPr>
              <a:t>10/29/2025</a:t>
            </a:fld>
            <a:endParaRPr lang="en-US" dirty="0"/>
          </a:p>
        </p:txBody>
      </p:sp>
      <p:sp>
        <p:nvSpPr>
          <p:cNvPr id="5" name="Footer Placeholder 4">
            <a:extLst>
              <a:ext uri="{FF2B5EF4-FFF2-40B4-BE49-F238E27FC236}">
                <a16:creationId xmlns:a16="http://schemas.microsoft.com/office/drawing/2014/main" id="{706E84DA-F05B-4190-B1EE-66F5ADC90E8A}"/>
              </a:ext>
            </a:extLst>
          </p:cNvPr>
          <p:cNvSpPr>
            <a:spLocks noGrp="1"/>
          </p:cNvSpPr>
          <p:nvPr>
            <p:ph type="ftr" sz="quarter" idx="11"/>
          </p:nvPr>
        </p:nvSpPr>
        <p:spPr>
          <a:xfrm>
            <a:off x="4038600" y="6356350"/>
            <a:ext cx="4114800" cy="365125"/>
          </a:xfrm>
          <a:prstGeom prst="rect">
            <a:avLst/>
          </a:prstGeom>
        </p:spPr>
        <p:txBody>
          <a:bodyPr/>
          <a:lstStyle/>
          <a:p>
            <a:pPr>
              <a:defRPr/>
            </a:pPr>
            <a:r>
              <a:rPr lang="en-US"/>
              <a:t>Ethics in Information Technology, Fourth Edition</a:t>
            </a:r>
            <a:endParaRPr lang="en-US" sz="1800"/>
          </a:p>
        </p:txBody>
      </p:sp>
      <p:sp>
        <p:nvSpPr>
          <p:cNvPr id="6" name="Slide Number Placeholder 5">
            <a:extLst>
              <a:ext uri="{FF2B5EF4-FFF2-40B4-BE49-F238E27FC236}">
                <a16:creationId xmlns:a16="http://schemas.microsoft.com/office/drawing/2014/main" id="{80B8989E-3674-4DEF-AB00-C7F6C9754237}"/>
              </a:ext>
            </a:extLst>
          </p:cNvPr>
          <p:cNvSpPr>
            <a:spLocks noGrp="1"/>
          </p:cNvSpPr>
          <p:nvPr>
            <p:ph type="sldNum" sz="quarter" idx="12"/>
          </p:nvPr>
        </p:nvSpPr>
        <p:spPr>
          <a:xfrm>
            <a:off x="11384109" y="6335067"/>
            <a:ext cx="580572" cy="365125"/>
          </a:xfrm>
          <a:prstGeom prst="rect">
            <a:avLst/>
          </a:prstGeom>
        </p:spPr>
        <p:txBody>
          <a:bodyPr/>
          <a:lstStyle/>
          <a:p>
            <a:pPr>
              <a:defRPr/>
            </a:pPr>
            <a:fld id="{1DD8137B-04F5-4369-BE02-8ED737E18F5E}" type="slidenum">
              <a:rPr lang="en-US" altLang="en-US" smtClean="0"/>
              <a:pPr>
                <a:defRPr/>
              </a:pPr>
              <a:t>‹#›</a:t>
            </a:fld>
            <a:endParaRPr lang="en-US" altLang="en-US" sz="2000"/>
          </a:p>
        </p:txBody>
      </p:sp>
    </p:spTree>
    <p:extLst>
      <p:ext uri="{BB962C8B-B14F-4D97-AF65-F5344CB8AC3E}">
        <p14:creationId xmlns:p14="http://schemas.microsoft.com/office/powerpoint/2010/main" val="2014601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C04A1-EBE4-4BD8-A11C-AC2C95935A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BFA660-B1CB-47F6-92C2-1C4F1B4D43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775A469-BD0A-4BB3-813B-E3731977BE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04BCC9C-88C4-4DF3-82DB-2D8E7CA04FDE}"/>
              </a:ext>
            </a:extLst>
          </p:cNvPr>
          <p:cNvSpPr>
            <a:spLocks noGrp="1"/>
          </p:cNvSpPr>
          <p:nvPr>
            <p:ph type="dt" sz="half" idx="10"/>
          </p:nvPr>
        </p:nvSpPr>
        <p:spPr>
          <a:xfrm>
            <a:off x="838200" y="6356350"/>
            <a:ext cx="2743200" cy="365125"/>
          </a:xfrm>
          <a:prstGeom prst="rect">
            <a:avLst/>
          </a:prstGeom>
        </p:spPr>
        <p:txBody>
          <a:bodyPr/>
          <a:lstStyle/>
          <a:p>
            <a:pPr>
              <a:defRPr/>
            </a:pPr>
            <a:fld id="{9C2DA592-F22D-4609-B5FC-92F1CE945F8F}" type="datetimeFigureOut">
              <a:rPr lang="en-US" smtClean="0"/>
              <a:pPr>
                <a:defRPr/>
              </a:pPr>
              <a:t>10/29/2025</a:t>
            </a:fld>
            <a:endParaRPr lang="en-US" dirty="0"/>
          </a:p>
        </p:txBody>
      </p:sp>
      <p:sp>
        <p:nvSpPr>
          <p:cNvPr id="6" name="Footer Placeholder 5">
            <a:extLst>
              <a:ext uri="{FF2B5EF4-FFF2-40B4-BE49-F238E27FC236}">
                <a16:creationId xmlns:a16="http://schemas.microsoft.com/office/drawing/2014/main" id="{A17FEFA5-CCD9-4EC3-AC35-8C669990A710}"/>
              </a:ext>
            </a:extLst>
          </p:cNvPr>
          <p:cNvSpPr>
            <a:spLocks noGrp="1"/>
          </p:cNvSpPr>
          <p:nvPr>
            <p:ph type="ftr" sz="quarter" idx="11"/>
          </p:nvPr>
        </p:nvSpPr>
        <p:spPr>
          <a:xfrm>
            <a:off x="4038600" y="6356350"/>
            <a:ext cx="4114800" cy="365125"/>
          </a:xfrm>
          <a:prstGeom prst="rect">
            <a:avLst/>
          </a:prstGeom>
        </p:spPr>
        <p:txBody>
          <a:bodyPr/>
          <a:lstStyle/>
          <a:p>
            <a:pPr>
              <a:defRPr/>
            </a:pPr>
            <a:r>
              <a:rPr lang="en-US"/>
              <a:t>Ethics in Information Technology, Fourth Edition</a:t>
            </a:r>
            <a:endParaRPr lang="en-US" sz="1800"/>
          </a:p>
        </p:txBody>
      </p:sp>
      <p:sp>
        <p:nvSpPr>
          <p:cNvPr id="7" name="Slide Number Placeholder 6">
            <a:extLst>
              <a:ext uri="{FF2B5EF4-FFF2-40B4-BE49-F238E27FC236}">
                <a16:creationId xmlns:a16="http://schemas.microsoft.com/office/drawing/2014/main" id="{CF1E1DC6-2D35-43CA-ACA5-1A024ACB5844}"/>
              </a:ext>
            </a:extLst>
          </p:cNvPr>
          <p:cNvSpPr>
            <a:spLocks noGrp="1"/>
          </p:cNvSpPr>
          <p:nvPr>
            <p:ph type="sldNum" sz="quarter" idx="12"/>
          </p:nvPr>
        </p:nvSpPr>
        <p:spPr>
          <a:xfrm>
            <a:off x="11384109" y="6335067"/>
            <a:ext cx="580572" cy="365125"/>
          </a:xfrm>
          <a:prstGeom prst="rect">
            <a:avLst/>
          </a:prstGeom>
        </p:spPr>
        <p:txBody>
          <a:bodyPr/>
          <a:lstStyle/>
          <a:p>
            <a:pPr>
              <a:defRPr/>
            </a:pPr>
            <a:fld id="{E4D4023D-5EE8-4C96-ABA6-85B334D7C5FB}" type="slidenum">
              <a:rPr lang="en-US" altLang="en-US" smtClean="0"/>
              <a:pPr>
                <a:defRPr/>
              </a:pPr>
              <a:t>‹#›</a:t>
            </a:fld>
            <a:endParaRPr lang="en-US" altLang="en-US" sz="2000"/>
          </a:p>
        </p:txBody>
      </p:sp>
    </p:spTree>
    <p:extLst>
      <p:ext uri="{BB962C8B-B14F-4D97-AF65-F5344CB8AC3E}">
        <p14:creationId xmlns:p14="http://schemas.microsoft.com/office/powerpoint/2010/main" val="3068236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F3A15-DA8D-471E-B89A-153643C4A6F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97D9D3-A37E-4B52-BC6F-D7BAFBC745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31166E-AD59-408F-93DB-8530716D53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F8FB136-139C-421A-8D88-4A5DC079C8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A4F0033-4FFD-4AD8-9BED-E8CAAD7F3B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65AED5-A462-4DF9-B205-50444DDE6F5C}"/>
              </a:ext>
            </a:extLst>
          </p:cNvPr>
          <p:cNvSpPr>
            <a:spLocks noGrp="1"/>
          </p:cNvSpPr>
          <p:nvPr>
            <p:ph type="dt" sz="half" idx="10"/>
          </p:nvPr>
        </p:nvSpPr>
        <p:spPr>
          <a:xfrm>
            <a:off x="838200" y="6356350"/>
            <a:ext cx="2743200" cy="365125"/>
          </a:xfrm>
          <a:prstGeom prst="rect">
            <a:avLst/>
          </a:prstGeom>
        </p:spPr>
        <p:txBody>
          <a:bodyPr/>
          <a:lstStyle/>
          <a:p>
            <a:pPr>
              <a:defRPr/>
            </a:pPr>
            <a:fld id="{09FF13E0-2307-4F12-8682-CB5E42E2F351}" type="datetimeFigureOut">
              <a:rPr lang="en-US" smtClean="0"/>
              <a:pPr>
                <a:defRPr/>
              </a:pPr>
              <a:t>10/29/2025</a:t>
            </a:fld>
            <a:endParaRPr lang="en-US" dirty="0"/>
          </a:p>
        </p:txBody>
      </p:sp>
      <p:sp>
        <p:nvSpPr>
          <p:cNvPr id="8" name="Footer Placeholder 7">
            <a:extLst>
              <a:ext uri="{FF2B5EF4-FFF2-40B4-BE49-F238E27FC236}">
                <a16:creationId xmlns:a16="http://schemas.microsoft.com/office/drawing/2014/main" id="{C3D618BE-0F8C-4F30-A226-574BCDD92935}"/>
              </a:ext>
            </a:extLst>
          </p:cNvPr>
          <p:cNvSpPr>
            <a:spLocks noGrp="1"/>
          </p:cNvSpPr>
          <p:nvPr>
            <p:ph type="ftr" sz="quarter" idx="11"/>
          </p:nvPr>
        </p:nvSpPr>
        <p:spPr>
          <a:xfrm>
            <a:off x="4038600" y="6356350"/>
            <a:ext cx="4114800" cy="365125"/>
          </a:xfrm>
          <a:prstGeom prst="rect">
            <a:avLst/>
          </a:prstGeom>
        </p:spPr>
        <p:txBody>
          <a:bodyPr/>
          <a:lstStyle/>
          <a:p>
            <a:pPr>
              <a:defRPr/>
            </a:pPr>
            <a:r>
              <a:rPr lang="en-US"/>
              <a:t>Ethics in Information Technology, Fourth Edition</a:t>
            </a:r>
            <a:endParaRPr lang="en-US" sz="1800"/>
          </a:p>
        </p:txBody>
      </p:sp>
      <p:sp>
        <p:nvSpPr>
          <p:cNvPr id="9" name="Slide Number Placeholder 8">
            <a:extLst>
              <a:ext uri="{FF2B5EF4-FFF2-40B4-BE49-F238E27FC236}">
                <a16:creationId xmlns:a16="http://schemas.microsoft.com/office/drawing/2014/main" id="{010F2B71-CBE4-4015-9DB0-1AED556D35ED}"/>
              </a:ext>
            </a:extLst>
          </p:cNvPr>
          <p:cNvSpPr>
            <a:spLocks noGrp="1"/>
          </p:cNvSpPr>
          <p:nvPr>
            <p:ph type="sldNum" sz="quarter" idx="12"/>
          </p:nvPr>
        </p:nvSpPr>
        <p:spPr>
          <a:xfrm>
            <a:off x="11384109" y="6335067"/>
            <a:ext cx="580572" cy="365125"/>
          </a:xfrm>
          <a:prstGeom prst="rect">
            <a:avLst/>
          </a:prstGeom>
        </p:spPr>
        <p:txBody>
          <a:bodyPr/>
          <a:lstStyle/>
          <a:p>
            <a:pPr>
              <a:defRPr/>
            </a:pPr>
            <a:fld id="{C8B615CD-E9D7-4F20-91E8-E7E0755B1832}" type="slidenum">
              <a:rPr lang="en-US" altLang="en-US" smtClean="0"/>
              <a:pPr>
                <a:defRPr/>
              </a:pPr>
              <a:t>‹#›</a:t>
            </a:fld>
            <a:endParaRPr lang="en-US" altLang="en-US" sz="2000"/>
          </a:p>
        </p:txBody>
      </p:sp>
    </p:spTree>
    <p:extLst>
      <p:ext uri="{BB962C8B-B14F-4D97-AF65-F5344CB8AC3E}">
        <p14:creationId xmlns:p14="http://schemas.microsoft.com/office/powerpoint/2010/main" val="396073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E76F8-4972-4720-9000-5BD94A3B5C45}"/>
              </a:ext>
            </a:extLst>
          </p:cNvPr>
          <p:cNvSpPr>
            <a:spLocks noGrp="1"/>
          </p:cNvSpPr>
          <p:nvPr>
            <p:ph type="title"/>
          </p:nvPr>
        </p:nvSpPr>
        <p:spPr>
          <a:xfrm>
            <a:off x="609600" y="408672"/>
            <a:ext cx="10248266" cy="678399"/>
          </a:xfrm>
        </p:spPr>
        <p:txBody>
          <a:bodyPr/>
          <a:lstStyle/>
          <a:p>
            <a:r>
              <a:rPr lang="en-US"/>
              <a:t>Click to edit Master title style</a:t>
            </a:r>
          </a:p>
        </p:txBody>
      </p:sp>
      <p:sp>
        <p:nvSpPr>
          <p:cNvPr id="3" name="Date Placeholder 2">
            <a:extLst>
              <a:ext uri="{FF2B5EF4-FFF2-40B4-BE49-F238E27FC236}">
                <a16:creationId xmlns:a16="http://schemas.microsoft.com/office/drawing/2014/main" id="{268F476A-5799-4B73-A5BB-4A8A90E8B9EC}"/>
              </a:ext>
            </a:extLst>
          </p:cNvPr>
          <p:cNvSpPr>
            <a:spLocks noGrp="1"/>
          </p:cNvSpPr>
          <p:nvPr>
            <p:ph type="dt" sz="half" idx="10"/>
          </p:nvPr>
        </p:nvSpPr>
        <p:spPr>
          <a:xfrm>
            <a:off x="838200" y="6356350"/>
            <a:ext cx="2743200" cy="365125"/>
          </a:xfrm>
          <a:prstGeom prst="rect">
            <a:avLst/>
          </a:prstGeom>
        </p:spPr>
        <p:txBody>
          <a:bodyPr/>
          <a:lstStyle/>
          <a:p>
            <a:pPr>
              <a:defRPr/>
            </a:pPr>
            <a:fld id="{172E28C8-FBAC-482E-A2AF-986E014FF648}" type="datetimeFigureOut">
              <a:rPr lang="en-US" smtClean="0"/>
              <a:pPr>
                <a:defRPr/>
              </a:pPr>
              <a:t>10/29/2025</a:t>
            </a:fld>
            <a:endParaRPr lang="en-US" dirty="0"/>
          </a:p>
        </p:txBody>
      </p:sp>
      <p:sp>
        <p:nvSpPr>
          <p:cNvPr id="4" name="Footer Placeholder 3">
            <a:extLst>
              <a:ext uri="{FF2B5EF4-FFF2-40B4-BE49-F238E27FC236}">
                <a16:creationId xmlns:a16="http://schemas.microsoft.com/office/drawing/2014/main" id="{23E8C068-9305-4A8C-A869-C46DE3B8A308}"/>
              </a:ext>
            </a:extLst>
          </p:cNvPr>
          <p:cNvSpPr>
            <a:spLocks noGrp="1"/>
          </p:cNvSpPr>
          <p:nvPr>
            <p:ph type="ftr" sz="quarter" idx="11"/>
          </p:nvPr>
        </p:nvSpPr>
        <p:spPr>
          <a:xfrm>
            <a:off x="4038600" y="6356350"/>
            <a:ext cx="4114800" cy="365125"/>
          </a:xfrm>
          <a:prstGeom prst="rect">
            <a:avLst/>
          </a:prstGeom>
        </p:spPr>
        <p:txBody>
          <a:bodyPr/>
          <a:lstStyle/>
          <a:p>
            <a:pPr>
              <a:defRPr/>
            </a:pPr>
            <a:r>
              <a:rPr lang="en-US"/>
              <a:t>Ethics in Information Technology, Fourth Edition</a:t>
            </a:r>
            <a:endParaRPr lang="en-US" sz="1800"/>
          </a:p>
        </p:txBody>
      </p:sp>
      <p:sp>
        <p:nvSpPr>
          <p:cNvPr id="5" name="Slide Number Placeholder 4">
            <a:extLst>
              <a:ext uri="{FF2B5EF4-FFF2-40B4-BE49-F238E27FC236}">
                <a16:creationId xmlns:a16="http://schemas.microsoft.com/office/drawing/2014/main" id="{57532449-716F-4035-BE38-BE1E575CE8A6}"/>
              </a:ext>
            </a:extLst>
          </p:cNvPr>
          <p:cNvSpPr>
            <a:spLocks noGrp="1"/>
          </p:cNvSpPr>
          <p:nvPr>
            <p:ph type="sldNum" sz="quarter" idx="12"/>
          </p:nvPr>
        </p:nvSpPr>
        <p:spPr>
          <a:xfrm>
            <a:off x="11467239" y="6432050"/>
            <a:ext cx="580572" cy="365125"/>
          </a:xfrm>
          <a:prstGeom prst="rect">
            <a:avLst/>
          </a:prstGeom>
        </p:spPr>
        <p:txBody>
          <a:bodyPr/>
          <a:lstStyle/>
          <a:p>
            <a:pPr>
              <a:defRPr/>
            </a:pPr>
            <a:fld id="{BB86C574-DA69-445B-A373-03CA9057756A}" type="slidenum">
              <a:rPr lang="en-US" altLang="en-US" smtClean="0"/>
              <a:pPr>
                <a:defRPr/>
              </a:pPr>
              <a:t>‹#›</a:t>
            </a:fld>
            <a:endParaRPr lang="en-US" altLang="en-US" sz="2000"/>
          </a:p>
        </p:txBody>
      </p:sp>
    </p:spTree>
    <p:extLst>
      <p:ext uri="{BB962C8B-B14F-4D97-AF65-F5344CB8AC3E}">
        <p14:creationId xmlns:p14="http://schemas.microsoft.com/office/powerpoint/2010/main" val="3295143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A9EC64-1AC9-4B93-B68D-A1FA9121E1A5}"/>
              </a:ext>
            </a:extLst>
          </p:cNvPr>
          <p:cNvSpPr>
            <a:spLocks noGrp="1"/>
          </p:cNvSpPr>
          <p:nvPr>
            <p:ph type="dt" sz="half" idx="10"/>
          </p:nvPr>
        </p:nvSpPr>
        <p:spPr>
          <a:xfrm>
            <a:off x="838200" y="6356350"/>
            <a:ext cx="2743200" cy="365125"/>
          </a:xfrm>
          <a:prstGeom prst="rect">
            <a:avLst/>
          </a:prstGeom>
        </p:spPr>
        <p:txBody>
          <a:bodyPr/>
          <a:lstStyle/>
          <a:p>
            <a:pPr>
              <a:defRPr/>
            </a:pPr>
            <a:fld id="{B76BD8D6-2F5D-4861-B800-292284C68896}" type="datetimeFigureOut">
              <a:rPr lang="en-US" smtClean="0"/>
              <a:pPr>
                <a:defRPr/>
              </a:pPr>
              <a:t>10/29/2025</a:t>
            </a:fld>
            <a:endParaRPr lang="en-US" dirty="0"/>
          </a:p>
        </p:txBody>
      </p:sp>
      <p:sp>
        <p:nvSpPr>
          <p:cNvPr id="3" name="Footer Placeholder 2">
            <a:extLst>
              <a:ext uri="{FF2B5EF4-FFF2-40B4-BE49-F238E27FC236}">
                <a16:creationId xmlns:a16="http://schemas.microsoft.com/office/drawing/2014/main" id="{CB9930E1-0660-43B2-A5C6-291DB8A38F36}"/>
              </a:ext>
            </a:extLst>
          </p:cNvPr>
          <p:cNvSpPr>
            <a:spLocks noGrp="1"/>
          </p:cNvSpPr>
          <p:nvPr>
            <p:ph type="ftr" sz="quarter" idx="11"/>
          </p:nvPr>
        </p:nvSpPr>
        <p:spPr>
          <a:xfrm>
            <a:off x="4038600" y="6356350"/>
            <a:ext cx="4114800" cy="365125"/>
          </a:xfrm>
          <a:prstGeom prst="rect">
            <a:avLst/>
          </a:prstGeom>
        </p:spPr>
        <p:txBody>
          <a:bodyPr/>
          <a:lstStyle/>
          <a:p>
            <a:pPr>
              <a:defRPr/>
            </a:pPr>
            <a:r>
              <a:rPr lang="en-US"/>
              <a:t>Ethics in Information Technology, Fourth Edition</a:t>
            </a:r>
            <a:endParaRPr lang="en-US" sz="1800"/>
          </a:p>
        </p:txBody>
      </p:sp>
      <p:sp>
        <p:nvSpPr>
          <p:cNvPr id="4" name="Slide Number Placeholder 3">
            <a:extLst>
              <a:ext uri="{FF2B5EF4-FFF2-40B4-BE49-F238E27FC236}">
                <a16:creationId xmlns:a16="http://schemas.microsoft.com/office/drawing/2014/main" id="{23941805-1404-46E3-957E-4BEC3D98736C}"/>
              </a:ext>
            </a:extLst>
          </p:cNvPr>
          <p:cNvSpPr>
            <a:spLocks noGrp="1"/>
          </p:cNvSpPr>
          <p:nvPr>
            <p:ph type="sldNum" sz="quarter" idx="12"/>
          </p:nvPr>
        </p:nvSpPr>
        <p:spPr>
          <a:xfrm>
            <a:off x="11469837" y="6420795"/>
            <a:ext cx="580572" cy="365125"/>
          </a:xfrm>
          <a:prstGeom prst="rect">
            <a:avLst/>
          </a:prstGeom>
        </p:spPr>
        <p:txBody>
          <a:bodyPr/>
          <a:lstStyle/>
          <a:p>
            <a:pPr>
              <a:defRPr/>
            </a:pPr>
            <a:fld id="{6230C6E3-BFF9-48B9-824F-D8F79A392C7B}" type="slidenum">
              <a:rPr lang="en-US" altLang="en-US" smtClean="0"/>
              <a:pPr>
                <a:defRPr/>
              </a:pPr>
              <a:t>‹#›</a:t>
            </a:fld>
            <a:endParaRPr lang="en-US" altLang="en-US" sz="2000"/>
          </a:p>
        </p:txBody>
      </p:sp>
    </p:spTree>
    <p:extLst>
      <p:ext uri="{BB962C8B-B14F-4D97-AF65-F5344CB8AC3E}">
        <p14:creationId xmlns:p14="http://schemas.microsoft.com/office/powerpoint/2010/main" val="11359620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3D3BC-D619-4CEA-9AED-D00B582816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5B9919-473E-4FE3-8C24-957F933ECA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A710AB-58F0-47CB-985C-5177A59B47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CD7F8E-B01A-46ED-AA24-08221621C100}"/>
              </a:ext>
            </a:extLst>
          </p:cNvPr>
          <p:cNvSpPr>
            <a:spLocks noGrp="1"/>
          </p:cNvSpPr>
          <p:nvPr>
            <p:ph type="dt" sz="half" idx="10"/>
          </p:nvPr>
        </p:nvSpPr>
        <p:spPr>
          <a:xfrm>
            <a:off x="838200" y="6356350"/>
            <a:ext cx="2743200" cy="365125"/>
          </a:xfrm>
          <a:prstGeom prst="rect">
            <a:avLst/>
          </a:prstGeom>
        </p:spPr>
        <p:txBody>
          <a:bodyPr/>
          <a:lstStyle/>
          <a:p>
            <a:pPr>
              <a:defRPr/>
            </a:pPr>
            <a:fld id="{B8CA8E6D-490D-4A02-ABFB-F239F18794DB}" type="datetimeFigureOut">
              <a:rPr lang="en-US" smtClean="0"/>
              <a:pPr>
                <a:defRPr/>
              </a:pPr>
              <a:t>10/29/2025</a:t>
            </a:fld>
            <a:endParaRPr lang="en-US" dirty="0"/>
          </a:p>
        </p:txBody>
      </p:sp>
      <p:sp>
        <p:nvSpPr>
          <p:cNvPr id="6" name="Footer Placeholder 5">
            <a:extLst>
              <a:ext uri="{FF2B5EF4-FFF2-40B4-BE49-F238E27FC236}">
                <a16:creationId xmlns:a16="http://schemas.microsoft.com/office/drawing/2014/main" id="{5E611927-19EF-43D1-9CAB-C67D21FEB6D8}"/>
              </a:ext>
            </a:extLst>
          </p:cNvPr>
          <p:cNvSpPr>
            <a:spLocks noGrp="1"/>
          </p:cNvSpPr>
          <p:nvPr>
            <p:ph type="ftr" sz="quarter" idx="11"/>
          </p:nvPr>
        </p:nvSpPr>
        <p:spPr>
          <a:xfrm>
            <a:off x="4038600" y="6356350"/>
            <a:ext cx="4114800" cy="365125"/>
          </a:xfrm>
          <a:prstGeom prst="rect">
            <a:avLst/>
          </a:prstGeom>
        </p:spPr>
        <p:txBody>
          <a:bodyPr/>
          <a:lstStyle/>
          <a:p>
            <a:pPr>
              <a:defRPr/>
            </a:pPr>
            <a:r>
              <a:rPr lang="en-US"/>
              <a:t>Ethics in Information Technology, Fourth Edition</a:t>
            </a:r>
            <a:endParaRPr lang="en-US" sz="1800"/>
          </a:p>
        </p:txBody>
      </p:sp>
      <p:sp>
        <p:nvSpPr>
          <p:cNvPr id="7" name="Slide Number Placeholder 6">
            <a:extLst>
              <a:ext uri="{FF2B5EF4-FFF2-40B4-BE49-F238E27FC236}">
                <a16:creationId xmlns:a16="http://schemas.microsoft.com/office/drawing/2014/main" id="{71A2D58C-0052-4E76-96E2-E857DC62F6DB}"/>
              </a:ext>
            </a:extLst>
          </p:cNvPr>
          <p:cNvSpPr>
            <a:spLocks noGrp="1"/>
          </p:cNvSpPr>
          <p:nvPr>
            <p:ph type="sldNum" sz="quarter" idx="12"/>
          </p:nvPr>
        </p:nvSpPr>
        <p:spPr>
          <a:xfrm>
            <a:off x="11384109" y="6335067"/>
            <a:ext cx="580572" cy="365125"/>
          </a:xfrm>
          <a:prstGeom prst="rect">
            <a:avLst/>
          </a:prstGeom>
        </p:spPr>
        <p:txBody>
          <a:bodyPr/>
          <a:lstStyle/>
          <a:p>
            <a:pPr>
              <a:defRPr/>
            </a:pPr>
            <a:fld id="{3742040C-A99B-4157-BDE5-4FBF788D448C}" type="slidenum">
              <a:rPr lang="en-US" altLang="en-US" smtClean="0"/>
              <a:pPr>
                <a:defRPr/>
              </a:pPr>
              <a:t>‹#›</a:t>
            </a:fld>
            <a:endParaRPr lang="en-US" altLang="en-US" sz="2000"/>
          </a:p>
        </p:txBody>
      </p:sp>
    </p:spTree>
    <p:extLst>
      <p:ext uri="{BB962C8B-B14F-4D97-AF65-F5344CB8AC3E}">
        <p14:creationId xmlns:p14="http://schemas.microsoft.com/office/powerpoint/2010/main" val="847144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B941C-2DE9-4277-8308-DF34EE6F9F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9234752-43B1-4395-81CA-A96444797D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E95B6B8-F8C6-49B6-BE1B-1E8D0E17DD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B5A479-85A9-492B-8EA4-80A4558D1DF5}"/>
              </a:ext>
            </a:extLst>
          </p:cNvPr>
          <p:cNvSpPr>
            <a:spLocks noGrp="1"/>
          </p:cNvSpPr>
          <p:nvPr>
            <p:ph type="dt" sz="half" idx="10"/>
          </p:nvPr>
        </p:nvSpPr>
        <p:spPr>
          <a:xfrm>
            <a:off x="838200" y="6356350"/>
            <a:ext cx="2743200" cy="365125"/>
          </a:xfrm>
          <a:prstGeom prst="rect">
            <a:avLst/>
          </a:prstGeom>
        </p:spPr>
        <p:txBody>
          <a:bodyPr/>
          <a:lstStyle/>
          <a:p>
            <a:pPr>
              <a:defRPr/>
            </a:pPr>
            <a:fld id="{42229F28-CAF4-4CA0-80D0-E8D74B53F84F}" type="datetimeFigureOut">
              <a:rPr lang="en-US" smtClean="0"/>
              <a:pPr>
                <a:defRPr/>
              </a:pPr>
              <a:t>10/29/2025</a:t>
            </a:fld>
            <a:endParaRPr lang="en-US" dirty="0"/>
          </a:p>
        </p:txBody>
      </p:sp>
      <p:sp>
        <p:nvSpPr>
          <p:cNvPr id="6" name="Footer Placeholder 5">
            <a:extLst>
              <a:ext uri="{FF2B5EF4-FFF2-40B4-BE49-F238E27FC236}">
                <a16:creationId xmlns:a16="http://schemas.microsoft.com/office/drawing/2014/main" id="{C8F3318F-144B-46C5-82CD-D8834FFAF6EA}"/>
              </a:ext>
            </a:extLst>
          </p:cNvPr>
          <p:cNvSpPr>
            <a:spLocks noGrp="1"/>
          </p:cNvSpPr>
          <p:nvPr>
            <p:ph type="ftr" sz="quarter" idx="11"/>
          </p:nvPr>
        </p:nvSpPr>
        <p:spPr>
          <a:xfrm>
            <a:off x="4038600" y="6356350"/>
            <a:ext cx="4114800" cy="365125"/>
          </a:xfrm>
          <a:prstGeom prst="rect">
            <a:avLst/>
          </a:prstGeom>
        </p:spPr>
        <p:txBody>
          <a:bodyPr/>
          <a:lstStyle/>
          <a:p>
            <a:pPr>
              <a:defRPr/>
            </a:pPr>
            <a:endParaRPr lang="en-US"/>
          </a:p>
        </p:txBody>
      </p:sp>
      <p:sp>
        <p:nvSpPr>
          <p:cNvPr id="7" name="Slide Number Placeholder 6">
            <a:extLst>
              <a:ext uri="{FF2B5EF4-FFF2-40B4-BE49-F238E27FC236}">
                <a16:creationId xmlns:a16="http://schemas.microsoft.com/office/drawing/2014/main" id="{4B9D795D-199D-4775-AC06-B968A0E16500}"/>
              </a:ext>
            </a:extLst>
          </p:cNvPr>
          <p:cNvSpPr>
            <a:spLocks noGrp="1"/>
          </p:cNvSpPr>
          <p:nvPr>
            <p:ph type="sldNum" sz="quarter" idx="12"/>
          </p:nvPr>
        </p:nvSpPr>
        <p:spPr>
          <a:xfrm>
            <a:off x="11384109" y="6335067"/>
            <a:ext cx="580572" cy="365125"/>
          </a:xfrm>
          <a:prstGeom prst="rect">
            <a:avLst/>
          </a:prstGeom>
        </p:spPr>
        <p:txBody>
          <a:bodyPr/>
          <a:lstStyle/>
          <a:p>
            <a:pPr>
              <a:defRPr/>
            </a:pPr>
            <a:fld id="{A736D3A0-9F5C-4E6C-BAFE-1982556DEF37}" type="slidenum">
              <a:rPr lang="en-US" altLang="en-US" smtClean="0"/>
              <a:pPr>
                <a:defRPr/>
              </a:pPr>
              <a:t>‹#›</a:t>
            </a:fld>
            <a:endParaRPr lang="en-US" altLang="en-US" sz="2000"/>
          </a:p>
        </p:txBody>
      </p:sp>
    </p:spTree>
    <p:extLst>
      <p:ext uri="{BB962C8B-B14F-4D97-AF65-F5344CB8AC3E}">
        <p14:creationId xmlns:p14="http://schemas.microsoft.com/office/powerpoint/2010/main" val="8140386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E1402-38AA-42B9-8DA6-B53E295B532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43E0D7B-4E45-4908-ABCA-BC7787AB1F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F8DF5D-F9D1-44A1-B090-D495EF0E2DBB}"/>
              </a:ext>
            </a:extLst>
          </p:cNvPr>
          <p:cNvSpPr>
            <a:spLocks noGrp="1"/>
          </p:cNvSpPr>
          <p:nvPr>
            <p:ph type="dt" sz="half" idx="10"/>
          </p:nvPr>
        </p:nvSpPr>
        <p:spPr>
          <a:xfrm>
            <a:off x="838200" y="6356350"/>
            <a:ext cx="2743200" cy="365125"/>
          </a:xfrm>
          <a:prstGeom prst="rect">
            <a:avLst/>
          </a:prstGeom>
        </p:spPr>
        <p:txBody>
          <a:bodyPr/>
          <a:lstStyle/>
          <a:p>
            <a:pPr>
              <a:defRPr/>
            </a:pPr>
            <a:fld id="{710A93EC-FED6-4C96-8540-BA2AAF7EE5EE}" type="datetimeFigureOut">
              <a:rPr lang="en-US" smtClean="0"/>
              <a:pPr>
                <a:defRPr/>
              </a:pPr>
              <a:t>10/29/2025</a:t>
            </a:fld>
            <a:endParaRPr lang="en-US" dirty="0"/>
          </a:p>
        </p:txBody>
      </p:sp>
      <p:sp>
        <p:nvSpPr>
          <p:cNvPr id="5" name="Footer Placeholder 4">
            <a:extLst>
              <a:ext uri="{FF2B5EF4-FFF2-40B4-BE49-F238E27FC236}">
                <a16:creationId xmlns:a16="http://schemas.microsoft.com/office/drawing/2014/main" id="{B1726667-095A-4235-8AC3-4825A15FEA92}"/>
              </a:ext>
            </a:extLst>
          </p:cNvPr>
          <p:cNvSpPr>
            <a:spLocks noGrp="1"/>
          </p:cNvSpPr>
          <p:nvPr>
            <p:ph type="ftr" sz="quarter" idx="11"/>
          </p:nvPr>
        </p:nvSpPr>
        <p:spPr>
          <a:xfrm>
            <a:off x="4038600" y="6356350"/>
            <a:ext cx="4114800" cy="365125"/>
          </a:xfrm>
          <a:prstGeom prst="rect">
            <a:avLst/>
          </a:prstGeom>
        </p:spPr>
        <p:txBody>
          <a:bodyPr/>
          <a:lstStyle/>
          <a:p>
            <a:pPr>
              <a:defRPr/>
            </a:pPr>
            <a:r>
              <a:rPr lang="en-US"/>
              <a:t>Ethics in Information Technology, Fourth Edition</a:t>
            </a:r>
            <a:endParaRPr lang="en-US" sz="1800"/>
          </a:p>
        </p:txBody>
      </p:sp>
      <p:sp>
        <p:nvSpPr>
          <p:cNvPr id="6" name="Slide Number Placeholder 5">
            <a:extLst>
              <a:ext uri="{FF2B5EF4-FFF2-40B4-BE49-F238E27FC236}">
                <a16:creationId xmlns:a16="http://schemas.microsoft.com/office/drawing/2014/main" id="{80D02363-E329-49BD-9F40-410FF456215A}"/>
              </a:ext>
            </a:extLst>
          </p:cNvPr>
          <p:cNvSpPr>
            <a:spLocks noGrp="1"/>
          </p:cNvSpPr>
          <p:nvPr>
            <p:ph type="sldNum" sz="quarter" idx="12"/>
          </p:nvPr>
        </p:nvSpPr>
        <p:spPr>
          <a:xfrm>
            <a:off x="11384109" y="6335067"/>
            <a:ext cx="580572" cy="365125"/>
          </a:xfrm>
          <a:prstGeom prst="rect">
            <a:avLst/>
          </a:prstGeom>
        </p:spPr>
        <p:txBody>
          <a:bodyPr/>
          <a:lstStyle/>
          <a:p>
            <a:pPr>
              <a:defRPr/>
            </a:pPr>
            <a:fld id="{B56BF68F-A633-4155-B549-8EA61D33AB59}" type="slidenum">
              <a:rPr lang="en-US" altLang="en-US" smtClean="0"/>
              <a:pPr>
                <a:defRPr/>
              </a:pPr>
              <a:t>‹#›</a:t>
            </a:fld>
            <a:endParaRPr lang="en-US" altLang="en-US" sz="2000"/>
          </a:p>
        </p:txBody>
      </p:sp>
    </p:spTree>
    <p:extLst>
      <p:ext uri="{BB962C8B-B14F-4D97-AF65-F5344CB8AC3E}">
        <p14:creationId xmlns:p14="http://schemas.microsoft.com/office/powerpoint/2010/main" val="1889126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16371C-DF8C-4ADF-AF14-21F840AD8D1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704F9CA-E85B-4E0C-AA49-C7A6963B65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F71F76-F256-4378-A1EC-BB6D732941DC}"/>
              </a:ext>
            </a:extLst>
          </p:cNvPr>
          <p:cNvSpPr>
            <a:spLocks noGrp="1"/>
          </p:cNvSpPr>
          <p:nvPr>
            <p:ph type="dt" sz="half" idx="10"/>
          </p:nvPr>
        </p:nvSpPr>
        <p:spPr>
          <a:xfrm>
            <a:off x="838200" y="6356350"/>
            <a:ext cx="2743200" cy="365125"/>
          </a:xfrm>
          <a:prstGeom prst="rect">
            <a:avLst/>
          </a:prstGeom>
        </p:spPr>
        <p:txBody>
          <a:bodyPr/>
          <a:lstStyle/>
          <a:p>
            <a:pPr>
              <a:defRPr/>
            </a:pPr>
            <a:fld id="{ECF2579A-AE2F-4779-B2DE-2868862AB87F}" type="datetimeFigureOut">
              <a:rPr lang="en-US" smtClean="0"/>
              <a:pPr>
                <a:defRPr/>
              </a:pPr>
              <a:t>10/29/2025</a:t>
            </a:fld>
            <a:endParaRPr lang="en-US" dirty="0"/>
          </a:p>
        </p:txBody>
      </p:sp>
      <p:sp>
        <p:nvSpPr>
          <p:cNvPr id="5" name="Footer Placeholder 4">
            <a:extLst>
              <a:ext uri="{FF2B5EF4-FFF2-40B4-BE49-F238E27FC236}">
                <a16:creationId xmlns:a16="http://schemas.microsoft.com/office/drawing/2014/main" id="{EE4DE89E-7E62-4B3A-9FB8-F4A6A71BCD72}"/>
              </a:ext>
            </a:extLst>
          </p:cNvPr>
          <p:cNvSpPr>
            <a:spLocks noGrp="1"/>
          </p:cNvSpPr>
          <p:nvPr>
            <p:ph type="ftr" sz="quarter" idx="11"/>
          </p:nvPr>
        </p:nvSpPr>
        <p:spPr>
          <a:xfrm>
            <a:off x="4038600" y="6356350"/>
            <a:ext cx="4114800" cy="365125"/>
          </a:xfrm>
          <a:prstGeom prst="rect">
            <a:avLst/>
          </a:prstGeom>
        </p:spPr>
        <p:txBody>
          <a:bodyPr/>
          <a:lstStyle/>
          <a:p>
            <a:pPr>
              <a:defRPr/>
            </a:pPr>
            <a:r>
              <a:rPr lang="en-US"/>
              <a:t>Ethics in Information Technology, Fourth Edition</a:t>
            </a:r>
            <a:endParaRPr lang="en-US" sz="1800"/>
          </a:p>
        </p:txBody>
      </p:sp>
      <p:sp>
        <p:nvSpPr>
          <p:cNvPr id="6" name="Slide Number Placeholder 5">
            <a:extLst>
              <a:ext uri="{FF2B5EF4-FFF2-40B4-BE49-F238E27FC236}">
                <a16:creationId xmlns:a16="http://schemas.microsoft.com/office/drawing/2014/main" id="{4FBF6EB6-142C-42E9-97B6-2ABCFEFF6FF2}"/>
              </a:ext>
            </a:extLst>
          </p:cNvPr>
          <p:cNvSpPr>
            <a:spLocks noGrp="1"/>
          </p:cNvSpPr>
          <p:nvPr>
            <p:ph type="sldNum" sz="quarter" idx="12"/>
          </p:nvPr>
        </p:nvSpPr>
        <p:spPr>
          <a:xfrm>
            <a:off x="11384109" y="6335067"/>
            <a:ext cx="580572" cy="365125"/>
          </a:xfrm>
          <a:prstGeom prst="rect">
            <a:avLst/>
          </a:prstGeom>
        </p:spPr>
        <p:txBody>
          <a:bodyPr/>
          <a:lstStyle/>
          <a:p>
            <a:pPr>
              <a:defRPr/>
            </a:pPr>
            <a:fld id="{1B6C8D6F-54B3-4FCA-B3E7-5243DB14E9C1}" type="slidenum">
              <a:rPr lang="en-US" altLang="en-US" smtClean="0"/>
              <a:pPr>
                <a:defRPr/>
              </a:pPr>
              <a:t>‹#›</a:t>
            </a:fld>
            <a:endParaRPr lang="en-US" altLang="en-US" sz="2000"/>
          </a:p>
        </p:txBody>
      </p:sp>
    </p:spTree>
    <p:extLst>
      <p:ext uri="{BB962C8B-B14F-4D97-AF65-F5344CB8AC3E}">
        <p14:creationId xmlns:p14="http://schemas.microsoft.com/office/powerpoint/2010/main" val="38888185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5" name="Date Placeholder 6">
            <a:extLst>
              <a:ext uri="{FF2B5EF4-FFF2-40B4-BE49-F238E27FC236}">
                <a16:creationId xmlns:a16="http://schemas.microsoft.com/office/drawing/2014/main" id="{C3321F5D-2AC6-3765-E9F4-F93B6335341B}"/>
              </a:ext>
            </a:extLst>
          </p:cNvPr>
          <p:cNvSpPr>
            <a:spLocks noGrp="1"/>
          </p:cNvSpPr>
          <p:nvPr>
            <p:ph type="dt" sz="half" idx="10"/>
          </p:nvPr>
        </p:nvSpPr>
        <p:spPr/>
        <p:txBody>
          <a:bodyPr/>
          <a:lstStyle>
            <a:lvl1pPr>
              <a:defRPr>
                <a:solidFill>
                  <a:srgbClr val="FFFFFF">
                    <a:alpha val="80000"/>
                  </a:srgbClr>
                </a:solidFill>
              </a:defRPr>
            </a:lvl1pPr>
          </a:lstStyle>
          <a:p>
            <a:pPr>
              <a:defRPr/>
            </a:pPr>
            <a:endParaRPr lang="en-US"/>
          </a:p>
        </p:txBody>
      </p:sp>
      <p:sp>
        <p:nvSpPr>
          <p:cNvPr id="6" name="Footer Placeholder 7">
            <a:extLst>
              <a:ext uri="{FF2B5EF4-FFF2-40B4-BE49-F238E27FC236}">
                <a16:creationId xmlns:a16="http://schemas.microsoft.com/office/drawing/2014/main" id="{3177908A-A22B-3207-44C7-44F6A2D393D7}"/>
              </a:ext>
            </a:extLst>
          </p:cNvPr>
          <p:cNvSpPr>
            <a:spLocks noGrp="1"/>
          </p:cNvSpPr>
          <p:nvPr>
            <p:ph type="ftr" sz="quarter" idx="11"/>
          </p:nvPr>
        </p:nvSpPr>
        <p:spPr/>
        <p:txBody>
          <a:bodyPr/>
          <a:lstStyle>
            <a:lvl1pPr>
              <a:defRPr>
                <a:solidFill>
                  <a:srgbClr val="FFFFFF">
                    <a:alpha val="80000"/>
                  </a:srgbClr>
                </a:solidFill>
              </a:defRPr>
            </a:lvl1pPr>
          </a:lstStyle>
          <a:p>
            <a:pPr>
              <a:defRPr/>
            </a:pPr>
            <a:r>
              <a:rPr lang="en-US"/>
              <a:t>Ethics in Information Technology, Fourth Edition</a:t>
            </a:r>
          </a:p>
        </p:txBody>
      </p:sp>
      <p:sp>
        <p:nvSpPr>
          <p:cNvPr id="7" name="Slide Number Placeholder 8">
            <a:extLst>
              <a:ext uri="{FF2B5EF4-FFF2-40B4-BE49-F238E27FC236}">
                <a16:creationId xmlns:a16="http://schemas.microsoft.com/office/drawing/2014/main" id="{4435DF0A-8A62-E874-AA29-3438B714423B}"/>
              </a:ext>
            </a:extLst>
          </p:cNvPr>
          <p:cNvSpPr>
            <a:spLocks noGrp="1"/>
          </p:cNvSpPr>
          <p:nvPr>
            <p:ph type="sldNum" sz="quarter" idx="12"/>
          </p:nvPr>
        </p:nvSpPr>
        <p:spPr/>
        <p:txBody>
          <a:bodyPr/>
          <a:lstStyle>
            <a:lvl1pPr>
              <a:defRPr>
                <a:solidFill>
                  <a:srgbClr val="FFFFFF">
                    <a:alpha val="25000"/>
                  </a:srgbClr>
                </a:solidFill>
              </a:defRPr>
            </a:lvl1pPr>
          </a:lstStyle>
          <a:p>
            <a:pPr>
              <a:defRPr/>
            </a:pPr>
            <a:fld id="{BB7E27FE-9247-43F7-B96F-A2D8BC89E0D9}" type="slidenum">
              <a:rPr lang="en-US" altLang="en-US"/>
              <a:pPr>
                <a:defRPr/>
              </a:pPr>
              <a:t>‹#›</a:t>
            </a:fld>
            <a:endParaRPr lang="en-US" altLang="en-US"/>
          </a:p>
        </p:txBody>
      </p:sp>
    </p:spTree>
    <p:extLst>
      <p:ext uri="{BB962C8B-B14F-4D97-AF65-F5344CB8AC3E}">
        <p14:creationId xmlns:p14="http://schemas.microsoft.com/office/powerpoint/2010/main" val="3000036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1255F3-2AEB-4876-91B6-708958C13535}"/>
              </a:ext>
            </a:extLst>
          </p:cNvPr>
          <p:cNvSpPr>
            <a:spLocks noGrp="1"/>
          </p:cNvSpPr>
          <p:nvPr>
            <p:ph type="title"/>
          </p:nvPr>
        </p:nvSpPr>
        <p:spPr>
          <a:xfrm>
            <a:off x="595745" y="394814"/>
            <a:ext cx="10248266" cy="67839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00F15FC-AE6C-49FD-9E94-5975D7C959BA}"/>
              </a:ext>
            </a:extLst>
          </p:cNvPr>
          <p:cNvSpPr>
            <a:spLocks noGrp="1"/>
          </p:cNvSpPr>
          <p:nvPr>
            <p:ph type="body" idx="1"/>
          </p:nvPr>
        </p:nvSpPr>
        <p:spPr>
          <a:xfrm>
            <a:off x="435430" y="1436914"/>
            <a:ext cx="11306806" cy="444137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61C05CBB-D86D-4006-8E22-4DAF39BC25EB}"/>
              </a:ext>
            </a:extLst>
          </p:cNvPr>
          <p:cNvSpPr>
            <a:spLocks noGrp="1"/>
          </p:cNvSpPr>
          <p:nvPr>
            <p:ph type="sldNum" sz="quarter" idx="4"/>
          </p:nvPr>
        </p:nvSpPr>
        <p:spPr>
          <a:xfrm>
            <a:off x="11469837" y="6435083"/>
            <a:ext cx="580572" cy="365125"/>
          </a:xfrm>
          <a:prstGeom prst="rect">
            <a:avLst/>
          </a:prstGeom>
        </p:spPr>
        <p:txBody>
          <a:bodyPr vert="horz" lIns="91440" tIns="45720" rIns="91440" bIns="45720" rtlCol="0" anchor="ctr"/>
          <a:lstStyle>
            <a:lvl1pPr algn="r">
              <a:defRPr sz="1800" b="1">
                <a:solidFill>
                  <a:srgbClr val="FFC000"/>
                </a:solidFill>
                <a:effectLst/>
                <a:latin typeface="Aharoni" panose="02010803020104030203" pitchFamily="2" charset="-79"/>
                <a:cs typeface="Aharoni" panose="02010803020104030203" pitchFamily="2" charset="-79"/>
              </a:defRPr>
            </a:lvl1pPr>
          </a:lstStyle>
          <a:p>
            <a:pPr>
              <a:defRPr/>
            </a:pPr>
            <a:fld id="{916DFCF2-482A-4A0A-896B-CFD299A84E2A}" type="slidenum">
              <a:rPr lang="en-US" altLang="en-US" smtClean="0"/>
              <a:pPr>
                <a:defRPr/>
              </a:pPr>
              <a:t>‹#›</a:t>
            </a:fld>
            <a:endParaRPr lang="en-US" altLang="en-US"/>
          </a:p>
        </p:txBody>
      </p:sp>
    </p:spTree>
    <p:extLst>
      <p:ext uri="{BB962C8B-B14F-4D97-AF65-F5344CB8AC3E}">
        <p14:creationId xmlns:p14="http://schemas.microsoft.com/office/powerpoint/2010/main" val="4100911727"/>
      </p:ext>
    </p:extLst>
  </p:cSld>
  <p:clrMap bg1="lt1" tx1="dk1" bg2="lt2" tx2="dk2" accent1="accent1" accent2="accent2" accent3="accent3" accent4="accent4" accent5="accent5" accent6="accent6" hlink="hlink" folHlink="folHlink"/>
  <p:sldLayoutIdLst>
    <p:sldLayoutId id="2147484125" r:id="rId1"/>
    <p:sldLayoutId id="2147484126" r:id="rId2"/>
    <p:sldLayoutId id="2147484127" r:id="rId3"/>
    <p:sldLayoutId id="2147484128" r:id="rId4"/>
    <p:sldLayoutId id="2147484129" r:id="rId5"/>
    <p:sldLayoutId id="2147484130" r:id="rId6"/>
    <p:sldLayoutId id="2147484131" r:id="rId7"/>
    <p:sldLayoutId id="2147484132" r:id="rId8"/>
    <p:sldLayoutId id="2147484133" r:id="rId9"/>
    <p:sldLayoutId id="2147484134" r:id="rId10"/>
    <p:sldLayoutId id="2147484135" r:id="rId11"/>
    <p:sldLayoutId id="2147484136" r:id="rId12"/>
  </p:sldLayoutIdLst>
  <p:hf hdr="0" dt="0"/>
  <p:txStyles>
    <p:titleStyle>
      <a:lvl1pPr algn="l" defTabSz="914400" rtl="0" eaLnBrk="1" latinLnBrk="0" hangingPunct="1">
        <a:lnSpc>
          <a:spcPct val="90000"/>
        </a:lnSpc>
        <a:spcBef>
          <a:spcPct val="0"/>
        </a:spcBef>
        <a:buNone/>
        <a:defRPr sz="2800" kern="1200">
          <a:solidFill>
            <a:srgbClr val="C00000"/>
          </a:solidFill>
          <a:effectLst>
            <a:outerShdw blurRad="38100" dist="38100" dir="2700000" algn="tl">
              <a:srgbClr val="000000">
                <a:alpha val="43137"/>
              </a:srgbClr>
            </a:outerShdw>
          </a:effectLst>
          <a:latin typeface="Aharoni" panose="02010803020104030203" pitchFamily="2" charset="-79"/>
          <a:ea typeface="+mj-ea"/>
          <a:cs typeface="Aharoni" panose="02010803020104030203"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badi" panose="020B0604020202020204" pitchFamily="34" charset="0"/>
          <a:ea typeface="+mn-ea"/>
          <a:cs typeface="Aharoni" panose="02010803020104030203"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badi" panose="020B0604020202020204" pitchFamily="34" charset="0"/>
          <a:ea typeface="+mn-ea"/>
          <a:cs typeface="Aharoni" panose="02010803020104030203"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badi" panose="020B0604020202020204" pitchFamily="34" charset="0"/>
          <a:ea typeface="+mn-ea"/>
          <a:cs typeface="Aharoni" panose="02010803020104030203"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badi" panose="020B0604020202020204" pitchFamily="34" charset="0"/>
          <a:ea typeface="+mn-ea"/>
          <a:cs typeface="Aharoni" panose="02010803020104030203"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badi" panose="020B0604020202020204" pitchFamily="34" charset="0"/>
          <a:ea typeface="+mn-ea"/>
          <a:cs typeface="Aharoni" panose="02010803020104030203"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hyperlink" Target="https://ipo.gov.pk/"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ipo.gov.pk/"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hyperlink" Target="http://hec.gov.pk/english/services/faculty/Documents/Plagiarism/Plagiarism%20Policy.pdf"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A8C33ACF-493A-8518-0B14-0709FE4E118F}"/>
              </a:ext>
            </a:extLst>
          </p:cNvPr>
          <p:cNvSpPr>
            <a:spLocks noGrp="1" noChangeArrowheads="1"/>
          </p:cNvSpPr>
          <p:nvPr>
            <p:ph type="ctrTitle" idx="4294967295"/>
          </p:nvPr>
        </p:nvSpPr>
        <p:spPr>
          <a:xfrm>
            <a:off x="1600200" y="1752600"/>
            <a:ext cx="9601200" cy="2819400"/>
          </a:xfrm>
        </p:spPr>
        <p:txBody>
          <a:bodyPr/>
          <a:lstStyle/>
          <a:p>
            <a:r>
              <a:rPr lang="en-US" altLang="en-US" sz="5400" dirty="0">
                <a:solidFill>
                  <a:srgbClr val="7030A0"/>
                </a:solidFill>
              </a:rPr>
              <a:t>Intellectual Property </a:t>
            </a:r>
            <a:br>
              <a:rPr lang="en-US" altLang="en-US" dirty="0">
                <a:solidFill>
                  <a:srgbClr val="7030A0"/>
                </a:solidFill>
              </a:rPr>
            </a:br>
            <a:r>
              <a:rPr lang="en-US" altLang="en-US" dirty="0">
                <a:solidFill>
                  <a:srgbClr val="7030A0"/>
                </a:solidFill>
              </a:rPr>
              <a:t>Week 5 </a:t>
            </a:r>
            <a:br>
              <a:rPr lang="en-US" altLang="en-US" dirty="0">
                <a:solidFill>
                  <a:srgbClr val="7030A0"/>
                </a:solidFill>
              </a:rPr>
            </a:br>
            <a:r>
              <a:rPr lang="en-US" altLang="en-US" sz="1800" dirty="0">
                <a:solidFill>
                  <a:srgbClr val="7030A0"/>
                </a:solidFill>
              </a:rPr>
              <a:t>Book: Ethics for Information Age (Chapter 4), A Gift of Fire (Chapter 04)</a:t>
            </a:r>
            <a:endParaRPr lang="en-US" altLang="en-US" dirty="0">
              <a:solidFill>
                <a:srgbClr val="7030A0"/>
              </a:solidFill>
            </a:endParaRPr>
          </a:p>
        </p:txBody>
      </p:sp>
      <p:sp>
        <p:nvSpPr>
          <p:cNvPr id="4" name="TextBox 3">
            <a:extLst>
              <a:ext uri="{FF2B5EF4-FFF2-40B4-BE49-F238E27FC236}">
                <a16:creationId xmlns:a16="http://schemas.microsoft.com/office/drawing/2014/main" id="{40820D3A-368D-4C67-BD5F-FA377E3D7ABA}"/>
              </a:ext>
            </a:extLst>
          </p:cNvPr>
          <p:cNvSpPr txBox="1"/>
          <p:nvPr/>
        </p:nvSpPr>
        <p:spPr>
          <a:xfrm>
            <a:off x="2312194" y="4800600"/>
            <a:ext cx="9601200" cy="1384995"/>
          </a:xfrm>
          <a:prstGeom prst="rect">
            <a:avLst/>
          </a:prstGeom>
          <a:noFill/>
        </p:spPr>
        <p:txBody>
          <a:bodyPr wrap="square">
            <a:spAutoFit/>
          </a:bodyPr>
          <a:lstStyle/>
          <a:p>
            <a:pPr algn="r"/>
            <a:r>
              <a:rPr kumimoji="0" lang="en-US" alt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Aharoni" panose="02010803020104030203" pitchFamily="2" charset="-79"/>
                <a:ea typeface="+mj-ea"/>
                <a:cs typeface="Aharoni" panose="02010803020104030203" pitchFamily="2" charset="-79"/>
              </a:rPr>
              <a:t>Maham Noor </a:t>
            </a:r>
          </a:p>
          <a:p>
            <a:pPr algn="r"/>
            <a:r>
              <a:rPr lang="en-US" sz="2800" dirty="0">
                <a:solidFill>
                  <a:srgbClr val="C00000"/>
                </a:solidFill>
                <a:effectLst>
                  <a:outerShdw blurRad="38100" dist="38100" dir="2700000" algn="tl">
                    <a:srgbClr val="000000">
                      <a:alpha val="43137"/>
                    </a:srgbClr>
                  </a:outerShdw>
                </a:effectLst>
                <a:latin typeface="Aharoni" panose="02010803020104030203" pitchFamily="2" charset="-79"/>
                <a:ea typeface="+mj-ea"/>
                <a:cs typeface="Aharoni" panose="02010803020104030203" pitchFamily="2" charset="-79"/>
              </a:rPr>
              <a:t>Lecturer</a:t>
            </a:r>
          </a:p>
          <a:p>
            <a:pPr algn="r"/>
            <a:r>
              <a:rPr lang="en-US" sz="2800" dirty="0">
                <a:solidFill>
                  <a:srgbClr val="C00000"/>
                </a:solidFill>
                <a:effectLst>
                  <a:outerShdw blurRad="38100" dist="38100" dir="2700000" algn="tl">
                    <a:srgbClr val="000000">
                      <a:alpha val="43137"/>
                    </a:srgbClr>
                  </a:outerShdw>
                </a:effectLst>
                <a:latin typeface="Aharoni" panose="02010803020104030203" pitchFamily="2" charset="-79"/>
                <a:ea typeface="+mj-ea"/>
                <a:cs typeface="Aharoni" panose="02010803020104030203" pitchFamily="2" charset="-79"/>
              </a:rPr>
              <a:t>University of Central Punjab</a:t>
            </a:r>
            <a:endParaRPr lang="en-PK"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BF788-1374-44D0-8686-E1185E70ED9E}"/>
              </a:ext>
            </a:extLst>
          </p:cNvPr>
          <p:cNvSpPr>
            <a:spLocks noGrp="1"/>
          </p:cNvSpPr>
          <p:nvPr>
            <p:ph type="title"/>
          </p:nvPr>
        </p:nvSpPr>
        <p:spPr/>
        <p:txBody>
          <a:bodyPr/>
          <a:lstStyle/>
          <a:p>
            <a:r>
              <a:rPr lang="en-US" dirty="0"/>
              <a:t>Weightage</a:t>
            </a:r>
            <a:endParaRPr lang="en-PK" dirty="0"/>
          </a:p>
        </p:txBody>
      </p:sp>
      <p:graphicFrame>
        <p:nvGraphicFramePr>
          <p:cNvPr id="5" name="Table 5">
            <a:extLst>
              <a:ext uri="{FF2B5EF4-FFF2-40B4-BE49-F238E27FC236}">
                <a16:creationId xmlns:a16="http://schemas.microsoft.com/office/drawing/2014/main" id="{B839EB87-17FE-4C24-A71A-1476202F545B}"/>
              </a:ext>
            </a:extLst>
          </p:cNvPr>
          <p:cNvGraphicFramePr>
            <a:graphicFrameLocks noGrp="1"/>
          </p:cNvGraphicFramePr>
          <p:nvPr>
            <p:ph idx="1"/>
            <p:extLst>
              <p:ext uri="{D42A27DB-BD31-4B8C-83A1-F6EECF244321}">
                <p14:modId xmlns:p14="http://schemas.microsoft.com/office/powerpoint/2010/main" val="2735618556"/>
              </p:ext>
            </p:extLst>
          </p:nvPr>
        </p:nvGraphicFramePr>
        <p:xfrm>
          <a:off x="2667000" y="2819400"/>
          <a:ext cx="6428064" cy="2414891"/>
        </p:xfrm>
        <a:graphic>
          <a:graphicData uri="http://schemas.openxmlformats.org/drawingml/2006/table">
            <a:tbl>
              <a:tblPr firstRow="1" bandRow="1">
                <a:tableStyleId>{5C22544A-7EE6-4342-B048-85BDC9FD1C3A}</a:tableStyleId>
              </a:tblPr>
              <a:tblGrid>
                <a:gridCol w="2008464">
                  <a:extLst>
                    <a:ext uri="{9D8B030D-6E8A-4147-A177-3AD203B41FA5}">
                      <a16:colId xmlns:a16="http://schemas.microsoft.com/office/drawing/2014/main" val="74399020"/>
                    </a:ext>
                  </a:extLst>
                </a:gridCol>
                <a:gridCol w="4419600">
                  <a:extLst>
                    <a:ext uri="{9D8B030D-6E8A-4147-A177-3AD203B41FA5}">
                      <a16:colId xmlns:a16="http://schemas.microsoft.com/office/drawing/2014/main" val="2580768590"/>
                    </a:ext>
                  </a:extLst>
                </a:gridCol>
              </a:tblGrid>
              <a:tr h="389269">
                <a:tc gridSpan="2">
                  <a:txBody>
                    <a:bodyPr/>
                    <a:lstStyle/>
                    <a:p>
                      <a:pPr algn="ctr"/>
                      <a:r>
                        <a:rPr lang="en-US" sz="2800" dirty="0"/>
                        <a:t>Reminder </a:t>
                      </a:r>
                      <a:endParaRPr lang="en-PK" sz="2800" dirty="0"/>
                    </a:p>
                  </a:txBody>
                  <a:tcPr/>
                </a:tc>
                <a:tc hMerge="1">
                  <a:txBody>
                    <a:bodyPr/>
                    <a:lstStyle/>
                    <a:p>
                      <a:endParaRPr lang="en-PK" sz="1800" dirty="0"/>
                    </a:p>
                  </a:txBody>
                  <a:tcPr/>
                </a:tc>
                <a:extLst>
                  <a:ext uri="{0D108BD9-81ED-4DB2-BD59-A6C34878D82A}">
                    <a16:rowId xmlns:a16="http://schemas.microsoft.com/office/drawing/2014/main" val="2699001740"/>
                  </a:ext>
                </a:extLst>
              </a:tr>
              <a:tr h="1896731">
                <a:tc>
                  <a:txBody>
                    <a:bodyPr/>
                    <a:lstStyle/>
                    <a:p>
                      <a:r>
                        <a:rPr lang="en-US" sz="1800" dirty="0"/>
                        <a:t>Assessments</a:t>
                      </a:r>
                      <a:endParaRPr lang="en-PK" sz="1800" dirty="0"/>
                    </a:p>
                  </a:txBody>
                  <a:tcPr/>
                </a:tc>
                <a:tc>
                  <a:txBody>
                    <a:bodyPr/>
                    <a:lstStyle/>
                    <a:p>
                      <a:pPr>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800" dirty="0">
                          <a:effectLst/>
                          <a:latin typeface="Times New Roman" panose="02020603050405020304" pitchFamily="18" charset="0"/>
                          <a:ea typeface="Times New Roman" panose="02020603050405020304" pitchFamily="18" charset="0"/>
                        </a:rPr>
                        <a:t>Quizzes (15%),</a:t>
                      </a:r>
                      <a:endParaRPr lang="en-PK" sz="1800" dirty="0">
                        <a:effectLst/>
                        <a:latin typeface="Times New Roman" panose="02020603050405020304" pitchFamily="18" charset="0"/>
                        <a:ea typeface="Times New Roman" panose="02020603050405020304" pitchFamily="18" charset="0"/>
                      </a:endParaRPr>
                    </a:p>
                    <a:p>
                      <a:pPr>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800" dirty="0">
                          <a:effectLst/>
                          <a:latin typeface="Times New Roman" panose="02020603050405020304" pitchFamily="18" charset="0"/>
                          <a:ea typeface="Times New Roman" panose="02020603050405020304" pitchFamily="18" charset="0"/>
                        </a:rPr>
                        <a:t>Assignments (15%), </a:t>
                      </a:r>
                      <a:endParaRPr lang="en-PK" sz="1800" dirty="0">
                        <a:effectLst/>
                        <a:latin typeface="Times New Roman" panose="02020603050405020304" pitchFamily="18" charset="0"/>
                        <a:ea typeface="Times New Roman" panose="02020603050405020304" pitchFamily="18" charset="0"/>
                      </a:endParaRPr>
                    </a:p>
                    <a:p>
                      <a:pPr>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800" dirty="0">
                          <a:effectLst/>
                          <a:latin typeface="Times New Roman" panose="02020603050405020304" pitchFamily="18" charset="0"/>
                          <a:ea typeface="Times New Roman" panose="02020603050405020304" pitchFamily="18" charset="0"/>
                        </a:rPr>
                        <a:t>Mid Term (25%), </a:t>
                      </a:r>
                      <a:endParaRPr lang="en-PK" sz="1800" dirty="0">
                        <a:effectLst/>
                        <a:latin typeface="Times New Roman" panose="02020603050405020304" pitchFamily="18" charset="0"/>
                        <a:ea typeface="Times New Roman" panose="02020603050405020304" pitchFamily="18" charset="0"/>
                      </a:endParaRPr>
                    </a:p>
                    <a:p>
                      <a:pPr>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800" dirty="0">
                          <a:effectLst/>
                          <a:latin typeface="Times New Roman" panose="02020603050405020304" pitchFamily="18" charset="0"/>
                          <a:ea typeface="Times New Roman" panose="02020603050405020304" pitchFamily="18" charset="0"/>
                        </a:rPr>
                        <a:t>Final Term (40%), </a:t>
                      </a:r>
                      <a:endParaRPr lang="en-PK" sz="1800" dirty="0">
                        <a:effectLst/>
                        <a:latin typeface="Times New Roman" panose="02020603050405020304" pitchFamily="18" charset="0"/>
                        <a:ea typeface="Times New Roman" panose="02020603050405020304" pitchFamily="18" charset="0"/>
                      </a:endParaRPr>
                    </a:p>
                    <a:p>
                      <a:pPr>
                        <a:spcBef>
                          <a:spcPts val="200"/>
                        </a:spcBef>
                        <a:spcAft>
                          <a:spcPts val="200"/>
                        </a:spcAft>
                        <a:tabLst>
                          <a:tab pos="-182880" algn="l"/>
                          <a:tab pos="640080" algn="l"/>
                          <a:tab pos="868680" algn="l"/>
                          <a:tab pos="1097280" algn="l"/>
                          <a:tab pos="1325880" algn="l"/>
                          <a:tab pos="1554480" algn="l"/>
                          <a:tab pos="1783080" algn="l"/>
                          <a:tab pos="2011680" algn="l"/>
                          <a:tab pos="2240280" algn="l"/>
                          <a:tab pos="2468880" algn="l"/>
                          <a:tab pos="2697480" algn="l"/>
                          <a:tab pos="2926080" algn="l"/>
                          <a:tab pos="3154680" algn="l"/>
                          <a:tab pos="3314700" algn="l"/>
                          <a:tab pos="3611880" algn="l"/>
                          <a:tab pos="3840480" algn="l"/>
                          <a:tab pos="4069080" algn="l"/>
                          <a:tab pos="4297680" algn="l"/>
                          <a:tab pos="4526280" algn="l"/>
                          <a:tab pos="4754880" algn="l"/>
                          <a:tab pos="5143500" algn="l"/>
                          <a:tab pos="5326380" algn="l"/>
                          <a:tab pos="5486400" algn="l"/>
                        </a:tabLst>
                      </a:pPr>
                      <a:r>
                        <a:rPr lang="en-US" sz="1800" dirty="0">
                          <a:effectLst/>
                          <a:latin typeface="Times New Roman" panose="02020603050405020304" pitchFamily="18" charset="0"/>
                          <a:ea typeface="Times New Roman" panose="02020603050405020304" pitchFamily="18" charset="0"/>
                        </a:rPr>
                        <a:t>Class Participation (5%), </a:t>
                      </a:r>
                      <a:endParaRPr lang="en-PK" sz="18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161147327"/>
                  </a:ext>
                </a:extLst>
              </a:tr>
            </a:tbl>
          </a:graphicData>
        </a:graphic>
      </p:graphicFrame>
      <p:sp>
        <p:nvSpPr>
          <p:cNvPr id="4" name="Slide Number Placeholder 3">
            <a:extLst>
              <a:ext uri="{FF2B5EF4-FFF2-40B4-BE49-F238E27FC236}">
                <a16:creationId xmlns:a16="http://schemas.microsoft.com/office/drawing/2014/main" id="{117098C2-A70D-4838-8561-EC3286AE58D4}"/>
              </a:ext>
            </a:extLst>
          </p:cNvPr>
          <p:cNvSpPr>
            <a:spLocks noGrp="1"/>
          </p:cNvSpPr>
          <p:nvPr>
            <p:ph type="sldNum" sz="quarter" idx="12"/>
          </p:nvPr>
        </p:nvSpPr>
        <p:spPr/>
        <p:txBody>
          <a:bodyPr/>
          <a:lstStyle/>
          <a:p>
            <a:pPr>
              <a:defRPr/>
            </a:pPr>
            <a:fld id="{A3ACB5C1-21FF-4B0B-93FC-A7F2195E8F7F}" type="slidenum">
              <a:rPr lang="en-US" altLang="en-US" smtClean="0"/>
              <a:pPr>
                <a:defRPr/>
              </a:pPr>
              <a:t>2</a:t>
            </a:fld>
            <a:endParaRPr lang="en-US" altLang="en-US" sz="2000"/>
          </a:p>
        </p:txBody>
      </p:sp>
    </p:spTree>
    <p:extLst>
      <p:ext uri="{BB962C8B-B14F-4D97-AF65-F5344CB8AC3E}">
        <p14:creationId xmlns:p14="http://schemas.microsoft.com/office/powerpoint/2010/main" val="1534137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C3B36-92F3-4FC0-81FB-ADA914735342}"/>
              </a:ext>
            </a:extLst>
          </p:cNvPr>
          <p:cNvSpPr>
            <a:spLocks noGrp="1"/>
          </p:cNvSpPr>
          <p:nvPr>
            <p:ph type="title"/>
          </p:nvPr>
        </p:nvSpPr>
        <p:spPr/>
        <p:txBody>
          <a:bodyPr/>
          <a:lstStyle/>
          <a:p>
            <a:r>
              <a:rPr lang="en-US" dirty="0"/>
              <a:t>This week</a:t>
            </a:r>
            <a:endParaRPr lang="en-PK" dirty="0"/>
          </a:p>
        </p:txBody>
      </p:sp>
      <p:graphicFrame>
        <p:nvGraphicFramePr>
          <p:cNvPr id="5" name="Content Placeholder 4">
            <a:extLst>
              <a:ext uri="{FF2B5EF4-FFF2-40B4-BE49-F238E27FC236}">
                <a16:creationId xmlns:a16="http://schemas.microsoft.com/office/drawing/2014/main" id="{7AEE709C-158B-4581-B5FC-1C09FA695EE0}"/>
              </a:ext>
            </a:extLst>
          </p:cNvPr>
          <p:cNvGraphicFramePr>
            <a:graphicFrameLocks noGrp="1"/>
          </p:cNvGraphicFramePr>
          <p:nvPr>
            <p:ph idx="1"/>
            <p:extLst>
              <p:ext uri="{D42A27DB-BD31-4B8C-83A1-F6EECF244321}">
                <p14:modId xmlns:p14="http://schemas.microsoft.com/office/powerpoint/2010/main" val="3057107795"/>
              </p:ext>
            </p:extLst>
          </p:nvPr>
        </p:nvGraphicFramePr>
        <p:xfrm>
          <a:off x="1143000" y="1828801"/>
          <a:ext cx="9701011" cy="4114800"/>
        </p:xfrm>
        <a:graphic>
          <a:graphicData uri="http://schemas.openxmlformats.org/drawingml/2006/table">
            <a:tbl>
              <a:tblPr firstRow="1" firstCol="1" lastRow="1" lastCol="1" bandRow="1" bandCol="1">
                <a:tableStyleId>{69012ECD-51FC-41F1-AA8D-1B2483CD663E}</a:tableStyleId>
              </a:tblPr>
              <a:tblGrid>
                <a:gridCol w="782790">
                  <a:extLst>
                    <a:ext uri="{9D8B030D-6E8A-4147-A177-3AD203B41FA5}">
                      <a16:colId xmlns:a16="http://schemas.microsoft.com/office/drawing/2014/main" val="39957282"/>
                    </a:ext>
                  </a:extLst>
                </a:gridCol>
                <a:gridCol w="1416151">
                  <a:extLst>
                    <a:ext uri="{9D8B030D-6E8A-4147-A177-3AD203B41FA5}">
                      <a16:colId xmlns:a16="http://schemas.microsoft.com/office/drawing/2014/main" val="4079688955"/>
                    </a:ext>
                  </a:extLst>
                </a:gridCol>
                <a:gridCol w="4889067">
                  <a:extLst>
                    <a:ext uri="{9D8B030D-6E8A-4147-A177-3AD203B41FA5}">
                      <a16:colId xmlns:a16="http://schemas.microsoft.com/office/drawing/2014/main" val="2869618159"/>
                    </a:ext>
                  </a:extLst>
                </a:gridCol>
                <a:gridCol w="1234978">
                  <a:extLst>
                    <a:ext uri="{9D8B030D-6E8A-4147-A177-3AD203B41FA5}">
                      <a16:colId xmlns:a16="http://schemas.microsoft.com/office/drawing/2014/main" val="604124902"/>
                    </a:ext>
                  </a:extLst>
                </a:gridCol>
                <a:gridCol w="1378025">
                  <a:extLst>
                    <a:ext uri="{9D8B030D-6E8A-4147-A177-3AD203B41FA5}">
                      <a16:colId xmlns:a16="http://schemas.microsoft.com/office/drawing/2014/main" val="3528446055"/>
                    </a:ext>
                  </a:extLst>
                </a:gridCol>
              </a:tblGrid>
              <a:tr h="699631">
                <a:tc>
                  <a:txBody>
                    <a:bodyPr/>
                    <a:lstStyle/>
                    <a:p>
                      <a:pPr algn="l"/>
                      <a:r>
                        <a:rPr lang="en-US" sz="1600" dirty="0">
                          <a:effectLst/>
                        </a:rPr>
                        <a:t>Week</a:t>
                      </a:r>
                      <a:endParaRPr lang="en-PK" sz="16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tabLst>
                          <a:tab pos="1890395" algn="ctr"/>
                        </a:tabLst>
                      </a:pPr>
                      <a:r>
                        <a:rPr lang="en-US" sz="1600" dirty="0">
                          <a:effectLst/>
                        </a:rPr>
                        <a:t>Lecture No.</a:t>
                      </a:r>
                      <a:endParaRPr lang="en-PK" sz="16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tabLst>
                          <a:tab pos="457200" algn="l"/>
                          <a:tab pos="914400" algn="l"/>
                          <a:tab pos="1371600" algn="l"/>
                        </a:tabLst>
                      </a:pPr>
                      <a:r>
                        <a:rPr lang="en-US" sz="1600" dirty="0">
                          <a:effectLst/>
                        </a:rPr>
                        <a:t>Contents of the lecture </a:t>
                      </a:r>
                      <a:endParaRPr lang="en-PK" sz="16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l"/>
                      <a:r>
                        <a:rPr lang="en-US" sz="1600" dirty="0">
                          <a:effectLst/>
                        </a:rPr>
                        <a:t>Book</a:t>
                      </a:r>
                      <a:endParaRPr lang="en-PK" sz="16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r>
                        <a:rPr lang="en-US" sz="1600" dirty="0">
                          <a:effectLst/>
                        </a:rPr>
                        <a:t>CLO</a:t>
                      </a:r>
                      <a:endParaRPr lang="en-PK" sz="16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315058218"/>
                  </a:ext>
                </a:extLst>
              </a:tr>
              <a:tr h="1875979">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rPr>
                        <a:t>5</a:t>
                      </a:r>
                      <a:endParaRPr lang="en-PK" sz="1800" dirty="0">
                        <a:effectLst/>
                      </a:endParaRPr>
                    </a:p>
                    <a:p>
                      <a:endParaRPr lang="en-PK" dirty="0"/>
                    </a:p>
                  </a:txBody>
                  <a:tcPr marL="68580" marR="68580" marT="0" marB="0" anchor="ctr"/>
                </a:tc>
                <a:tc>
                  <a:txBody>
                    <a:bodyPr/>
                    <a:lstStyle/>
                    <a:p>
                      <a:pPr algn="l"/>
                      <a:r>
                        <a:rPr lang="en-US" sz="1600" dirty="0">
                          <a:effectLst/>
                        </a:rPr>
                        <a:t>Lec#10:</a:t>
                      </a:r>
                      <a:endParaRPr lang="en-PK" sz="1600" dirty="0">
                        <a:effectLst/>
                      </a:endParaRPr>
                    </a:p>
                    <a:p>
                      <a:pPr algn="l"/>
                      <a:r>
                        <a:rPr lang="en-US" sz="1600" dirty="0">
                          <a:effectLst/>
                        </a:rPr>
                        <a:t> </a:t>
                      </a:r>
                      <a:endParaRPr lang="en-PK" sz="16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r>
                        <a:rPr lang="en-US" sz="1600" dirty="0">
                          <a:effectLst/>
                        </a:rPr>
                        <a:t>Patents</a:t>
                      </a:r>
                      <a:endParaRPr lang="en-PK" sz="1600" dirty="0">
                        <a:effectLst/>
                      </a:endParaRPr>
                    </a:p>
                    <a:p>
                      <a:pPr algn="l"/>
                      <a:r>
                        <a:rPr lang="en-US" sz="1600" dirty="0">
                          <a:effectLst/>
                        </a:rPr>
                        <a:t>Software patents </a:t>
                      </a:r>
                      <a:endParaRPr lang="en-PK" sz="1600" dirty="0">
                        <a:effectLst/>
                      </a:endParaRPr>
                    </a:p>
                    <a:p>
                      <a:pPr algn="l"/>
                      <a:r>
                        <a:rPr lang="en-US" sz="1600" dirty="0">
                          <a:effectLst/>
                        </a:rPr>
                        <a:t>Trade Secrets</a:t>
                      </a:r>
                      <a:endParaRPr lang="en-PK" sz="1600" dirty="0">
                        <a:effectLst/>
                      </a:endParaRPr>
                    </a:p>
                    <a:p>
                      <a:pPr algn="l"/>
                      <a:r>
                        <a:rPr lang="en-US" sz="1600" dirty="0">
                          <a:effectLst/>
                        </a:rPr>
                        <a:t>Key intellectual Property issues </a:t>
                      </a:r>
                      <a:endParaRPr lang="en-PK" sz="1600" dirty="0">
                        <a:effectLst/>
                      </a:endParaRPr>
                    </a:p>
                    <a:p>
                      <a:pPr algn="l"/>
                      <a:r>
                        <a:rPr lang="en-US" sz="1600" dirty="0">
                          <a:effectLst/>
                        </a:rPr>
                        <a:t>Plagiarism </a:t>
                      </a:r>
                      <a:endParaRPr lang="en-PK" sz="1600" dirty="0">
                        <a:effectLst/>
                      </a:endParaRPr>
                    </a:p>
                    <a:p>
                      <a:pPr algn="l"/>
                      <a:r>
                        <a:rPr lang="en-US" sz="1600" dirty="0">
                          <a:effectLst/>
                        </a:rPr>
                        <a:t>Reverse Engineering</a:t>
                      </a:r>
                      <a:endParaRPr lang="en-PK" sz="1600" dirty="0">
                        <a:effectLst/>
                      </a:endParaRPr>
                    </a:p>
                    <a:p>
                      <a:pPr algn="l"/>
                      <a:r>
                        <a:rPr lang="en-US" sz="1600" dirty="0">
                          <a:effectLst/>
                        </a:rPr>
                        <a:t>Cybersquatting</a:t>
                      </a:r>
                      <a:endParaRPr lang="en-PK" sz="1600" dirty="0">
                        <a:effectLst/>
                      </a:endParaRPr>
                    </a:p>
                  </a:txBody>
                  <a:tcPr marL="68580" marR="68580" marT="0" marB="0"/>
                </a:tc>
                <a:tc>
                  <a:txBody>
                    <a:bodyPr/>
                    <a:lstStyle/>
                    <a:p>
                      <a:pPr algn="l"/>
                      <a:r>
                        <a:rPr lang="en-US" sz="1600" dirty="0">
                          <a:effectLst/>
                        </a:rPr>
                        <a:t>T.B Chapter#6</a:t>
                      </a:r>
                      <a:endParaRPr lang="en-PK" sz="1600" dirty="0">
                        <a:effectLst/>
                        <a:latin typeface="Times New Roman" panose="02020603050405020304" pitchFamily="18" charset="0"/>
                        <a:ea typeface="Times New Roman" panose="02020603050405020304" pitchFamily="18" charset="0"/>
                      </a:endParaRPr>
                    </a:p>
                  </a:txBody>
                  <a:tcPr marL="68580" marR="68580" marT="0" marB="0" anchor="ctr"/>
                </a:tc>
                <a:tc rowSpan="2">
                  <a:txBody>
                    <a:bodyPr/>
                    <a:lstStyle/>
                    <a:p>
                      <a:pPr algn="ctr"/>
                      <a:r>
                        <a:rPr lang="en-US" sz="1600" dirty="0">
                          <a:effectLst/>
                        </a:rPr>
                        <a:t> </a:t>
                      </a:r>
                    </a:p>
                    <a:p>
                      <a:pPr algn="ctr"/>
                      <a:endParaRPr lang="en-US" sz="1600" dirty="0">
                        <a:effectLst/>
                      </a:endParaRPr>
                    </a:p>
                    <a:p>
                      <a:pPr algn="ctr"/>
                      <a:endParaRPr lang="en-US" sz="1600" dirty="0">
                        <a:effectLst/>
                      </a:endParaRPr>
                    </a:p>
                    <a:p>
                      <a:pPr algn="ctr"/>
                      <a:endParaRPr lang="en-US" sz="1600" dirty="0">
                        <a:effectLst/>
                      </a:endParaRPr>
                    </a:p>
                    <a:p>
                      <a:pPr algn="ctr"/>
                      <a:endParaRPr lang="en-US" sz="1600" dirty="0">
                        <a:effectLst/>
                      </a:endParaRPr>
                    </a:p>
                    <a:p>
                      <a:pPr algn="ctr"/>
                      <a:endParaRPr lang="en-US" sz="1600" dirty="0">
                        <a:effectLst/>
                      </a:endParaRPr>
                    </a:p>
                    <a:p>
                      <a:pPr algn="ctr"/>
                      <a:endParaRPr lang="en-US" sz="1600" dirty="0">
                        <a:effectLst/>
                      </a:endParaRPr>
                    </a:p>
                    <a:p>
                      <a:pPr algn="ctr"/>
                      <a:r>
                        <a:rPr lang="en-US" sz="1600" dirty="0">
                          <a:effectLst/>
                        </a:rPr>
                        <a:t>CLO1</a:t>
                      </a:r>
                      <a:endParaRPr lang="en-PK" sz="1600" dirty="0">
                        <a:effectLst/>
                        <a:latin typeface="Times New Roman" panose="02020603050405020304" pitchFamily="18" charset="0"/>
                      </a:endParaRPr>
                    </a:p>
                  </a:txBody>
                  <a:tcPr marL="68580" marR="68580" marT="0" marB="0"/>
                </a:tc>
                <a:extLst>
                  <a:ext uri="{0D108BD9-81ED-4DB2-BD59-A6C34878D82A}">
                    <a16:rowId xmlns:a16="http://schemas.microsoft.com/office/drawing/2014/main" val="1311581523"/>
                  </a:ext>
                </a:extLst>
              </a:tr>
              <a:tr h="1539190">
                <a:tc vMerge="1">
                  <a:txBody>
                    <a:bodyPr/>
                    <a:lstStyle/>
                    <a:p>
                      <a:pPr algn="l"/>
                      <a:endParaRPr lang="en-PK" sz="16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Lec#9:</a:t>
                      </a:r>
                      <a:endParaRPr lang="en-PK" sz="1600" dirty="0">
                        <a:effectLst/>
                      </a:endParaRPr>
                    </a:p>
                    <a:p>
                      <a:pPr algn="l"/>
                      <a:endParaRPr lang="en-PK" sz="16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tabLst>
                          <a:tab pos="457200" algn="l"/>
                          <a:tab pos="914400" algn="l"/>
                          <a:tab pos="1371600" algn="l"/>
                        </a:tabLst>
                      </a:pPr>
                      <a:r>
                        <a:rPr lang="en-US" sz="1600" u="sng" dirty="0">
                          <a:effectLst/>
                        </a:rPr>
                        <a:t>Intellectual Property</a:t>
                      </a:r>
                      <a:endParaRPr lang="en-PK" sz="1600" dirty="0">
                        <a:effectLst/>
                      </a:endParaRPr>
                    </a:p>
                    <a:p>
                      <a:pPr algn="l"/>
                      <a:r>
                        <a:rPr lang="en-US" sz="1600" dirty="0">
                          <a:effectLst/>
                        </a:rPr>
                        <a:t>What is Intellectual Property?</a:t>
                      </a:r>
                      <a:endParaRPr lang="en-PK" sz="1600" dirty="0">
                        <a:effectLst/>
                      </a:endParaRPr>
                    </a:p>
                    <a:p>
                      <a:pPr algn="l"/>
                      <a:r>
                        <a:rPr lang="en-US" sz="1600" dirty="0">
                          <a:effectLst/>
                        </a:rPr>
                        <a:t>Software Copyright Protection</a:t>
                      </a:r>
                      <a:endParaRPr lang="en-PK" sz="1600" dirty="0">
                        <a:effectLst/>
                      </a:endParaRPr>
                    </a:p>
                    <a:p>
                      <a:pPr algn="l"/>
                      <a:r>
                        <a:rPr lang="en-US" sz="1600" dirty="0">
                          <a:effectLst/>
                        </a:rPr>
                        <a:t>Fair Use Doctrine</a:t>
                      </a:r>
                      <a:endParaRPr lang="en-PK" sz="1600" dirty="0">
                        <a:effectLst/>
                      </a:endParaRPr>
                    </a:p>
                    <a:p>
                      <a:pPr algn="l">
                        <a:tabLst>
                          <a:tab pos="1890395" algn="ctr"/>
                        </a:tabLst>
                      </a:pPr>
                      <a:r>
                        <a:rPr lang="en-US" sz="1600" dirty="0">
                          <a:effectLst/>
                        </a:rPr>
                        <a:t> </a:t>
                      </a:r>
                      <a:endParaRPr lang="en-PK" sz="16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l"/>
                      <a:r>
                        <a:rPr lang="en-US" sz="1600" dirty="0">
                          <a:effectLst/>
                        </a:rPr>
                        <a:t> T.B Chapter#6</a:t>
                      </a:r>
                      <a:endParaRPr lang="en-PK" sz="1600" dirty="0">
                        <a:effectLst/>
                        <a:latin typeface="Times New Roman" panose="02020603050405020304" pitchFamily="18" charset="0"/>
                        <a:ea typeface="Times New Roman" panose="02020603050405020304" pitchFamily="18" charset="0"/>
                      </a:endParaRPr>
                    </a:p>
                  </a:txBody>
                  <a:tcPr marL="68580" marR="68580" marT="0" marB="0" anchor="ctr"/>
                </a:tc>
                <a:tc vMerge="1">
                  <a:txBody>
                    <a:bodyPr/>
                    <a:lstStyle/>
                    <a:p>
                      <a:pPr algn="ctr"/>
                      <a:r>
                        <a:rPr lang="en-US" sz="1600" dirty="0">
                          <a:effectLst/>
                        </a:rPr>
                        <a:t>CLO1</a:t>
                      </a:r>
                      <a:endParaRPr lang="en-PK" sz="16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769426262"/>
                  </a:ext>
                </a:extLst>
              </a:tr>
            </a:tbl>
          </a:graphicData>
        </a:graphic>
      </p:graphicFrame>
      <p:sp>
        <p:nvSpPr>
          <p:cNvPr id="4" name="Slide Number Placeholder 3">
            <a:extLst>
              <a:ext uri="{FF2B5EF4-FFF2-40B4-BE49-F238E27FC236}">
                <a16:creationId xmlns:a16="http://schemas.microsoft.com/office/drawing/2014/main" id="{9A8EA36F-C11C-4CDA-B251-33E554B1BCBB}"/>
              </a:ext>
            </a:extLst>
          </p:cNvPr>
          <p:cNvSpPr>
            <a:spLocks noGrp="1"/>
          </p:cNvSpPr>
          <p:nvPr>
            <p:ph type="sldNum" sz="quarter" idx="12"/>
          </p:nvPr>
        </p:nvSpPr>
        <p:spPr/>
        <p:txBody>
          <a:bodyPr/>
          <a:lstStyle/>
          <a:p>
            <a:pPr>
              <a:defRPr/>
            </a:pPr>
            <a:fld id="{A3ACB5C1-21FF-4B0B-93FC-A7F2195E8F7F}" type="slidenum">
              <a:rPr lang="en-US" altLang="en-US" smtClean="0"/>
              <a:pPr>
                <a:defRPr/>
              </a:pPr>
              <a:t>3</a:t>
            </a:fld>
            <a:endParaRPr lang="en-US" altLang="en-US" sz="2000"/>
          </a:p>
        </p:txBody>
      </p:sp>
    </p:spTree>
    <p:extLst>
      <p:ext uri="{BB962C8B-B14F-4D97-AF65-F5344CB8AC3E}">
        <p14:creationId xmlns:p14="http://schemas.microsoft.com/office/powerpoint/2010/main" val="1720184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06FF5-933F-43B6-9C2B-934F1FDB374A}"/>
              </a:ext>
            </a:extLst>
          </p:cNvPr>
          <p:cNvSpPr>
            <a:spLocks noGrp="1"/>
          </p:cNvSpPr>
          <p:nvPr>
            <p:ph type="title"/>
          </p:nvPr>
        </p:nvSpPr>
        <p:spPr/>
        <p:txBody>
          <a:bodyPr/>
          <a:lstStyle/>
          <a:p>
            <a:r>
              <a:rPr lang="en-US" dirty="0"/>
              <a:t>Content of this week is based on CLO 01</a:t>
            </a:r>
            <a:endParaRPr lang="en-PK" dirty="0"/>
          </a:p>
        </p:txBody>
      </p:sp>
      <p:sp>
        <p:nvSpPr>
          <p:cNvPr id="3" name="Content Placeholder 2">
            <a:extLst>
              <a:ext uri="{FF2B5EF4-FFF2-40B4-BE49-F238E27FC236}">
                <a16:creationId xmlns:a16="http://schemas.microsoft.com/office/drawing/2014/main" id="{D827B513-FBC2-44E3-AFEB-FFC0091F4D43}"/>
              </a:ext>
            </a:extLst>
          </p:cNvPr>
          <p:cNvSpPr>
            <a:spLocks noGrp="1"/>
          </p:cNvSpPr>
          <p:nvPr>
            <p:ph idx="1"/>
          </p:nvPr>
        </p:nvSpPr>
        <p:spPr/>
        <p:txBody>
          <a:bodyPr>
            <a:normAutofit/>
          </a:bodyPr>
          <a:lstStyle/>
          <a:p>
            <a:pPr marL="0" indent="0">
              <a:buNone/>
              <a:tabLst>
                <a:tab pos="457200" algn="l"/>
                <a:tab pos="914400" algn="l"/>
                <a:tab pos="1371600" algn="l"/>
              </a:tabLst>
            </a:pPr>
            <a:r>
              <a:rPr lang="en-US" sz="1600" b="1" u="sng" dirty="0">
                <a:effectLst/>
                <a:latin typeface="Aharoni" panose="02010803020104030203" pitchFamily="2" charset="-79"/>
                <a:ea typeface="Times New Roman" panose="02020603050405020304" pitchFamily="18" charset="0"/>
              </a:rPr>
              <a:t>Intellectual Property</a:t>
            </a:r>
            <a:endParaRPr lang="en-PK" sz="1600" dirty="0">
              <a:effectLst/>
              <a:latin typeface="Aharoni" panose="02010803020104030203" pitchFamily="2" charset="-79"/>
              <a:ea typeface="Times New Roman" panose="02020603050405020304" pitchFamily="18" charset="0"/>
            </a:endParaRPr>
          </a:p>
          <a:p>
            <a:r>
              <a:rPr lang="en-US" sz="1600" dirty="0">
                <a:effectLst/>
                <a:latin typeface="Aharoni" panose="02010803020104030203" pitchFamily="2" charset="-79"/>
                <a:ea typeface="Times New Roman" panose="02020603050405020304" pitchFamily="18" charset="0"/>
              </a:rPr>
              <a:t>What is Intellectual Property?</a:t>
            </a:r>
            <a:endParaRPr lang="en-PK" sz="1600" dirty="0">
              <a:effectLst/>
              <a:latin typeface="Aharoni" panose="02010803020104030203" pitchFamily="2" charset="-79"/>
              <a:ea typeface="Times New Roman" panose="02020603050405020304" pitchFamily="18" charset="0"/>
            </a:endParaRPr>
          </a:p>
          <a:p>
            <a:r>
              <a:rPr lang="en-US" sz="1600" dirty="0">
                <a:effectLst/>
                <a:latin typeface="Aharoni" panose="02010803020104030203" pitchFamily="2" charset="-79"/>
                <a:ea typeface="Times New Roman" panose="02020603050405020304" pitchFamily="18" charset="0"/>
              </a:rPr>
              <a:t>Software Copyright Protection</a:t>
            </a:r>
            <a:endParaRPr lang="en-PK" sz="1600" dirty="0">
              <a:effectLst/>
              <a:latin typeface="Aharoni" panose="02010803020104030203" pitchFamily="2" charset="-79"/>
              <a:ea typeface="Times New Roman" panose="02020603050405020304" pitchFamily="18" charset="0"/>
            </a:endParaRPr>
          </a:p>
          <a:p>
            <a:r>
              <a:rPr lang="en-US" sz="1600" dirty="0">
                <a:effectLst/>
                <a:latin typeface="Aharoni" panose="02010803020104030203" pitchFamily="2" charset="-79"/>
                <a:ea typeface="Times New Roman" panose="02020603050405020304" pitchFamily="18" charset="0"/>
              </a:rPr>
              <a:t>Fair Use Doctrine</a:t>
            </a:r>
          </a:p>
          <a:p>
            <a:r>
              <a:rPr lang="en-US" sz="1600" dirty="0">
                <a:effectLst/>
                <a:latin typeface="Aharoni" panose="02010803020104030203" pitchFamily="2" charset="-79"/>
                <a:ea typeface="Times New Roman" panose="02020603050405020304" pitchFamily="18" charset="0"/>
              </a:rPr>
              <a:t>Patents</a:t>
            </a:r>
            <a:endParaRPr lang="en-PK" sz="1600" dirty="0">
              <a:effectLst/>
              <a:latin typeface="Aharoni" panose="02010803020104030203" pitchFamily="2" charset="-79"/>
              <a:ea typeface="Times New Roman" panose="02020603050405020304" pitchFamily="18" charset="0"/>
            </a:endParaRPr>
          </a:p>
          <a:p>
            <a:r>
              <a:rPr lang="en-US" sz="1600" dirty="0">
                <a:effectLst/>
                <a:latin typeface="Aharoni" panose="02010803020104030203" pitchFamily="2" charset="-79"/>
                <a:ea typeface="Times New Roman" panose="02020603050405020304" pitchFamily="18" charset="0"/>
              </a:rPr>
              <a:t>Software patents </a:t>
            </a:r>
            <a:endParaRPr lang="en-PK" sz="1600" dirty="0">
              <a:effectLst/>
              <a:latin typeface="Aharoni" panose="02010803020104030203" pitchFamily="2" charset="-79"/>
              <a:ea typeface="Times New Roman" panose="02020603050405020304" pitchFamily="18" charset="0"/>
            </a:endParaRPr>
          </a:p>
          <a:p>
            <a:r>
              <a:rPr lang="en-US" sz="1600" dirty="0">
                <a:effectLst/>
                <a:latin typeface="Aharoni" panose="02010803020104030203" pitchFamily="2" charset="-79"/>
                <a:ea typeface="Times New Roman" panose="02020603050405020304" pitchFamily="18" charset="0"/>
              </a:rPr>
              <a:t>Trade Secrets</a:t>
            </a:r>
            <a:endParaRPr lang="en-PK" sz="1600" dirty="0">
              <a:effectLst/>
              <a:latin typeface="Aharoni" panose="02010803020104030203" pitchFamily="2" charset="-79"/>
              <a:ea typeface="Times New Roman" panose="02020603050405020304" pitchFamily="18" charset="0"/>
            </a:endParaRPr>
          </a:p>
          <a:p>
            <a:r>
              <a:rPr lang="en-US" sz="1600" dirty="0">
                <a:effectLst/>
                <a:latin typeface="Aharoni" panose="02010803020104030203" pitchFamily="2" charset="-79"/>
                <a:ea typeface="Times New Roman" panose="02020603050405020304" pitchFamily="18" charset="0"/>
              </a:rPr>
              <a:t>Key intellectual Property issues </a:t>
            </a:r>
            <a:endParaRPr lang="en-PK" sz="1600" dirty="0">
              <a:effectLst/>
              <a:latin typeface="Aharoni" panose="02010803020104030203" pitchFamily="2" charset="-79"/>
              <a:ea typeface="Times New Roman" panose="02020603050405020304" pitchFamily="18" charset="0"/>
            </a:endParaRPr>
          </a:p>
          <a:p>
            <a:r>
              <a:rPr lang="en-US" sz="1600" dirty="0">
                <a:latin typeface="Aharoni" panose="02010803020104030203" pitchFamily="2" charset="-79"/>
              </a:rPr>
              <a:t>Plagiarism </a:t>
            </a:r>
          </a:p>
          <a:p>
            <a:r>
              <a:rPr lang="en-US" sz="1600" dirty="0">
                <a:latin typeface="Aharoni" panose="02010803020104030203" pitchFamily="2" charset="-79"/>
              </a:rPr>
              <a:t>Reverse Engineering</a:t>
            </a:r>
          </a:p>
          <a:p>
            <a:r>
              <a:rPr lang="en-US" sz="1600" dirty="0">
                <a:latin typeface="Aharoni" panose="02010803020104030203" pitchFamily="2" charset="-79"/>
              </a:rPr>
              <a:t>Cybersquatting</a:t>
            </a:r>
          </a:p>
        </p:txBody>
      </p:sp>
      <p:sp>
        <p:nvSpPr>
          <p:cNvPr id="4" name="Slide Number Placeholder 3">
            <a:extLst>
              <a:ext uri="{FF2B5EF4-FFF2-40B4-BE49-F238E27FC236}">
                <a16:creationId xmlns:a16="http://schemas.microsoft.com/office/drawing/2014/main" id="{DE266342-E98E-491A-B586-32E51A01434D}"/>
              </a:ext>
            </a:extLst>
          </p:cNvPr>
          <p:cNvSpPr>
            <a:spLocks noGrp="1"/>
          </p:cNvSpPr>
          <p:nvPr>
            <p:ph type="sldNum" sz="quarter" idx="12"/>
          </p:nvPr>
        </p:nvSpPr>
        <p:spPr/>
        <p:txBody>
          <a:bodyPr/>
          <a:lstStyle/>
          <a:p>
            <a:pPr>
              <a:defRPr/>
            </a:pPr>
            <a:fld id="{A3ACB5C1-21FF-4B0B-93FC-A7F2195E8F7F}" type="slidenum">
              <a:rPr lang="en-US" altLang="en-US" smtClean="0"/>
              <a:pPr>
                <a:defRPr/>
              </a:pPr>
              <a:t>4</a:t>
            </a:fld>
            <a:endParaRPr lang="en-US" altLang="en-US" sz="2000"/>
          </a:p>
        </p:txBody>
      </p:sp>
    </p:spTree>
    <p:extLst>
      <p:ext uri="{BB962C8B-B14F-4D97-AF65-F5344CB8AC3E}">
        <p14:creationId xmlns:p14="http://schemas.microsoft.com/office/powerpoint/2010/main" val="56101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A986D-20F1-9A15-4106-6AC79090BFE3}"/>
              </a:ext>
            </a:extLst>
          </p:cNvPr>
          <p:cNvSpPr>
            <a:spLocks noGrp="1"/>
          </p:cNvSpPr>
          <p:nvPr>
            <p:ph type="title"/>
          </p:nvPr>
        </p:nvSpPr>
        <p:spPr/>
        <p:txBody>
          <a:bodyPr>
            <a:normAutofit/>
          </a:bodyPr>
          <a:lstStyle/>
          <a:p>
            <a:r>
              <a:rPr lang="en-US" b="1" dirty="0"/>
              <a:t> Lecture Objectives</a:t>
            </a:r>
            <a:endParaRPr lang="en-US" dirty="0"/>
          </a:p>
        </p:txBody>
      </p:sp>
      <p:sp>
        <p:nvSpPr>
          <p:cNvPr id="3" name="Content Placeholder 2">
            <a:extLst>
              <a:ext uri="{FF2B5EF4-FFF2-40B4-BE49-F238E27FC236}">
                <a16:creationId xmlns:a16="http://schemas.microsoft.com/office/drawing/2014/main" id="{F7A91C19-3EFB-B7EE-F924-53858B630A59}"/>
              </a:ext>
            </a:extLst>
          </p:cNvPr>
          <p:cNvSpPr>
            <a:spLocks noGrp="1"/>
          </p:cNvSpPr>
          <p:nvPr>
            <p:ph idx="1"/>
          </p:nvPr>
        </p:nvSpPr>
        <p:spPr/>
        <p:txBody>
          <a:bodyPr>
            <a:normAutofit/>
          </a:bodyPr>
          <a:lstStyle/>
          <a:p>
            <a:pPr marL="0" indent="0">
              <a:buNone/>
            </a:pPr>
            <a:r>
              <a:rPr lang="en-US" b="1" dirty="0">
                <a:solidFill>
                  <a:srgbClr val="FF0000"/>
                </a:solidFill>
                <a:highlight>
                  <a:srgbClr val="FFFF00"/>
                </a:highlight>
              </a:rPr>
              <a:t>By the end of this lecture, you will be able to:</a:t>
            </a:r>
            <a:endParaRPr lang="en-US" dirty="0">
              <a:solidFill>
                <a:srgbClr val="FF0000"/>
              </a:solidFill>
              <a:highlight>
                <a:srgbClr val="FFFF00"/>
              </a:highlight>
            </a:endParaRPr>
          </a:p>
          <a:p>
            <a:r>
              <a:rPr lang="en-US" sz="2400" b="1" dirty="0"/>
              <a:t>Define</a:t>
            </a:r>
            <a:r>
              <a:rPr lang="en-US" sz="2400" dirty="0"/>
              <a:t> what intellectual property (IP) is and how it is legally protected.</a:t>
            </a:r>
          </a:p>
          <a:p>
            <a:r>
              <a:rPr lang="en-US" sz="2400" b="1" dirty="0"/>
              <a:t>Differentiate</a:t>
            </a:r>
            <a:r>
              <a:rPr lang="en-US" sz="2400" dirty="0"/>
              <a:t> between the core types of IP protection: copyrights, patents, and trade secrets.</a:t>
            </a:r>
          </a:p>
          <a:p>
            <a:r>
              <a:rPr lang="en-US" sz="2400" b="1" dirty="0"/>
              <a:t>Explain</a:t>
            </a:r>
            <a:r>
              <a:rPr lang="en-US" sz="2400" dirty="0"/>
              <a:t> the purpose and key factors of the </a:t>
            </a:r>
            <a:r>
              <a:rPr lang="en-US" sz="2400" b="1" dirty="0"/>
              <a:t>Fair Use Doctrine</a:t>
            </a:r>
            <a:r>
              <a:rPr lang="en-US" sz="2400" dirty="0"/>
              <a:t> in copyright law.</a:t>
            </a:r>
          </a:p>
          <a:p>
            <a:r>
              <a:rPr lang="en-US" sz="2400" b="1" dirty="0"/>
              <a:t>Identify</a:t>
            </a:r>
            <a:r>
              <a:rPr lang="en-US" sz="2400" dirty="0"/>
              <a:t> the requirements for an invention to be </a:t>
            </a:r>
            <a:r>
              <a:rPr lang="en-US" sz="2400" b="1" dirty="0"/>
              <a:t>patentable</a:t>
            </a:r>
            <a:r>
              <a:rPr lang="en-US" sz="2400" dirty="0"/>
              <a:t>.</a:t>
            </a:r>
          </a:p>
          <a:p>
            <a:r>
              <a:rPr lang="en-US" sz="2400" b="1" dirty="0"/>
              <a:t>Describe</a:t>
            </a:r>
            <a:r>
              <a:rPr lang="en-US" sz="2400" dirty="0"/>
              <a:t> the advantages of </a:t>
            </a:r>
            <a:r>
              <a:rPr lang="en-US" sz="2400" b="1" dirty="0"/>
              <a:t>trade secret</a:t>
            </a:r>
            <a:r>
              <a:rPr lang="en-US" sz="2400" dirty="0"/>
              <a:t> protection and how companies safeguard them.</a:t>
            </a:r>
          </a:p>
          <a:p>
            <a:r>
              <a:rPr lang="en-US" sz="2400" b="1" dirty="0"/>
              <a:t>Recognize</a:t>
            </a:r>
            <a:r>
              <a:rPr lang="en-US" sz="2400" dirty="0"/>
              <a:t> key IP issues in IT, including </a:t>
            </a:r>
            <a:r>
              <a:rPr lang="en-US" sz="2400" b="1" dirty="0"/>
              <a:t>plagiarism</a:t>
            </a:r>
            <a:r>
              <a:rPr lang="en-US" sz="2400" dirty="0"/>
              <a:t>, </a:t>
            </a:r>
            <a:r>
              <a:rPr lang="en-US" sz="2400" b="1" dirty="0"/>
              <a:t>reverse engineering</a:t>
            </a:r>
            <a:r>
              <a:rPr lang="en-US" sz="2400" dirty="0"/>
              <a:t>, and </a:t>
            </a:r>
            <a:r>
              <a:rPr lang="en-US" sz="2400" b="1" dirty="0"/>
              <a:t>open source</a:t>
            </a:r>
            <a:r>
              <a:rPr lang="en-US" sz="2400" dirty="0"/>
              <a:t> licensing.</a:t>
            </a:r>
          </a:p>
        </p:txBody>
      </p:sp>
      <p:sp>
        <p:nvSpPr>
          <p:cNvPr id="4" name="Slide Number Placeholder 3">
            <a:extLst>
              <a:ext uri="{FF2B5EF4-FFF2-40B4-BE49-F238E27FC236}">
                <a16:creationId xmlns:a16="http://schemas.microsoft.com/office/drawing/2014/main" id="{8CA9E301-2FBD-D606-4CFB-B7FE7DE85DD2}"/>
              </a:ext>
            </a:extLst>
          </p:cNvPr>
          <p:cNvSpPr>
            <a:spLocks noGrp="1"/>
          </p:cNvSpPr>
          <p:nvPr>
            <p:ph type="sldNum" sz="quarter" idx="12"/>
          </p:nvPr>
        </p:nvSpPr>
        <p:spPr/>
        <p:txBody>
          <a:bodyPr/>
          <a:lstStyle/>
          <a:p>
            <a:pPr>
              <a:defRPr/>
            </a:pPr>
            <a:fld id="{A3ACB5C1-21FF-4B0B-93FC-A7F2195E8F7F}" type="slidenum">
              <a:rPr lang="en-US" altLang="en-US" smtClean="0"/>
              <a:pPr>
                <a:defRPr/>
              </a:pPr>
              <a:t>5</a:t>
            </a:fld>
            <a:endParaRPr lang="en-US" altLang="en-US" sz="2000"/>
          </a:p>
        </p:txBody>
      </p:sp>
    </p:spTree>
    <p:extLst>
      <p:ext uri="{BB962C8B-B14F-4D97-AF65-F5344CB8AC3E}">
        <p14:creationId xmlns:p14="http://schemas.microsoft.com/office/powerpoint/2010/main" val="2525572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900E2-CBFD-7E0D-FC95-A7BFD7254E46}"/>
              </a:ext>
            </a:extLst>
          </p:cNvPr>
          <p:cNvSpPr>
            <a:spLocks noGrp="1"/>
          </p:cNvSpPr>
          <p:nvPr>
            <p:ph type="title"/>
          </p:nvPr>
        </p:nvSpPr>
        <p:spPr/>
        <p:txBody>
          <a:bodyPr>
            <a:normAutofit/>
          </a:bodyPr>
          <a:lstStyle/>
          <a:p>
            <a:r>
              <a:rPr lang="en-US" b="1" dirty="0"/>
              <a:t>Learning Outcomes</a:t>
            </a:r>
            <a:endParaRPr lang="en-US" dirty="0"/>
          </a:p>
        </p:txBody>
      </p:sp>
      <p:sp>
        <p:nvSpPr>
          <p:cNvPr id="3" name="Content Placeholder 2">
            <a:extLst>
              <a:ext uri="{FF2B5EF4-FFF2-40B4-BE49-F238E27FC236}">
                <a16:creationId xmlns:a16="http://schemas.microsoft.com/office/drawing/2014/main" id="{F38B59FB-4E6A-F6CC-48EA-F13CC24E2457}"/>
              </a:ext>
            </a:extLst>
          </p:cNvPr>
          <p:cNvSpPr>
            <a:spLocks noGrp="1"/>
          </p:cNvSpPr>
          <p:nvPr>
            <p:ph idx="1"/>
          </p:nvPr>
        </p:nvSpPr>
        <p:spPr/>
        <p:txBody>
          <a:bodyPr>
            <a:normAutofit/>
          </a:bodyPr>
          <a:lstStyle/>
          <a:p>
            <a:pPr marL="0" indent="0">
              <a:buNone/>
            </a:pPr>
            <a:r>
              <a:rPr lang="en-US" b="1" dirty="0">
                <a:solidFill>
                  <a:srgbClr val="FF0000"/>
                </a:solidFill>
                <a:highlight>
                  <a:srgbClr val="FFFF00"/>
                </a:highlight>
              </a:rPr>
              <a:t>Upon successfully understanding this week's material, you will be able to:</a:t>
            </a:r>
            <a:endParaRPr lang="en-US" dirty="0">
              <a:solidFill>
                <a:srgbClr val="FF0000"/>
              </a:solidFill>
              <a:highlight>
                <a:srgbClr val="FFFF00"/>
              </a:highlight>
            </a:endParaRPr>
          </a:p>
          <a:p>
            <a:r>
              <a:rPr lang="en-US" sz="2400" b="1" dirty="0"/>
              <a:t>Analyze</a:t>
            </a:r>
            <a:r>
              <a:rPr lang="en-US" sz="2400" dirty="0"/>
              <a:t> a real-world software or product and identify the potential forms of IP it embodies.</a:t>
            </a:r>
          </a:p>
          <a:p>
            <a:r>
              <a:rPr lang="en-US" sz="2400" b="1" dirty="0"/>
              <a:t>Evaluate</a:t>
            </a:r>
            <a:r>
              <a:rPr lang="en-US" sz="2400" dirty="0"/>
              <a:t> a scenario to determine if a use of copyrighted material qualifies as "Fair Use."</a:t>
            </a:r>
          </a:p>
          <a:p>
            <a:r>
              <a:rPr lang="en-US" sz="2400" b="1" dirty="0"/>
              <a:t>Assess</a:t>
            </a:r>
            <a:r>
              <a:rPr lang="en-US" sz="2400" dirty="0"/>
              <a:t> the ethical implications of business practices like patent trolling and cybersquatting.</a:t>
            </a:r>
          </a:p>
          <a:p>
            <a:r>
              <a:rPr lang="en-US" sz="2400" b="1" dirty="0"/>
              <a:t>Apply</a:t>
            </a:r>
            <a:r>
              <a:rPr lang="en-US" sz="2400" dirty="0"/>
              <a:t> principles of academic integrity to avoid plagiarism in your own work.</a:t>
            </a:r>
          </a:p>
          <a:p>
            <a:r>
              <a:rPr lang="en-US" sz="2400" b="1" dirty="0"/>
              <a:t>Make informed decisions</a:t>
            </a:r>
            <a:r>
              <a:rPr lang="en-US" sz="2400" dirty="0"/>
              <a:t> regarding the use of open-source software and the legal boundaries of reverse engineering.</a:t>
            </a:r>
          </a:p>
        </p:txBody>
      </p:sp>
      <p:sp>
        <p:nvSpPr>
          <p:cNvPr id="4" name="Slide Number Placeholder 3">
            <a:extLst>
              <a:ext uri="{FF2B5EF4-FFF2-40B4-BE49-F238E27FC236}">
                <a16:creationId xmlns:a16="http://schemas.microsoft.com/office/drawing/2014/main" id="{5B4B2558-424E-14BD-AAFF-D7E5BF6580AB}"/>
              </a:ext>
            </a:extLst>
          </p:cNvPr>
          <p:cNvSpPr>
            <a:spLocks noGrp="1"/>
          </p:cNvSpPr>
          <p:nvPr>
            <p:ph type="sldNum" sz="quarter" idx="12"/>
          </p:nvPr>
        </p:nvSpPr>
        <p:spPr/>
        <p:txBody>
          <a:bodyPr/>
          <a:lstStyle/>
          <a:p>
            <a:pPr>
              <a:defRPr/>
            </a:pPr>
            <a:fld id="{A3ACB5C1-21FF-4B0B-93FC-A7F2195E8F7F}" type="slidenum">
              <a:rPr lang="en-US" altLang="en-US" smtClean="0"/>
              <a:pPr>
                <a:defRPr/>
              </a:pPr>
              <a:t>6</a:t>
            </a:fld>
            <a:endParaRPr lang="en-US" altLang="en-US" sz="2000"/>
          </a:p>
        </p:txBody>
      </p:sp>
    </p:spTree>
    <p:extLst>
      <p:ext uri="{BB962C8B-B14F-4D97-AF65-F5344CB8AC3E}">
        <p14:creationId xmlns:p14="http://schemas.microsoft.com/office/powerpoint/2010/main" val="79879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02BFB431-2892-D216-45E4-5010A98BB4FD}"/>
              </a:ext>
            </a:extLst>
          </p:cNvPr>
          <p:cNvSpPr>
            <a:spLocks noGrp="1" noChangeArrowheads="1"/>
          </p:cNvSpPr>
          <p:nvPr>
            <p:ph type="title"/>
          </p:nvPr>
        </p:nvSpPr>
        <p:spPr>
          <a:xfrm>
            <a:off x="435429" y="420572"/>
            <a:ext cx="10408582" cy="647121"/>
          </a:xfrm>
        </p:spPr>
        <p:txBody>
          <a:bodyPr/>
          <a:lstStyle/>
          <a:p>
            <a:r>
              <a:rPr lang="en-US" altLang="en-US" dirty="0"/>
              <a:t>Today’s Lecture</a:t>
            </a:r>
          </a:p>
        </p:txBody>
      </p:sp>
      <p:sp>
        <p:nvSpPr>
          <p:cNvPr id="106499" name="Rectangle 3">
            <a:extLst>
              <a:ext uri="{FF2B5EF4-FFF2-40B4-BE49-F238E27FC236}">
                <a16:creationId xmlns:a16="http://schemas.microsoft.com/office/drawing/2014/main" id="{F020A320-D9E3-9C6F-25D5-E5F842DFDDD6}"/>
              </a:ext>
            </a:extLst>
          </p:cNvPr>
          <p:cNvSpPr>
            <a:spLocks noGrp="1" noChangeArrowheads="1"/>
          </p:cNvSpPr>
          <p:nvPr>
            <p:ph idx="1"/>
          </p:nvPr>
        </p:nvSpPr>
        <p:spPr>
          <a:xfrm>
            <a:off x="609600" y="1447800"/>
            <a:ext cx="11306806" cy="4887686"/>
          </a:xfrm>
        </p:spPr>
        <p:txBody>
          <a:bodyPr>
            <a:normAutofit/>
          </a:bodyPr>
          <a:lstStyle/>
          <a:p>
            <a:r>
              <a:rPr lang="en-US" altLang="en-US" sz="1800" b="1" dirty="0"/>
              <a:t>Intellectual property is protected by laws for:</a:t>
            </a:r>
          </a:p>
          <a:p>
            <a:pPr lvl="1"/>
            <a:r>
              <a:rPr lang="en-US" altLang="en-US" sz="2000" b="1" dirty="0"/>
              <a:t>Copyrights</a:t>
            </a:r>
          </a:p>
          <a:p>
            <a:pPr lvl="1"/>
            <a:r>
              <a:rPr lang="en-US" altLang="en-US" sz="2000" b="1" dirty="0"/>
              <a:t>Patents</a:t>
            </a:r>
          </a:p>
          <a:p>
            <a:pPr lvl="1"/>
            <a:r>
              <a:rPr lang="en-US" altLang="en-US" sz="2000" b="1" dirty="0"/>
              <a:t>Trademarks</a:t>
            </a:r>
          </a:p>
          <a:p>
            <a:pPr lvl="1"/>
            <a:r>
              <a:rPr lang="en-US" altLang="en-US" sz="2000" b="1" dirty="0"/>
              <a:t>Trade secrets</a:t>
            </a:r>
          </a:p>
          <a:p>
            <a:pPr lvl="1"/>
            <a:r>
              <a:rPr lang="en-US" altLang="en-US" sz="2000" b="1" dirty="0"/>
              <a:t>IPO in Pakistan </a:t>
            </a:r>
          </a:p>
          <a:p>
            <a:r>
              <a:rPr lang="en-US" altLang="en-US" sz="1800" b="1" dirty="0"/>
              <a:t>Infringement in Intellectual Property </a:t>
            </a:r>
          </a:p>
          <a:p>
            <a:r>
              <a:rPr lang="en-US" sz="1800" b="1" dirty="0"/>
              <a:t>Fair Use Doctrine</a:t>
            </a:r>
            <a:endParaRPr lang="en-US" altLang="en-US" sz="1800" b="1" dirty="0"/>
          </a:p>
          <a:p>
            <a:r>
              <a:rPr lang="en-US" altLang="en-US" sz="1800" b="1" dirty="0"/>
              <a:t>Key Intellectual Property Issues</a:t>
            </a:r>
          </a:p>
          <a:p>
            <a:r>
              <a:rPr lang="en-US" altLang="en-US" sz="1800" b="1" dirty="0"/>
              <a:t>Open source code</a:t>
            </a:r>
          </a:p>
          <a:p>
            <a:r>
              <a:rPr lang="en-US" altLang="en-US" sz="1800" b="1" dirty="0"/>
              <a:t>Competitive intelligence</a:t>
            </a:r>
          </a:p>
          <a:p>
            <a:r>
              <a:rPr lang="en-US" altLang="en-US" sz="1800" b="1" dirty="0"/>
              <a:t>Cybersquatting</a:t>
            </a:r>
          </a:p>
        </p:txBody>
      </p:sp>
      <p:sp>
        <p:nvSpPr>
          <p:cNvPr id="106501" name="Slide Number Placeholder 4">
            <a:extLst>
              <a:ext uri="{FF2B5EF4-FFF2-40B4-BE49-F238E27FC236}">
                <a16:creationId xmlns:a16="http://schemas.microsoft.com/office/drawing/2014/main" id="{B73465FA-A3D3-9BBB-8C62-32CE36252B1C}"/>
              </a:ext>
            </a:extLst>
          </p:cNvPr>
          <p:cNvSpPr>
            <a:spLocks noGrp="1"/>
          </p:cNvSpPr>
          <p:nvPr>
            <p:ph type="sldNum" sz="quarter" idx="12"/>
          </p:nvPr>
        </p:nvSpPr>
        <p:spPr bwMode="auto">
          <a:xfrm>
            <a:off x="11523612" y="6432265"/>
            <a:ext cx="58057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Light" panose="020F0302020204030204" pitchFamily="34" charset="0"/>
              </a:defRPr>
            </a:lvl1pPr>
            <a:lvl2pPr marL="742950" indent="-285750">
              <a:defRPr>
                <a:solidFill>
                  <a:schemeClr val="tx1"/>
                </a:solidFill>
                <a:latin typeface="Calibri Light" panose="020F0302020204030204" pitchFamily="34" charset="0"/>
              </a:defRPr>
            </a:lvl2pPr>
            <a:lvl3pPr marL="1143000" indent="-228600">
              <a:defRPr>
                <a:solidFill>
                  <a:schemeClr val="tx1"/>
                </a:solidFill>
                <a:latin typeface="Calibri Light" panose="020F0302020204030204" pitchFamily="34" charset="0"/>
              </a:defRPr>
            </a:lvl3pPr>
            <a:lvl4pPr marL="1600200" indent="-228600">
              <a:defRPr>
                <a:solidFill>
                  <a:schemeClr val="tx1"/>
                </a:solidFill>
                <a:latin typeface="Calibri Light" panose="020F0302020204030204" pitchFamily="34" charset="0"/>
              </a:defRPr>
            </a:lvl4pPr>
            <a:lvl5pPr marL="2057400" indent="-228600">
              <a:defRPr>
                <a:solidFill>
                  <a:schemeClr val="tx1"/>
                </a:solidFill>
                <a:latin typeface="Calibri Light" panose="020F0302020204030204" pitchFamily="34" charset="0"/>
              </a:defRPr>
            </a:lvl5pPr>
            <a:lvl6pPr marL="2514600" indent="-228600" defTabSz="457200" eaLnBrk="0" fontAlgn="base" hangingPunct="0">
              <a:spcBef>
                <a:spcPct val="0"/>
              </a:spcBef>
              <a:spcAft>
                <a:spcPct val="0"/>
              </a:spcAft>
              <a:defRPr>
                <a:solidFill>
                  <a:schemeClr val="tx1"/>
                </a:solidFill>
                <a:latin typeface="Calibri Light" panose="020F0302020204030204" pitchFamily="34" charset="0"/>
              </a:defRPr>
            </a:lvl6pPr>
            <a:lvl7pPr marL="2971800" indent="-228600" defTabSz="457200" eaLnBrk="0" fontAlgn="base" hangingPunct="0">
              <a:spcBef>
                <a:spcPct val="0"/>
              </a:spcBef>
              <a:spcAft>
                <a:spcPct val="0"/>
              </a:spcAft>
              <a:defRPr>
                <a:solidFill>
                  <a:schemeClr val="tx1"/>
                </a:solidFill>
                <a:latin typeface="Calibri Light" panose="020F0302020204030204" pitchFamily="34" charset="0"/>
              </a:defRPr>
            </a:lvl7pPr>
            <a:lvl8pPr marL="3429000" indent="-228600" defTabSz="457200" eaLnBrk="0" fontAlgn="base" hangingPunct="0">
              <a:spcBef>
                <a:spcPct val="0"/>
              </a:spcBef>
              <a:spcAft>
                <a:spcPct val="0"/>
              </a:spcAft>
              <a:defRPr>
                <a:solidFill>
                  <a:schemeClr val="tx1"/>
                </a:solidFill>
                <a:latin typeface="Calibri Light" panose="020F0302020204030204" pitchFamily="34" charset="0"/>
              </a:defRPr>
            </a:lvl8pPr>
            <a:lvl9pPr marL="3886200" indent="-228600" defTabSz="457200" eaLnBrk="0" fontAlgn="base" hangingPunct="0">
              <a:spcBef>
                <a:spcPct val="0"/>
              </a:spcBef>
              <a:spcAft>
                <a:spcPct val="0"/>
              </a:spcAft>
              <a:defRPr>
                <a:solidFill>
                  <a:schemeClr val="tx1"/>
                </a:solidFill>
                <a:latin typeface="Calibri Light" panose="020F0302020204030204" pitchFamily="34" charset="0"/>
              </a:defRPr>
            </a:lvl9pPr>
          </a:lstStyle>
          <a:p>
            <a:fld id="{8966527A-3F1D-487C-8F7B-27572C1AEDC8}" type="slidenum">
              <a:rPr lang="en-US" altLang="en-US" smtClean="0"/>
              <a:pPr/>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02A37B3-78A1-4A0F-9DEE-56B6D3B797C6}"/>
              </a:ext>
            </a:extLst>
          </p:cNvPr>
          <p:cNvSpPr>
            <a:spLocks noGrp="1"/>
          </p:cNvSpPr>
          <p:nvPr>
            <p:ph type="ctrTitle"/>
          </p:nvPr>
        </p:nvSpPr>
        <p:spPr/>
        <p:txBody>
          <a:bodyPr/>
          <a:lstStyle/>
          <a:p>
            <a:r>
              <a:rPr lang="en-US" dirty="0"/>
              <a:t>Intellectual Property</a:t>
            </a:r>
            <a:endParaRPr lang="en-PK" dirty="0"/>
          </a:p>
        </p:txBody>
      </p:sp>
      <p:sp>
        <p:nvSpPr>
          <p:cNvPr id="4" name="Slide Number Placeholder 3">
            <a:extLst>
              <a:ext uri="{FF2B5EF4-FFF2-40B4-BE49-F238E27FC236}">
                <a16:creationId xmlns:a16="http://schemas.microsoft.com/office/drawing/2014/main" id="{AE48B4F3-8671-433A-8AC4-CB151008904C}"/>
              </a:ext>
            </a:extLst>
          </p:cNvPr>
          <p:cNvSpPr>
            <a:spLocks noGrp="1"/>
          </p:cNvSpPr>
          <p:nvPr>
            <p:ph type="sldNum" sz="quarter" idx="4294967295"/>
          </p:nvPr>
        </p:nvSpPr>
        <p:spPr>
          <a:xfrm>
            <a:off x="11610975" y="6432550"/>
            <a:ext cx="581025" cy="365125"/>
          </a:xfrm>
        </p:spPr>
        <p:txBody>
          <a:bodyPr/>
          <a:lstStyle/>
          <a:p>
            <a:pPr>
              <a:defRPr/>
            </a:pPr>
            <a:fld id="{A3ACB5C1-21FF-4B0B-93FC-A7F2195E8F7F}" type="slidenum">
              <a:rPr lang="en-US" altLang="en-US" smtClean="0"/>
              <a:pPr>
                <a:defRPr/>
              </a:pPr>
              <a:t>8</a:t>
            </a:fld>
            <a:endParaRPr lang="en-US" altLang="en-US" sz="2000"/>
          </a:p>
        </p:txBody>
      </p:sp>
    </p:spTree>
    <p:extLst>
      <p:ext uri="{BB962C8B-B14F-4D97-AF65-F5344CB8AC3E}">
        <p14:creationId xmlns:p14="http://schemas.microsoft.com/office/powerpoint/2010/main" val="584615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F2025-EBCF-4955-B1D4-74FF46043102}"/>
              </a:ext>
            </a:extLst>
          </p:cNvPr>
          <p:cNvSpPr>
            <a:spLocks noGrp="1"/>
          </p:cNvSpPr>
          <p:nvPr>
            <p:ph type="title"/>
          </p:nvPr>
        </p:nvSpPr>
        <p:spPr/>
        <p:txBody>
          <a:bodyPr/>
          <a:lstStyle/>
          <a:p>
            <a:r>
              <a:rPr lang="en-US" dirty="0"/>
              <a:t>Intellectual Property</a:t>
            </a:r>
            <a:endParaRPr lang="en-PK" dirty="0"/>
          </a:p>
        </p:txBody>
      </p:sp>
      <p:sp>
        <p:nvSpPr>
          <p:cNvPr id="3" name="Content Placeholder 2">
            <a:extLst>
              <a:ext uri="{FF2B5EF4-FFF2-40B4-BE49-F238E27FC236}">
                <a16:creationId xmlns:a16="http://schemas.microsoft.com/office/drawing/2014/main" id="{64CC8397-0252-4EF1-8565-60CAC0EC1BA4}"/>
              </a:ext>
            </a:extLst>
          </p:cNvPr>
          <p:cNvSpPr>
            <a:spLocks noGrp="1"/>
          </p:cNvSpPr>
          <p:nvPr>
            <p:ph idx="1"/>
          </p:nvPr>
        </p:nvSpPr>
        <p:spPr/>
        <p:txBody>
          <a:bodyPr/>
          <a:lstStyle/>
          <a:p>
            <a:r>
              <a:rPr lang="en-US" b="1" dirty="0"/>
              <a:t>Intellectual Property (IP)</a:t>
            </a:r>
            <a:r>
              <a:rPr lang="en-US" dirty="0"/>
              <a:t> refers to </a:t>
            </a:r>
            <a:r>
              <a:rPr lang="en-US" b="1" dirty="0"/>
              <a:t>creations of the mind</a:t>
            </a:r>
            <a:r>
              <a:rPr lang="en-US" dirty="0"/>
              <a:t> — such as inventions, artistic works, designs, symbols, names, and images — that are legally protected so that others cannot use them without permission.</a:t>
            </a:r>
          </a:p>
          <a:p>
            <a:r>
              <a:rPr lang="en-US" dirty="0"/>
              <a:t>It gives the </a:t>
            </a:r>
            <a:r>
              <a:rPr lang="en-US" b="1" dirty="0"/>
              <a:t>creator or owner exclusive rights</a:t>
            </a:r>
            <a:r>
              <a:rPr lang="en-US" dirty="0"/>
              <a:t> to use, produce, or sell their creation for a certain period.</a:t>
            </a:r>
          </a:p>
          <a:p>
            <a:endParaRPr lang="en-PK" dirty="0"/>
          </a:p>
        </p:txBody>
      </p:sp>
      <p:sp>
        <p:nvSpPr>
          <p:cNvPr id="4" name="Slide Number Placeholder 3">
            <a:extLst>
              <a:ext uri="{FF2B5EF4-FFF2-40B4-BE49-F238E27FC236}">
                <a16:creationId xmlns:a16="http://schemas.microsoft.com/office/drawing/2014/main" id="{44ACB50D-12EB-4457-A17E-E27D782FEBB1}"/>
              </a:ext>
            </a:extLst>
          </p:cNvPr>
          <p:cNvSpPr>
            <a:spLocks noGrp="1"/>
          </p:cNvSpPr>
          <p:nvPr>
            <p:ph type="sldNum" sz="quarter" idx="12"/>
          </p:nvPr>
        </p:nvSpPr>
        <p:spPr/>
        <p:txBody>
          <a:bodyPr/>
          <a:lstStyle/>
          <a:p>
            <a:pPr>
              <a:defRPr/>
            </a:pPr>
            <a:fld id="{A3ACB5C1-21FF-4B0B-93FC-A7F2195E8F7F}" type="slidenum">
              <a:rPr lang="en-US" altLang="en-US" smtClean="0"/>
              <a:pPr>
                <a:defRPr/>
              </a:pPr>
              <a:t>9</a:t>
            </a:fld>
            <a:endParaRPr lang="en-US" altLang="en-US" sz="2000"/>
          </a:p>
        </p:txBody>
      </p:sp>
    </p:spTree>
    <p:extLst>
      <p:ext uri="{BB962C8B-B14F-4D97-AF65-F5344CB8AC3E}">
        <p14:creationId xmlns:p14="http://schemas.microsoft.com/office/powerpoint/2010/main" val="595800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7EE97-FB58-4751-89C3-4DA374C3E5E7}"/>
              </a:ext>
            </a:extLst>
          </p:cNvPr>
          <p:cNvSpPr>
            <a:spLocks noGrp="1"/>
          </p:cNvSpPr>
          <p:nvPr>
            <p:ph type="title"/>
          </p:nvPr>
        </p:nvSpPr>
        <p:spPr/>
        <p:txBody>
          <a:bodyPr/>
          <a:lstStyle/>
          <a:p>
            <a:r>
              <a:rPr lang="en-US" dirty="0"/>
              <a:t>Example of Intellectual property</a:t>
            </a:r>
            <a:endParaRPr lang="en-PK" dirty="0"/>
          </a:p>
        </p:txBody>
      </p:sp>
      <p:sp>
        <p:nvSpPr>
          <p:cNvPr id="3" name="Content Placeholder 2">
            <a:extLst>
              <a:ext uri="{FF2B5EF4-FFF2-40B4-BE49-F238E27FC236}">
                <a16:creationId xmlns:a16="http://schemas.microsoft.com/office/drawing/2014/main" id="{F35010D4-A8E3-4266-8B8E-AB742C1D6E7D}"/>
              </a:ext>
            </a:extLst>
          </p:cNvPr>
          <p:cNvSpPr>
            <a:spLocks noGrp="1"/>
          </p:cNvSpPr>
          <p:nvPr>
            <p:ph idx="1"/>
          </p:nvPr>
        </p:nvSpPr>
        <p:spPr/>
        <p:txBody>
          <a:bodyPr>
            <a:normAutofit/>
          </a:bodyPr>
          <a:lstStyle/>
          <a:p>
            <a:pPr>
              <a:buFont typeface="+mj-lt"/>
              <a:buAutoNum type="arabicPeriod"/>
            </a:pPr>
            <a:r>
              <a:rPr lang="en-US" sz="2400" b="1" dirty="0"/>
              <a:t>Coca-Cola’s secret recipe</a:t>
            </a:r>
            <a:r>
              <a:rPr lang="en-US" sz="2400" dirty="0"/>
              <a:t> – </a:t>
            </a:r>
            <a:r>
              <a:rPr lang="en-US" sz="2400" i="1" dirty="0"/>
              <a:t>(Trade Secret)</a:t>
            </a:r>
            <a:endParaRPr lang="en-US" sz="2400" dirty="0"/>
          </a:p>
          <a:p>
            <a:pPr>
              <a:buFont typeface="+mj-lt"/>
              <a:buAutoNum type="arabicPeriod"/>
            </a:pPr>
            <a:r>
              <a:rPr lang="en-US" sz="2400" b="1" dirty="0"/>
              <a:t>Apple’s logo</a:t>
            </a:r>
            <a:r>
              <a:rPr lang="en-US" sz="2400" dirty="0"/>
              <a:t> – </a:t>
            </a:r>
            <a:r>
              <a:rPr lang="en-US" sz="2400" i="1" dirty="0"/>
              <a:t>(Trademark)</a:t>
            </a:r>
            <a:endParaRPr lang="en-US" sz="2400" dirty="0"/>
          </a:p>
          <a:p>
            <a:pPr>
              <a:buFont typeface="+mj-lt"/>
              <a:buAutoNum type="arabicPeriod"/>
            </a:pPr>
            <a:r>
              <a:rPr lang="en-US" sz="2400" b="1" dirty="0"/>
              <a:t>A newly invented mobile technology</a:t>
            </a:r>
            <a:r>
              <a:rPr lang="en-US" sz="2400" dirty="0"/>
              <a:t> – </a:t>
            </a:r>
            <a:r>
              <a:rPr lang="en-US" sz="2400" i="1" dirty="0"/>
              <a:t>(Patent)</a:t>
            </a:r>
            <a:endParaRPr lang="en-US" sz="2400" dirty="0"/>
          </a:p>
          <a:p>
            <a:pPr>
              <a:buFont typeface="+mj-lt"/>
              <a:buAutoNum type="arabicPeriod"/>
            </a:pPr>
            <a:r>
              <a:rPr lang="en-US" sz="2400" b="1" dirty="0"/>
              <a:t>A song written and recorded by Atif Aslam</a:t>
            </a:r>
            <a:r>
              <a:rPr lang="en-US" sz="2400" dirty="0"/>
              <a:t> – </a:t>
            </a:r>
            <a:r>
              <a:rPr lang="en-US" sz="2400" i="1" dirty="0"/>
              <a:t>(Copyright)</a:t>
            </a:r>
            <a:endParaRPr lang="en-US" sz="2400" dirty="0"/>
          </a:p>
          <a:p>
            <a:pPr>
              <a:buFont typeface="+mj-lt"/>
              <a:buAutoNum type="arabicPeriod"/>
            </a:pPr>
            <a:r>
              <a:rPr lang="en-US" sz="2400" b="1" dirty="0"/>
              <a:t>The unique design of a Tesla car</a:t>
            </a:r>
            <a:r>
              <a:rPr lang="en-US" sz="2400" dirty="0"/>
              <a:t> – </a:t>
            </a:r>
            <a:r>
              <a:rPr lang="en-US" sz="2400" i="1" dirty="0"/>
              <a:t>(Industrial Design)</a:t>
            </a:r>
            <a:endParaRPr lang="en-US" sz="2400" dirty="0"/>
          </a:p>
          <a:p>
            <a:pPr>
              <a:buFont typeface="+mj-lt"/>
              <a:buAutoNum type="arabicPeriod"/>
            </a:pPr>
            <a:r>
              <a:rPr lang="en-US" sz="2400" b="1" dirty="0"/>
              <a:t>Microsoft Windows software code</a:t>
            </a:r>
            <a:r>
              <a:rPr lang="en-US" sz="2400" dirty="0"/>
              <a:t> – </a:t>
            </a:r>
            <a:r>
              <a:rPr lang="en-US" sz="2400" i="1" dirty="0"/>
              <a:t>(Copyright)</a:t>
            </a:r>
            <a:endParaRPr lang="en-US" sz="2400" dirty="0"/>
          </a:p>
          <a:p>
            <a:pPr>
              <a:buFont typeface="+mj-lt"/>
              <a:buAutoNum type="arabicPeriod"/>
            </a:pPr>
            <a:r>
              <a:rPr lang="en-US" sz="2400" b="1" dirty="0"/>
              <a:t>Nike’s “Just Do It” slogan</a:t>
            </a:r>
            <a:r>
              <a:rPr lang="en-US" sz="2400" dirty="0"/>
              <a:t> – </a:t>
            </a:r>
            <a:r>
              <a:rPr lang="en-US" sz="2400" i="1" dirty="0"/>
              <a:t>(Trademark)</a:t>
            </a:r>
            <a:endParaRPr lang="en-US" sz="2400" dirty="0"/>
          </a:p>
        </p:txBody>
      </p:sp>
      <p:sp>
        <p:nvSpPr>
          <p:cNvPr id="4" name="Slide Number Placeholder 3">
            <a:extLst>
              <a:ext uri="{FF2B5EF4-FFF2-40B4-BE49-F238E27FC236}">
                <a16:creationId xmlns:a16="http://schemas.microsoft.com/office/drawing/2014/main" id="{618A4EA9-6519-4AA7-9BA3-8AFE77688827}"/>
              </a:ext>
            </a:extLst>
          </p:cNvPr>
          <p:cNvSpPr>
            <a:spLocks noGrp="1"/>
          </p:cNvSpPr>
          <p:nvPr>
            <p:ph type="sldNum" sz="quarter" idx="12"/>
          </p:nvPr>
        </p:nvSpPr>
        <p:spPr/>
        <p:txBody>
          <a:bodyPr/>
          <a:lstStyle/>
          <a:p>
            <a:pPr>
              <a:defRPr/>
            </a:pPr>
            <a:fld id="{A3ACB5C1-21FF-4B0B-93FC-A7F2195E8F7F}" type="slidenum">
              <a:rPr lang="en-US" altLang="en-US" smtClean="0"/>
              <a:pPr>
                <a:defRPr/>
              </a:pPr>
              <a:t>10</a:t>
            </a:fld>
            <a:endParaRPr lang="en-US" altLang="en-US" sz="2000"/>
          </a:p>
        </p:txBody>
      </p:sp>
    </p:spTree>
    <p:extLst>
      <p:ext uri="{BB962C8B-B14F-4D97-AF65-F5344CB8AC3E}">
        <p14:creationId xmlns:p14="http://schemas.microsoft.com/office/powerpoint/2010/main" val="1051585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AC501-0C4F-41B0-8EE2-66B3B0768EFD}"/>
              </a:ext>
            </a:extLst>
          </p:cNvPr>
          <p:cNvSpPr>
            <a:spLocks noGrp="1"/>
          </p:cNvSpPr>
          <p:nvPr>
            <p:ph type="title"/>
          </p:nvPr>
        </p:nvSpPr>
        <p:spPr/>
        <p:txBody>
          <a:bodyPr/>
          <a:lstStyle/>
          <a:p>
            <a:r>
              <a:rPr lang="en-US" dirty="0"/>
              <a:t>Types of intellectual property (IP protection)</a:t>
            </a:r>
            <a:endParaRPr lang="en-PK" dirty="0"/>
          </a:p>
        </p:txBody>
      </p:sp>
      <p:graphicFrame>
        <p:nvGraphicFramePr>
          <p:cNvPr id="5" name="Content Placeholder 4">
            <a:extLst>
              <a:ext uri="{FF2B5EF4-FFF2-40B4-BE49-F238E27FC236}">
                <a16:creationId xmlns:a16="http://schemas.microsoft.com/office/drawing/2014/main" id="{D077858E-23F1-4F01-8FEB-F3D9CF1B9A61}"/>
              </a:ext>
            </a:extLst>
          </p:cNvPr>
          <p:cNvGraphicFramePr>
            <a:graphicFrameLocks noGrp="1"/>
          </p:cNvGraphicFramePr>
          <p:nvPr>
            <p:ph idx="1"/>
            <p:extLst>
              <p:ext uri="{D42A27DB-BD31-4B8C-83A1-F6EECF244321}">
                <p14:modId xmlns:p14="http://schemas.microsoft.com/office/powerpoint/2010/main" val="594910518"/>
              </p:ext>
            </p:extLst>
          </p:nvPr>
        </p:nvGraphicFramePr>
        <p:xfrm>
          <a:off x="510898" y="1828800"/>
          <a:ext cx="11307762" cy="3566160"/>
        </p:xfrm>
        <a:graphic>
          <a:graphicData uri="http://schemas.openxmlformats.org/drawingml/2006/table">
            <a:tbl>
              <a:tblPr>
                <a:tableStyleId>{3C2FFA5D-87B4-456A-9821-1D502468CF0F}</a:tableStyleId>
              </a:tblPr>
              <a:tblGrid>
                <a:gridCol w="2384702">
                  <a:extLst>
                    <a:ext uri="{9D8B030D-6E8A-4147-A177-3AD203B41FA5}">
                      <a16:colId xmlns:a16="http://schemas.microsoft.com/office/drawing/2014/main" val="554586158"/>
                    </a:ext>
                  </a:extLst>
                </a:gridCol>
                <a:gridCol w="4343400">
                  <a:extLst>
                    <a:ext uri="{9D8B030D-6E8A-4147-A177-3AD203B41FA5}">
                      <a16:colId xmlns:a16="http://schemas.microsoft.com/office/drawing/2014/main" val="2157296450"/>
                    </a:ext>
                  </a:extLst>
                </a:gridCol>
                <a:gridCol w="4579660">
                  <a:extLst>
                    <a:ext uri="{9D8B030D-6E8A-4147-A177-3AD203B41FA5}">
                      <a16:colId xmlns:a16="http://schemas.microsoft.com/office/drawing/2014/main" val="4284803280"/>
                    </a:ext>
                  </a:extLst>
                </a:gridCol>
              </a:tblGrid>
              <a:tr h="0">
                <a:tc>
                  <a:txBody>
                    <a:bodyPr/>
                    <a:lstStyle/>
                    <a:p>
                      <a:r>
                        <a:rPr lang="en-US" b="1"/>
                        <a:t>Type</a:t>
                      </a:r>
                      <a:endParaRPr lang="en-US"/>
                    </a:p>
                  </a:txBody>
                  <a:tcPr anchor="ctr"/>
                </a:tc>
                <a:tc>
                  <a:txBody>
                    <a:bodyPr/>
                    <a:lstStyle/>
                    <a:p>
                      <a:r>
                        <a:rPr lang="en-US" b="1"/>
                        <a:t>Description</a:t>
                      </a:r>
                      <a:endParaRPr lang="en-US"/>
                    </a:p>
                  </a:txBody>
                  <a:tcPr anchor="ctr"/>
                </a:tc>
                <a:tc>
                  <a:txBody>
                    <a:bodyPr/>
                    <a:lstStyle/>
                    <a:p>
                      <a:r>
                        <a:rPr lang="en-US" b="1"/>
                        <a:t>Example</a:t>
                      </a:r>
                      <a:endParaRPr lang="en-US"/>
                    </a:p>
                  </a:txBody>
                  <a:tcPr anchor="ctr"/>
                </a:tc>
                <a:extLst>
                  <a:ext uri="{0D108BD9-81ED-4DB2-BD59-A6C34878D82A}">
                    <a16:rowId xmlns:a16="http://schemas.microsoft.com/office/drawing/2014/main" val="1938561299"/>
                  </a:ext>
                </a:extLst>
              </a:tr>
              <a:tr h="0">
                <a:tc>
                  <a:txBody>
                    <a:bodyPr/>
                    <a:lstStyle/>
                    <a:p>
                      <a:r>
                        <a:rPr lang="en-US" b="1"/>
                        <a:t>Copyright</a:t>
                      </a:r>
                      <a:endParaRPr lang="en-US"/>
                    </a:p>
                  </a:txBody>
                  <a:tcPr anchor="ctr"/>
                </a:tc>
                <a:tc>
                  <a:txBody>
                    <a:bodyPr/>
                    <a:lstStyle/>
                    <a:p>
                      <a:r>
                        <a:rPr lang="en-US"/>
                        <a:t>Protects original works of authorship such as books, music, software, and films.</a:t>
                      </a:r>
                    </a:p>
                  </a:txBody>
                  <a:tcPr anchor="ctr"/>
                </a:tc>
                <a:tc>
                  <a:txBody>
                    <a:bodyPr/>
                    <a:lstStyle/>
                    <a:p>
                      <a:r>
                        <a:rPr lang="en-US"/>
                        <a:t>A novel written by J.K. Rowling or a song by Atif Aslam.</a:t>
                      </a:r>
                    </a:p>
                  </a:txBody>
                  <a:tcPr anchor="ctr"/>
                </a:tc>
                <a:extLst>
                  <a:ext uri="{0D108BD9-81ED-4DB2-BD59-A6C34878D82A}">
                    <a16:rowId xmlns:a16="http://schemas.microsoft.com/office/drawing/2014/main" val="2603151173"/>
                  </a:ext>
                </a:extLst>
              </a:tr>
              <a:tr h="0">
                <a:tc>
                  <a:txBody>
                    <a:bodyPr/>
                    <a:lstStyle/>
                    <a:p>
                      <a:r>
                        <a:rPr lang="en-US" b="1"/>
                        <a:t>Patent</a:t>
                      </a:r>
                      <a:endParaRPr lang="en-US"/>
                    </a:p>
                  </a:txBody>
                  <a:tcPr anchor="ctr"/>
                </a:tc>
                <a:tc>
                  <a:txBody>
                    <a:bodyPr/>
                    <a:lstStyle/>
                    <a:p>
                      <a:r>
                        <a:rPr lang="en-US"/>
                        <a:t>Protects new inventions or processes that are useful, novel, and non-obvious.</a:t>
                      </a:r>
                    </a:p>
                  </a:txBody>
                  <a:tcPr anchor="ctr"/>
                </a:tc>
                <a:tc>
                  <a:txBody>
                    <a:bodyPr/>
                    <a:lstStyle/>
                    <a:p>
                      <a:r>
                        <a:rPr lang="en-US"/>
                        <a:t>The technology behind the iPhone’s touchscreen or a new medicine formula.</a:t>
                      </a:r>
                    </a:p>
                  </a:txBody>
                  <a:tcPr anchor="ctr"/>
                </a:tc>
                <a:extLst>
                  <a:ext uri="{0D108BD9-81ED-4DB2-BD59-A6C34878D82A}">
                    <a16:rowId xmlns:a16="http://schemas.microsoft.com/office/drawing/2014/main" val="1735020288"/>
                  </a:ext>
                </a:extLst>
              </a:tr>
              <a:tr h="0">
                <a:tc>
                  <a:txBody>
                    <a:bodyPr/>
                    <a:lstStyle/>
                    <a:p>
                      <a:r>
                        <a:rPr lang="en-US" b="1"/>
                        <a:t>Trademark</a:t>
                      </a:r>
                      <a:endParaRPr lang="en-US"/>
                    </a:p>
                  </a:txBody>
                  <a:tcPr anchor="ctr"/>
                </a:tc>
                <a:tc>
                  <a:txBody>
                    <a:bodyPr/>
                    <a:lstStyle/>
                    <a:p>
                      <a:r>
                        <a:rPr lang="en-US"/>
                        <a:t>Protects symbols, words, or logos that identify a brand or company.</a:t>
                      </a:r>
                    </a:p>
                  </a:txBody>
                  <a:tcPr anchor="ctr"/>
                </a:tc>
                <a:tc>
                  <a:txBody>
                    <a:bodyPr/>
                    <a:lstStyle/>
                    <a:p>
                      <a:r>
                        <a:rPr lang="en-US"/>
                        <a:t>The Nike “✓” logo or Coca-Cola brand name.</a:t>
                      </a:r>
                    </a:p>
                  </a:txBody>
                  <a:tcPr anchor="ctr"/>
                </a:tc>
                <a:extLst>
                  <a:ext uri="{0D108BD9-81ED-4DB2-BD59-A6C34878D82A}">
                    <a16:rowId xmlns:a16="http://schemas.microsoft.com/office/drawing/2014/main" val="1479852433"/>
                  </a:ext>
                </a:extLst>
              </a:tr>
              <a:tr h="0">
                <a:tc>
                  <a:txBody>
                    <a:bodyPr/>
                    <a:lstStyle/>
                    <a:p>
                      <a:r>
                        <a:rPr lang="en-US" b="1"/>
                        <a:t>Industrial Design</a:t>
                      </a:r>
                      <a:endParaRPr lang="en-US"/>
                    </a:p>
                  </a:txBody>
                  <a:tcPr anchor="ctr"/>
                </a:tc>
                <a:tc>
                  <a:txBody>
                    <a:bodyPr/>
                    <a:lstStyle/>
                    <a:p>
                      <a:r>
                        <a:rPr lang="en-US"/>
                        <a:t>Protects the unique visual design or shape of a product.</a:t>
                      </a:r>
                    </a:p>
                  </a:txBody>
                  <a:tcPr anchor="ctr"/>
                </a:tc>
                <a:tc>
                  <a:txBody>
                    <a:bodyPr/>
                    <a:lstStyle/>
                    <a:p>
                      <a:r>
                        <a:rPr lang="en-US"/>
                        <a:t>The shape of a Coca-Cola bottle or Apple’s iMac design.</a:t>
                      </a:r>
                    </a:p>
                  </a:txBody>
                  <a:tcPr anchor="ctr"/>
                </a:tc>
                <a:extLst>
                  <a:ext uri="{0D108BD9-81ED-4DB2-BD59-A6C34878D82A}">
                    <a16:rowId xmlns:a16="http://schemas.microsoft.com/office/drawing/2014/main" val="2344663377"/>
                  </a:ext>
                </a:extLst>
              </a:tr>
              <a:tr h="0">
                <a:tc>
                  <a:txBody>
                    <a:bodyPr/>
                    <a:lstStyle/>
                    <a:p>
                      <a:r>
                        <a:rPr lang="en-US" b="1"/>
                        <a:t>Trade Secret</a:t>
                      </a:r>
                      <a:endParaRPr lang="en-US"/>
                    </a:p>
                  </a:txBody>
                  <a:tcPr anchor="ctr"/>
                </a:tc>
                <a:tc>
                  <a:txBody>
                    <a:bodyPr/>
                    <a:lstStyle/>
                    <a:p>
                      <a:r>
                        <a:rPr lang="en-US"/>
                        <a:t>Protects confidential business information that gives a company a competitive edge.</a:t>
                      </a:r>
                    </a:p>
                  </a:txBody>
                  <a:tcPr anchor="ctr"/>
                </a:tc>
                <a:tc>
                  <a:txBody>
                    <a:bodyPr/>
                    <a:lstStyle/>
                    <a:p>
                      <a:r>
                        <a:rPr lang="en-US" dirty="0"/>
                        <a:t>KFC’s secret recipe or Coca-Cola’s formula.</a:t>
                      </a:r>
                    </a:p>
                  </a:txBody>
                  <a:tcPr anchor="ctr"/>
                </a:tc>
                <a:extLst>
                  <a:ext uri="{0D108BD9-81ED-4DB2-BD59-A6C34878D82A}">
                    <a16:rowId xmlns:a16="http://schemas.microsoft.com/office/drawing/2014/main" val="702984866"/>
                  </a:ext>
                </a:extLst>
              </a:tr>
            </a:tbl>
          </a:graphicData>
        </a:graphic>
      </p:graphicFrame>
      <p:sp>
        <p:nvSpPr>
          <p:cNvPr id="4" name="Slide Number Placeholder 3">
            <a:extLst>
              <a:ext uri="{FF2B5EF4-FFF2-40B4-BE49-F238E27FC236}">
                <a16:creationId xmlns:a16="http://schemas.microsoft.com/office/drawing/2014/main" id="{563697B3-6D1F-413C-BB40-0D7985515289}"/>
              </a:ext>
            </a:extLst>
          </p:cNvPr>
          <p:cNvSpPr>
            <a:spLocks noGrp="1"/>
          </p:cNvSpPr>
          <p:nvPr>
            <p:ph type="sldNum" sz="quarter" idx="12"/>
          </p:nvPr>
        </p:nvSpPr>
        <p:spPr/>
        <p:txBody>
          <a:bodyPr/>
          <a:lstStyle/>
          <a:p>
            <a:pPr>
              <a:defRPr/>
            </a:pPr>
            <a:fld id="{A3ACB5C1-21FF-4B0B-93FC-A7F2195E8F7F}" type="slidenum">
              <a:rPr lang="en-US" altLang="en-US" smtClean="0"/>
              <a:pPr>
                <a:defRPr/>
              </a:pPr>
              <a:t>11</a:t>
            </a:fld>
            <a:endParaRPr lang="en-US" altLang="en-US" sz="2000"/>
          </a:p>
        </p:txBody>
      </p:sp>
    </p:spTree>
    <p:extLst>
      <p:ext uri="{BB962C8B-B14F-4D97-AF65-F5344CB8AC3E}">
        <p14:creationId xmlns:p14="http://schemas.microsoft.com/office/powerpoint/2010/main" val="2582762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78BB0-D201-6C70-EE70-6EC0D37A2B3C}"/>
              </a:ext>
            </a:extLst>
          </p:cNvPr>
          <p:cNvSpPr>
            <a:spLocks noGrp="1"/>
          </p:cNvSpPr>
          <p:nvPr>
            <p:ph type="title"/>
          </p:nvPr>
        </p:nvSpPr>
        <p:spPr>
          <a:xfrm>
            <a:off x="435429" y="420572"/>
            <a:ext cx="10408582" cy="647121"/>
          </a:xfrm>
        </p:spPr>
        <p:txBody>
          <a:bodyPr/>
          <a:lstStyle/>
          <a:p>
            <a:r>
              <a:rPr lang="en-US" dirty="0"/>
              <a:t>How is Intellectual Property protected? </a:t>
            </a:r>
          </a:p>
        </p:txBody>
      </p:sp>
      <p:sp>
        <p:nvSpPr>
          <p:cNvPr id="20483" name="Content Placeholder 2">
            <a:extLst>
              <a:ext uri="{FF2B5EF4-FFF2-40B4-BE49-F238E27FC236}">
                <a16:creationId xmlns:a16="http://schemas.microsoft.com/office/drawing/2014/main" id="{E335CEB4-5F30-50D8-D45F-154B7C544384}"/>
              </a:ext>
            </a:extLst>
          </p:cNvPr>
          <p:cNvSpPr>
            <a:spLocks noGrp="1" noChangeArrowheads="1"/>
          </p:cNvSpPr>
          <p:nvPr>
            <p:ph idx="1"/>
          </p:nvPr>
        </p:nvSpPr>
        <p:spPr>
          <a:xfrm>
            <a:off x="435430" y="1436914"/>
            <a:ext cx="11306806" cy="4995351"/>
          </a:xfrm>
        </p:spPr>
        <p:txBody>
          <a:bodyPr>
            <a:normAutofit lnSpcReduction="10000"/>
          </a:bodyPr>
          <a:lstStyle/>
          <a:p>
            <a:pPr marL="0" indent="0">
              <a:buNone/>
            </a:pPr>
            <a:r>
              <a:rPr lang="en-US" sz="2400" b="1" dirty="0"/>
              <a:t>IP is primarily protected through three key legal mechanisms:</a:t>
            </a:r>
          </a:p>
          <a:p>
            <a:r>
              <a:rPr lang="en-US" sz="2400" b="1" dirty="0"/>
              <a:t>1. Copyright Law</a:t>
            </a:r>
            <a:endParaRPr lang="en-US" sz="2400" dirty="0"/>
          </a:p>
          <a:p>
            <a:pPr lvl="1"/>
            <a:r>
              <a:rPr lang="en-US" sz="2000" b="1" dirty="0"/>
              <a:t>Protects:</a:t>
            </a:r>
            <a:r>
              <a:rPr lang="en-US" sz="2000" dirty="0"/>
              <a:t> </a:t>
            </a:r>
            <a:r>
              <a:rPr lang="en-US" sz="2000" b="1" dirty="0"/>
              <a:t>Authored works</a:t>
            </a:r>
            <a:r>
              <a:rPr lang="en-US" sz="2000" dirty="0"/>
              <a:t> and original expressions of ideas</a:t>
            </a:r>
          </a:p>
          <a:p>
            <a:pPr lvl="1"/>
            <a:r>
              <a:rPr lang="en-US" sz="2000" b="1" dirty="0"/>
              <a:t>Examples:</a:t>
            </a:r>
            <a:r>
              <a:rPr lang="en-US" sz="2000" dirty="0"/>
              <a:t> Software code, books, music, films, artwork</a:t>
            </a:r>
          </a:p>
          <a:p>
            <a:pPr lvl="1"/>
            <a:r>
              <a:rPr lang="en-US" sz="2000" b="1" dirty="0"/>
              <a:t>Key Principle:</a:t>
            </a:r>
            <a:r>
              <a:rPr lang="en-US" sz="2000" dirty="0"/>
              <a:t> Protects the "fixed form" of the work, not the underlying idea</a:t>
            </a:r>
          </a:p>
          <a:p>
            <a:r>
              <a:rPr lang="en-US" sz="2400" b="1" dirty="0"/>
              <a:t>2. Patent Law</a:t>
            </a:r>
            <a:endParaRPr lang="en-US" sz="2400" dirty="0"/>
          </a:p>
          <a:p>
            <a:pPr lvl="1"/>
            <a:r>
              <a:rPr lang="en-US" sz="2000" b="1" dirty="0"/>
              <a:t>Protects:</a:t>
            </a:r>
            <a:r>
              <a:rPr lang="en-US" sz="2000" dirty="0"/>
              <a:t> </a:t>
            </a:r>
            <a:r>
              <a:rPr lang="en-US" sz="2000" b="1" dirty="0"/>
              <a:t>Inventions</a:t>
            </a:r>
            <a:r>
              <a:rPr lang="en-US" sz="2000" dirty="0"/>
              <a:t> and functional processes</a:t>
            </a:r>
          </a:p>
          <a:p>
            <a:pPr lvl="1"/>
            <a:r>
              <a:rPr lang="en-US" sz="2000" b="1" dirty="0"/>
              <a:t>Examples:</a:t>
            </a:r>
            <a:r>
              <a:rPr lang="en-US" sz="2000" dirty="0"/>
              <a:t> A new machine, a manufacturing process, a unique software algorithm</a:t>
            </a:r>
          </a:p>
          <a:p>
            <a:pPr lvl="1"/>
            <a:r>
              <a:rPr lang="en-US" sz="2000" b="1" dirty="0"/>
              <a:t>Key Principle:</a:t>
            </a:r>
            <a:r>
              <a:rPr lang="en-US" sz="2000" dirty="0"/>
              <a:t> Grants a temporary monopoly in exchange for public disclosure of the invention</a:t>
            </a:r>
          </a:p>
          <a:p>
            <a:r>
              <a:rPr lang="en-US" sz="2400" b="1" dirty="0"/>
              <a:t>3. Trade Secret Law</a:t>
            </a:r>
            <a:endParaRPr lang="en-US" sz="2400" dirty="0"/>
          </a:p>
          <a:p>
            <a:pPr lvl="1"/>
            <a:r>
              <a:rPr lang="en-US" sz="2000" b="1" dirty="0"/>
              <a:t>Protects:</a:t>
            </a:r>
            <a:r>
              <a:rPr lang="en-US" sz="2000" dirty="0"/>
              <a:t> </a:t>
            </a:r>
            <a:r>
              <a:rPr lang="en-US" sz="2000" b="1" dirty="0"/>
              <a:t>Confidential business information</a:t>
            </a:r>
            <a:r>
              <a:rPr lang="en-US" sz="2000" dirty="0"/>
              <a:t> that provides a competitive advantage</a:t>
            </a:r>
          </a:p>
          <a:p>
            <a:pPr lvl="1"/>
            <a:r>
              <a:rPr lang="en-US" sz="2000" b="1" dirty="0"/>
              <a:t>Examples:</a:t>
            </a:r>
            <a:r>
              <a:rPr lang="en-US" sz="2000" dirty="0"/>
              <a:t> Secret formulas (e.g., Coca-Cola), customer lists, proprietary algorithms</a:t>
            </a:r>
          </a:p>
          <a:p>
            <a:pPr lvl="1"/>
            <a:r>
              <a:rPr lang="en-US" sz="2000" b="1" dirty="0"/>
              <a:t>Key Principle:</a:t>
            </a:r>
            <a:r>
              <a:rPr lang="en-US" sz="2000" dirty="0"/>
              <a:t> Protection lasts indefinitely, but only if the owner takes reasonable steps to keep the information secret</a:t>
            </a:r>
          </a:p>
        </p:txBody>
      </p:sp>
      <p:sp>
        <p:nvSpPr>
          <p:cNvPr id="5" name="Slide Number Placeholder 4">
            <a:extLst>
              <a:ext uri="{FF2B5EF4-FFF2-40B4-BE49-F238E27FC236}">
                <a16:creationId xmlns:a16="http://schemas.microsoft.com/office/drawing/2014/main" id="{9238551D-49FD-0847-92DC-8090C91CF7F0}"/>
              </a:ext>
            </a:extLst>
          </p:cNvPr>
          <p:cNvSpPr>
            <a:spLocks noGrp="1"/>
          </p:cNvSpPr>
          <p:nvPr>
            <p:ph type="sldNum" sz="quarter" idx="12"/>
          </p:nvPr>
        </p:nvSpPr>
        <p:spPr>
          <a:xfrm>
            <a:off x="11523612" y="6432265"/>
            <a:ext cx="580572" cy="365125"/>
          </a:xfrm>
        </p:spPr>
        <p:txBody>
          <a:bodyPr/>
          <a:lstStyle/>
          <a:p>
            <a:fld id="{2AB6DFF9-68B2-4E71-B663-8CD7F8CAEC2E}" type="slidenum">
              <a:rPr lang="en-US" altLang="en-US"/>
              <a:pPr/>
              <a:t>12</a:t>
            </a:fld>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44566E1-047C-4F1E-8150-2586AD4E6303}"/>
              </a:ext>
            </a:extLst>
          </p:cNvPr>
          <p:cNvSpPr>
            <a:spLocks noGrp="1"/>
          </p:cNvSpPr>
          <p:nvPr>
            <p:ph type="ctrTitle"/>
          </p:nvPr>
        </p:nvSpPr>
        <p:spPr>
          <a:xfrm>
            <a:off x="1905000" y="3733800"/>
            <a:ext cx="8153400" cy="1986365"/>
          </a:xfrm>
        </p:spPr>
        <p:txBody>
          <a:bodyPr/>
          <a:lstStyle/>
          <a:p>
            <a:r>
              <a:rPr lang="en-US" dirty="0"/>
              <a:t>Fair Use Doctrine &amp; Copyright Infringement </a:t>
            </a:r>
            <a:endParaRPr lang="en-PK" dirty="0"/>
          </a:p>
        </p:txBody>
      </p:sp>
      <p:sp>
        <p:nvSpPr>
          <p:cNvPr id="4" name="Slide Number Placeholder 3">
            <a:extLst>
              <a:ext uri="{FF2B5EF4-FFF2-40B4-BE49-F238E27FC236}">
                <a16:creationId xmlns:a16="http://schemas.microsoft.com/office/drawing/2014/main" id="{E885C654-DDE5-498F-AFAA-C46EE0E010E5}"/>
              </a:ext>
            </a:extLst>
          </p:cNvPr>
          <p:cNvSpPr>
            <a:spLocks noGrp="1"/>
          </p:cNvSpPr>
          <p:nvPr>
            <p:ph type="sldNum" sz="quarter" idx="4294967295"/>
          </p:nvPr>
        </p:nvSpPr>
        <p:spPr>
          <a:xfrm>
            <a:off x="11610975" y="6432550"/>
            <a:ext cx="581025" cy="365125"/>
          </a:xfrm>
        </p:spPr>
        <p:txBody>
          <a:bodyPr/>
          <a:lstStyle/>
          <a:p>
            <a:pPr>
              <a:defRPr/>
            </a:pPr>
            <a:fld id="{A3ACB5C1-21FF-4B0B-93FC-A7F2195E8F7F}" type="slidenum">
              <a:rPr lang="en-US" altLang="en-US" smtClean="0"/>
              <a:pPr>
                <a:defRPr/>
              </a:pPr>
              <a:t>13</a:t>
            </a:fld>
            <a:endParaRPr lang="en-US" altLang="en-US" sz="2000"/>
          </a:p>
        </p:txBody>
      </p:sp>
    </p:spTree>
    <p:extLst>
      <p:ext uri="{BB962C8B-B14F-4D97-AF65-F5344CB8AC3E}">
        <p14:creationId xmlns:p14="http://schemas.microsoft.com/office/powerpoint/2010/main" val="2597960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1D02C-28B8-44CB-8A55-513C6B2D188F}"/>
              </a:ext>
            </a:extLst>
          </p:cNvPr>
          <p:cNvSpPr>
            <a:spLocks noGrp="1"/>
          </p:cNvSpPr>
          <p:nvPr>
            <p:ph type="title"/>
          </p:nvPr>
        </p:nvSpPr>
        <p:spPr/>
        <p:txBody>
          <a:bodyPr/>
          <a:lstStyle/>
          <a:p>
            <a:r>
              <a:rPr lang="en-US" dirty="0"/>
              <a:t>Fair Use Doctrine</a:t>
            </a:r>
            <a:endParaRPr lang="en-PK" dirty="0"/>
          </a:p>
        </p:txBody>
      </p:sp>
      <p:sp>
        <p:nvSpPr>
          <p:cNvPr id="3" name="Content Placeholder 2">
            <a:extLst>
              <a:ext uri="{FF2B5EF4-FFF2-40B4-BE49-F238E27FC236}">
                <a16:creationId xmlns:a16="http://schemas.microsoft.com/office/drawing/2014/main" id="{340175A8-E90D-4129-A1B9-8499ED479647}"/>
              </a:ext>
            </a:extLst>
          </p:cNvPr>
          <p:cNvSpPr>
            <a:spLocks noGrp="1"/>
          </p:cNvSpPr>
          <p:nvPr>
            <p:ph idx="1"/>
          </p:nvPr>
        </p:nvSpPr>
        <p:spPr/>
        <p:txBody>
          <a:bodyPr/>
          <a:lstStyle/>
          <a:p>
            <a:r>
              <a:rPr lang="en-US" b="1" dirty="0"/>
              <a:t>Fair Use Doctrine</a:t>
            </a:r>
            <a:r>
              <a:rPr lang="en-US" dirty="0"/>
              <a:t> allows limited use of copyrighted material for purposes like teaching, research, criticism, or news reporting </a:t>
            </a:r>
            <a:r>
              <a:rPr lang="en-US" b="1" dirty="0"/>
              <a:t>without permission</a:t>
            </a:r>
            <a:r>
              <a:rPr lang="en-US" dirty="0"/>
              <a:t>, as long as it’s fair and not for profit.</a:t>
            </a:r>
          </a:p>
          <a:p>
            <a:r>
              <a:rPr lang="en-US" dirty="0"/>
              <a:t>It allows people to use small portions of someone’s work </a:t>
            </a:r>
            <a:r>
              <a:rPr lang="en-US" b="1" dirty="0"/>
              <a:t>fairly and legally</a:t>
            </a:r>
            <a:r>
              <a:rPr lang="en-US" dirty="0"/>
              <a:t> as long as it doesn’t harm the creator’s rights or profits.</a:t>
            </a:r>
          </a:p>
          <a:p>
            <a:endParaRPr lang="en-PK" dirty="0"/>
          </a:p>
        </p:txBody>
      </p:sp>
      <p:sp>
        <p:nvSpPr>
          <p:cNvPr id="4" name="Slide Number Placeholder 3">
            <a:extLst>
              <a:ext uri="{FF2B5EF4-FFF2-40B4-BE49-F238E27FC236}">
                <a16:creationId xmlns:a16="http://schemas.microsoft.com/office/drawing/2014/main" id="{0EC13609-0889-4C2C-9A01-6EAFA9956372}"/>
              </a:ext>
            </a:extLst>
          </p:cNvPr>
          <p:cNvSpPr>
            <a:spLocks noGrp="1"/>
          </p:cNvSpPr>
          <p:nvPr>
            <p:ph type="sldNum" sz="quarter" idx="12"/>
          </p:nvPr>
        </p:nvSpPr>
        <p:spPr/>
        <p:txBody>
          <a:bodyPr/>
          <a:lstStyle/>
          <a:p>
            <a:pPr>
              <a:defRPr/>
            </a:pPr>
            <a:fld id="{A3ACB5C1-21FF-4B0B-93FC-A7F2195E8F7F}" type="slidenum">
              <a:rPr lang="en-US" altLang="en-US" smtClean="0"/>
              <a:pPr>
                <a:defRPr/>
              </a:pPr>
              <a:t>14</a:t>
            </a:fld>
            <a:endParaRPr lang="en-US" altLang="en-US" sz="2000"/>
          </a:p>
        </p:txBody>
      </p:sp>
    </p:spTree>
    <p:extLst>
      <p:ext uri="{BB962C8B-B14F-4D97-AF65-F5344CB8AC3E}">
        <p14:creationId xmlns:p14="http://schemas.microsoft.com/office/powerpoint/2010/main" val="31472456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8067D-F9BE-44DB-A7C3-E40B3BC6750B}"/>
              </a:ext>
            </a:extLst>
          </p:cNvPr>
          <p:cNvSpPr>
            <a:spLocks noGrp="1"/>
          </p:cNvSpPr>
          <p:nvPr>
            <p:ph type="title"/>
          </p:nvPr>
        </p:nvSpPr>
        <p:spPr/>
        <p:txBody>
          <a:bodyPr>
            <a:normAutofit/>
          </a:bodyPr>
          <a:lstStyle/>
          <a:p>
            <a:r>
              <a:rPr lang="en-US" b="1" dirty="0"/>
              <a:t>Examples of Fair Use:</a:t>
            </a:r>
            <a:endParaRPr lang="en-PK" dirty="0"/>
          </a:p>
        </p:txBody>
      </p:sp>
      <p:sp>
        <p:nvSpPr>
          <p:cNvPr id="3" name="Content Placeholder 2">
            <a:extLst>
              <a:ext uri="{FF2B5EF4-FFF2-40B4-BE49-F238E27FC236}">
                <a16:creationId xmlns:a16="http://schemas.microsoft.com/office/drawing/2014/main" id="{4A9ECD38-60FB-44DB-9066-5E5CC4B03F24}"/>
              </a:ext>
            </a:extLst>
          </p:cNvPr>
          <p:cNvSpPr>
            <a:spLocks noGrp="1"/>
          </p:cNvSpPr>
          <p:nvPr>
            <p:ph idx="1"/>
          </p:nvPr>
        </p:nvSpPr>
        <p:spPr>
          <a:xfrm>
            <a:off x="507092" y="2057400"/>
            <a:ext cx="11306806" cy="4055925"/>
          </a:xfrm>
        </p:spPr>
        <p:txBody>
          <a:bodyPr>
            <a:normAutofit lnSpcReduction="10000"/>
          </a:bodyPr>
          <a:lstStyle/>
          <a:p>
            <a:pPr>
              <a:buFont typeface="+mj-lt"/>
              <a:buAutoNum type="arabicPeriod"/>
            </a:pPr>
            <a:r>
              <a:rPr lang="en-US" sz="2400" b="1" dirty="0"/>
              <a:t>Educational Use:</a:t>
            </a:r>
            <a:br>
              <a:rPr lang="en-US" sz="2400" dirty="0"/>
            </a:br>
            <a:r>
              <a:rPr lang="en-US" sz="2400" dirty="0"/>
              <a:t>A teacher copies a few pages from a textbook to discuss in class.</a:t>
            </a:r>
            <a:br>
              <a:rPr lang="en-US" sz="2400" dirty="0"/>
            </a:br>
            <a:r>
              <a:rPr lang="en-US" sz="2400" dirty="0"/>
              <a:t>→ </a:t>
            </a:r>
            <a:r>
              <a:rPr lang="en-US" sz="2400" i="1" dirty="0"/>
              <a:t>Allowed under fair use.</a:t>
            </a:r>
            <a:endParaRPr lang="en-US" sz="2400" dirty="0"/>
          </a:p>
          <a:p>
            <a:pPr>
              <a:buFont typeface="+mj-lt"/>
              <a:buAutoNum type="arabicPeriod"/>
            </a:pPr>
            <a:r>
              <a:rPr lang="en-US" sz="2400" b="1" dirty="0"/>
              <a:t>Criticism or Review:</a:t>
            </a:r>
            <a:br>
              <a:rPr lang="en-US" sz="2400" dirty="0"/>
            </a:br>
            <a:r>
              <a:rPr lang="en-US" sz="2400" dirty="0"/>
              <a:t>A YouTuber shows short clips of a movie to review or critique it.</a:t>
            </a:r>
            <a:br>
              <a:rPr lang="en-US" sz="2400" dirty="0"/>
            </a:br>
            <a:r>
              <a:rPr lang="en-US" sz="2400" dirty="0"/>
              <a:t>→ </a:t>
            </a:r>
            <a:r>
              <a:rPr lang="en-US" sz="2400" i="1" dirty="0"/>
              <a:t>Fair use, since it’s for commentary.</a:t>
            </a:r>
            <a:endParaRPr lang="en-US" sz="2400" dirty="0"/>
          </a:p>
          <a:p>
            <a:pPr>
              <a:buFont typeface="+mj-lt"/>
              <a:buAutoNum type="arabicPeriod"/>
            </a:pPr>
            <a:r>
              <a:rPr lang="en-US" sz="2400" b="1" dirty="0"/>
              <a:t>News Reporting:</a:t>
            </a:r>
            <a:br>
              <a:rPr lang="en-US" sz="2400" dirty="0"/>
            </a:br>
            <a:r>
              <a:rPr lang="en-US" sz="2400" dirty="0"/>
              <a:t>A news channel shows part of a song or video when reporting a story about it.</a:t>
            </a:r>
            <a:br>
              <a:rPr lang="en-US" sz="2400" dirty="0"/>
            </a:br>
            <a:r>
              <a:rPr lang="en-US" sz="2400" dirty="0"/>
              <a:t>→ </a:t>
            </a:r>
            <a:r>
              <a:rPr lang="en-US" sz="2400" i="1" dirty="0"/>
              <a:t>Fair use.</a:t>
            </a:r>
            <a:endParaRPr lang="en-US" sz="2400" dirty="0"/>
          </a:p>
          <a:p>
            <a:pPr>
              <a:buFont typeface="+mj-lt"/>
              <a:buAutoNum type="arabicPeriod"/>
            </a:pPr>
            <a:r>
              <a:rPr lang="en-US" sz="2400" b="1" dirty="0"/>
              <a:t>Research or Scholarship:</a:t>
            </a:r>
            <a:br>
              <a:rPr lang="en-US" sz="2400" dirty="0"/>
            </a:br>
            <a:r>
              <a:rPr lang="en-US" sz="2400" dirty="0"/>
              <a:t>A student quotes a few lines from a novel in their thesis with proper citation.</a:t>
            </a:r>
            <a:br>
              <a:rPr lang="en-US" sz="2400" dirty="0"/>
            </a:br>
            <a:r>
              <a:rPr lang="en-US" sz="2400" dirty="0"/>
              <a:t>→ </a:t>
            </a:r>
            <a:r>
              <a:rPr lang="en-US" sz="2400" i="1" dirty="0"/>
              <a:t>Fair use.</a:t>
            </a:r>
            <a:endParaRPr lang="en-US" sz="2400" dirty="0"/>
          </a:p>
          <a:p>
            <a:endParaRPr lang="en-PK" sz="2400" dirty="0"/>
          </a:p>
        </p:txBody>
      </p:sp>
      <p:sp>
        <p:nvSpPr>
          <p:cNvPr id="4" name="Slide Number Placeholder 3">
            <a:extLst>
              <a:ext uri="{FF2B5EF4-FFF2-40B4-BE49-F238E27FC236}">
                <a16:creationId xmlns:a16="http://schemas.microsoft.com/office/drawing/2014/main" id="{FCFFFDAE-B13E-49C7-86C5-42659265691D}"/>
              </a:ext>
            </a:extLst>
          </p:cNvPr>
          <p:cNvSpPr>
            <a:spLocks noGrp="1"/>
          </p:cNvSpPr>
          <p:nvPr>
            <p:ph type="sldNum" sz="quarter" idx="12"/>
          </p:nvPr>
        </p:nvSpPr>
        <p:spPr/>
        <p:txBody>
          <a:bodyPr/>
          <a:lstStyle/>
          <a:p>
            <a:pPr>
              <a:defRPr/>
            </a:pPr>
            <a:fld id="{A3ACB5C1-21FF-4B0B-93FC-A7F2195E8F7F}" type="slidenum">
              <a:rPr lang="en-US" altLang="en-US" smtClean="0"/>
              <a:pPr>
                <a:defRPr/>
              </a:pPr>
              <a:t>15</a:t>
            </a:fld>
            <a:endParaRPr lang="en-US" altLang="en-US" sz="2000"/>
          </a:p>
        </p:txBody>
      </p:sp>
    </p:spTree>
    <p:extLst>
      <p:ext uri="{BB962C8B-B14F-4D97-AF65-F5344CB8AC3E}">
        <p14:creationId xmlns:p14="http://schemas.microsoft.com/office/powerpoint/2010/main" val="1284236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D53EF65-1141-4EA6-B85E-EF1CEA71E670}"/>
              </a:ext>
            </a:extLst>
          </p:cNvPr>
          <p:cNvSpPr>
            <a:spLocks noGrp="1"/>
          </p:cNvSpPr>
          <p:nvPr>
            <p:ph type="title"/>
          </p:nvPr>
        </p:nvSpPr>
        <p:spPr/>
        <p:txBody>
          <a:bodyPr/>
          <a:lstStyle/>
          <a:p>
            <a:r>
              <a:rPr lang="en-US" dirty="0"/>
              <a:t>Copyright Infringement</a:t>
            </a:r>
            <a:endParaRPr lang="en-PK" dirty="0"/>
          </a:p>
        </p:txBody>
      </p:sp>
      <p:sp>
        <p:nvSpPr>
          <p:cNvPr id="7" name="Content Placeholder 6">
            <a:extLst>
              <a:ext uri="{FF2B5EF4-FFF2-40B4-BE49-F238E27FC236}">
                <a16:creationId xmlns:a16="http://schemas.microsoft.com/office/drawing/2014/main" id="{91CD47EC-EC7D-430D-B02D-823CC37429EE}"/>
              </a:ext>
            </a:extLst>
          </p:cNvPr>
          <p:cNvSpPr>
            <a:spLocks noGrp="1"/>
          </p:cNvSpPr>
          <p:nvPr>
            <p:ph idx="1"/>
          </p:nvPr>
        </p:nvSpPr>
        <p:spPr/>
        <p:txBody>
          <a:bodyPr/>
          <a:lstStyle/>
          <a:p>
            <a:r>
              <a:rPr lang="en-US" b="1" dirty="0"/>
              <a:t>Copyright infringement</a:t>
            </a:r>
            <a:r>
              <a:rPr lang="en-US" dirty="0"/>
              <a:t> means </a:t>
            </a:r>
            <a:r>
              <a:rPr lang="en-US" b="1" dirty="0"/>
              <a:t>using someone else’s copyrighted work without their permission</a:t>
            </a:r>
            <a:r>
              <a:rPr lang="en-US" dirty="0"/>
              <a:t> — such as copying, distributing, performing, or displaying it — in a way that violates the creator’s rights.</a:t>
            </a:r>
          </a:p>
          <a:p>
            <a:r>
              <a:rPr lang="en-US" dirty="0"/>
              <a:t>It is </a:t>
            </a:r>
            <a:r>
              <a:rPr lang="en-US" b="1" dirty="0"/>
              <a:t>illegal</a:t>
            </a:r>
            <a:r>
              <a:rPr lang="en-US" dirty="0"/>
              <a:t> because it takes away the original creator’s control and profit from their own work.</a:t>
            </a:r>
          </a:p>
          <a:p>
            <a:endParaRPr lang="en-PK" dirty="0"/>
          </a:p>
        </p:txBody>
      </p:sp>
      <p:sp>
        <p:nvSpPr>
          <p:cNvPr id="3" name="Slide Number Placeholder 2">
            <a:extLst>
              <a:ext uri="{FF2B5EF4-FFF2-40B4-BE49-F238E27FC236}">
                <a16:creationId xmlns:a16="http://schemas.microsoft.com/office/drawing/2014/main" id="{AD11624B-D5E0-4BBD-B8D2-776D14525DF8}"/>
              </a:ext>
            </a:extLst>
          </p:cNvPr>
          <p:cNvSpPr>
            <a:spLocks noGrp="1"/>
          </p:cNvSpPr>
          <p:nvPr>
            <p:ph type="sldNum" sz="quarter" idx="12"/>
          </p:nvPr>
        </p:nvSpPr>
        <p:spPr/>
        <p:txBody>
          <a:bodyPr/>
          <a:lstStyle/>
          <a:p>
            <a:pPr>
              <a:defRPr/>
            </a:pPr>
            <a:fld id="{6230C6E3-BFF9-48B9-824F-D8F79A392C7B}" type="slidenum">
              <a:rPr lang="en-US" altLang="en-US" smtClean="0"/>
              <a:pPr>
                <a:defRPr/>
              </a:pPr>
              <a:t>16</a:t>
            </a:fld>
            <a:endParaRPr lang="en-US" altLang="en-US" sz="2000"/>
          </a:p>
        </p:txBody>
      </p:sp>
      <p:sp>
        <p:nvSpPr>
          <p:cNvPr id="2" name="Footer Placeholder 1">
            <a:extLst>
              <a:ext uri="{FF2B5EF4-FFF2-40B4-BE49-F238E27FC236}">
                <a16:creationId xmlns:a16="http://schemas.microsoft.com/office/drawing/2014/main" id="{41FBC92B-9A80-4D1E-996B-EE4B90523892}"/>
              </a:ext>
            </a:extLst>
          </p:cNvPr>
          <p:cNvSpPr>
            <a:spLocks noGrp="1"/>
          </p:cNvSpPr>
          <p:nvPr>
            <p:ph type="ftr" sz="quarter" idx="4294967295"/>
          </p:nvPr>
        </p:nvSpPr>
        <p:spPr>
          <a:xfrm>
            <a:off x="0" y="6356350"/>
            <a:ext cx="4114800" cy="365125"/>
          </a:xfrm>
          <a:prstGeom prst="rect">
            <a:avLst/>
          </a:prstGeom>
        </p:spPr>
        <p:txBody>
          <a:bodyPr/>
          <a:lstStyle/>
          <a:p>
            <a:pPr>
              <a:defRPr/>
            </a:pPr>
            <a:r>
              <a:rPr lang="en-US"/>
              <a:t>Ethics in Information Technology, Fourth Edition</a:t>
            </a:r>
            <a:endParaRPr lang="en-US" sz="1800"/>
          </a:p>
        </p:txBody>
      </p:sp>
    </p:spTree>
    <p:extLst>
      <p:ext uri="{BB962C8B-B14F-4D97-AF65-F5344CB8AC3E}">
        <p14:creationId xmlns:p14="http://schemas.microsoft.com/office/powerpoint/2010/main" val="13997599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69592-6D29-491F-BAA2-267F99A6F96B}"/>
              </a:ext>
            </a:extLst>
          </p:cNvPr>
          <p:cNvSpPr>
            <a:spLocks noGrp="1"/>
          </p:cNvSpPr>
          <p:nvPr>
            <p:ph type="title"/>
          </p:nvPr>
        </p:nvSpPr>
        <p:spPr/>
        <p:txBody>
          <a:bodyPr/>
          <a:lstStyle/>
          <a:p>
            <a:r>
              <a:rPr lang="en-US" dirty="0"/>
              <a:t>Example of copyright infringement </a:t>
            </a:r>
            <a:endParaRPr lang="en-PK" dirty="0"/>
          </a:p>
        </p:txBody>
      </p:sp>
      <p:sp>
        <p:nvSpPr>
          <p:cNvPr id="4" name="Slide Number Placeholder 3">
            <a:extLst>
              <a:ext uri="{FF2B5EF4-FFF2-40B4-BE49-F238E27FC236}">
                <a16:creationId xmlns:a16="http://schemas.microsoft.com/office/drawing/2014/main" id="{161AC19B-3EAE-4806-B9AB-29287C88E7F8}"/>
              </a:ext>
            </a:extLst>
          </p:cNvPr>
          <p:cNvSpPr>
            <a:spLocks noGrp="1"/>
          </p:cNvSpPr>
          <p:nvPr>
            <p:ph type="sldNum" sz="quarter" idx="12"/>
          </p:nvPr>
        </p:nvSpPr>
        <p:spPr/>
        <p:txBody>
          <a:bodyPr/>
          <a:lstStyle/>
          <a:p>
            <a:pPr>
              <a:defRPr/>
            </a:pPr>
            <a:fld id="{A3ACB5C1-21FF-4B0B-93FC-A7F2195E8F7F}" type="slidenum">
              <a:rPr lang="en-US" altLang="en-US" smtClean="0"/>
              <a:pPr>
                <a:defRPr/>
              </a:pPr>
              <a:t>17</a:t>
            </a:fld>
            <a:endParaRPr lang="en-US" altLang="en-US" sz="2000"/>
          </a:p>
        </p:txBody>
      </p:sp>
      <p:sp>
        <p:nvSpPr>
          <p:cNvPr id="5" name="Rectangle 1">
            <a:extLst>
              <a:ext uri="{FF2B5EF4-FFF2-40B4-BE49-F238E27FC236}">
                <a16:creationId xmlns:a16="http://schemas.microsoft.com/office/drawing/2014/main" id="{36C16D67-FC0B-4A7E-8C04-9A2780F1597A}"/>
              </a:ext>
            </a:extLst>
          </p:cNvPr>
          <p:cNvSpPr>
            <a:spLocks noGrp="1" noChangeArrowheads="1"/>
          </p:cNvSpPr>
          <p:nvPr>
            <p:ph idx="1"/>
          </p:nvPr>
        </p:nvSpPr>
        <p:spPr bwMode="auto">
          <a:xfrm>
            <a:off x="435429" y="2209800"/>
            <a:ext cx="11668754"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rial" panose="020B0604020202020204" pitchFamily="34" charset="0"/>
              </a:rPr>
              <a:t>Downloading or sharing movies or songs from the internet without permission.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rial" panose="020B0604020202020204" pitchFamily="34" charset="0"/>
              </a:rPr>
              <a:t>Copying and pasting text or images from a website into your project without giving credit.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rial" panose="020B0604020202020204" pitchFamily="34" charset="0"/>
              </a:rPr>
              <a:t>Using a photo or artwork in an advertisement without the artist’s consent.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rial" panose="020B0604020202020204" pitchFamily="34" charset="0"/>
              </a:rPr>
              <a:t>Reposting someone’s YouTube video on your own channel without permission.</a:t>
            </a:r>
          </a:p>
        </p:txBody>
      </p:sp>
    </p:spTree>
    <p:extLst>
      <p:ext uri="{BB962C8B-B14F-4D97-AF65-F5344CB8AC3E}">
        <p14:creationId xmlns:p14="http://schemas.microsoft.com/office/powerpoint/2010/main" val="30197203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975DD51-DB59-09B7-8BBC-5F7C86054C6D}"/>
              </a:ext>
            </a:extLst>
          </p:cNvPr>
          <p:cNvSpPr>
            <a:spLocks noGrp="1"/>
          </p:cNvSpPr>
          <p:nvPr>
            <p:ph type="sldNum" sz="quarter" idx="12"/>
          </p:nvPr>
        </p:nvSpPr>
        <p:spPr/>
        <p:txBody>
          <a:bodyPr/>
          <a:lstStyle/>
          <a:p>
            <a:pPr>
              <a:defRPr/>
            </a:pPr>
            <a:fld id="{A3ACB5C1-21FF-4B0B-93FC-A7F2195E8F7F}" type="slidenum">
              <a:rPr lang="en-US" altLang="en-US" smtClean="0"/>
              <a:pPr>
                <a:defRPr/>
              </a:pPr>
              <a:t>18</a:t>
            </a:fld>
            <a:endParaRPr lang="en-US" altLang="en-US" sz="2000"/>
          </a:p>
        </p:txBody>
      </p:sp>
      <p:pic>
        <p:nvPicPr>
          <p:cNvPr id="6" name="Content Placeholder 5">
            <a:extLst>
              <a:ext uri="{FF2B5EF4-FFF2-40B4-BE49-F238E27FC236}">
                <a16:creationId xmlns:a16="http://schemas.microsoft.com/office/drawing/2014/main" id="{71450AE4-50AD-E8E5-B357-D11D3BC710C8}"/>
              </a:ext>
            </a:extLst>
          </p:cNvPr>
          <p:cNvPicPr>
            <a:picLocks noGrp="1" noChangeAspect="1"/>
          </p:cNvPicPr>
          <p:nvPr>
            <p:ph idx="4294967295"/>
          </p:nvPr>
        </p:nvPicPr>
        <p:blipFill>
          <a:blip r:embed="rId2"/>
          <a:stretch>
            <a:fillRect/>
          </a:stretch>
        </p:blipFill>
        <p:spPr>
          <a:xfrm>
            <a:off x="1744662" y="609600"/>
            <a:ext cx="8702676" cy="5119942"/>
          </a:xfrm>
          <a:prstGeom prst="rect">
            <a:avLst/>
          </a:prstGeom>
        </p:spPr>
      </p:pic>
    </p:spTree>
    <p:extLst>
      <p:ext uri="{BB962C8B-B14F-4D97-AF65-F5344CB8AC3E}">
        <p14:creationId xmlns:p14="http://schemas.microsoft.com/office/powerpoint/2010/main" val="270708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53C06995-01B2-149B-749F-BBCA21FF128F}"/>
              </a:ext>
            </a:extLst>
          </p:cNvPr>
          <p:cNvSpPr>
            <a:spLocks noGrp="1"/>
          </p:cNvSpPr>
          <p:nvPr>
            <p:ph type="title"/>
          </p:nvPr>
        </p:nvSpPr>
        <p:spPr>
          <a:xfrm>
            <a:off x="435429" y="420572"/>
            <a:ext cx="10408582" cy="647121"/>
          </a:xfrm>
        </p:spPr>
        <p:txBody>
          <a:bodyPr/>
          <a:lstStyle/>
          <a:p>
            <a:r>
              <a:rPr lang="en-US" b="1" dirty="0">
                <a:effectLst/>
              </a:rPr>
              <a:t>“Copyright Infringement” vs “Fair Use Doctrine”</a:t>
            </a:r>
            <a:endParaRPr lang="en-US" dirty="0">
              <a:effectLst/>
            </a:endParaRPr>
          </a:p>
        </p:txBody>
      </p:sp>
      <p:graphicFrame>
        <p:nvGraphicFramePr>
          <p:cNvPr id="2" name="Content Placeholder 1">
            <a:extLst>
              <a:ext uri="{FF2B5EF4-FFF2-40B4-BE49-F238E27FC236}">
                <a16:creationId xmlns:a16="http://schemas.microsoft.com/office/drawing/2014/main" id="{AB46239A-45E3-AEF0-D81E-EF452D002B8B}"/>
              </a:ext>
            </a:extLst>
          </p:cNvPr>
          <p:cNvGraphicFramePr>
            <a:graphicFrameLocks noGrp="1"/>
          </p:cNvGraphicFramePr>
          <p:nvPr>
            <p:ph idx="1"/>
            <p:extLst>
              <p:ext uri="{D42A27DB-BD31-4B8C-83A1-F6EECF244321}">
                <p14:modId xmlns:p14="http://schemas.microsoft.com/office/powerpoint/2010/main" val="2784010886"/>
              </p:ext>
            </p:extLst>
          </p:nvPr>
        </p:nvGraphicFramePr>
        <p:xfrm>
          <a:off x="435429" y="1447800"/>
          <a:ext cx="11307762" cy="4724398"/>
        </p:xfrm>
        <a:graphic>
          <a:graphicData uri="http://schemas.openxmlformats.org/drawingml/2006/table">
            <a:tbl>
              <a:tblPr firstRow="1" firstCol="1" bandRow="1">
                <a:tableStyleId>{5C22544A-7EE6-4342-B048-85BDC9FD1C3A}</a:tableStyleId>
              </a:tblPr>
              <a:tblGrid>
                <a:gridCol w="1927225">
                  <a:extLst>
                    <a:ext uri="{9D8B030D-6E8A-4147-A177-3AD203B41FA5}">
                      <a16:colId xmlns:a16="http://schemas.microsoft.com/office/drawing/2014/main" val="2954066347"/>
                    </a:ext>
                  </a:extLst>
                </a:gridCol>
                <a:gridCol w="4419146">
                  <a:extLst>
                    <a:ext uri="{9D8B030D-6E8A-4147-A177-3AD203B41FA5}">
                      <a16:colId xmlns:a16="http://schemas.microsoft.com/office/drawing/2014/main" val="1107661135"/>
                    </a:ext>
                  </a:extLst>
                </a:gridCol>
                <a:gridCol w="4961391">
                  <a:extLst>
                    <a:ext uri="{9D8B030D-6E8A-4147-A177-3AD203B41FA5}">
                      <a16:colId xmlns:a16="http://schemas.microsoft.com/office/drawing/2014/main" val="301363737"/>
                    </a:ext>
                  </a:extLst>
                </a:gridCol>
              </a:tblGrid>
              <a:tr h="287685">
                <a:tc>
                  <a:txBody>
                    <a:bodyPr/>
                    <a:lstStyle/>
                    <a:p>
                      <a:pPr marL="0" marR="0" algn="ctr">
                        <a:lnSpc>
                          <a:spcPct val="100000"/>
                        </a:lnSpc>
                        <a:spcBef>
                          <a:spcPts val="300"/>
                        </a:spcBef>
                        <a:spcAft>
                          <a:spcPts val="300"/>
                        </a:spcAft>
                        <a:buNone/>
                      </a:pPr>
                      <a:r>
                        <a:rPr lang="en-US" sz="1600" kern="100" dirty="0">
                          <a:effectLst/>
                          <a:latin typeface="Aptos SemiBold" panose="020B0004020202020204" pitchFamily="34" charset="0"/>
                        </a:rPr>
                        <a:t>Aspect</a:t>
                      </a:r>
                      <a:endParaRPr lang="en-US" sz="1600" kern="100" dirty="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gn="ctr">
                        <a:lnSpc>
                          <a:spcPct val="100000"/>
                        </a:lnSpc>
                        <a:spcBef>
                          <a:spcPts val="300"/>
                        </a:spcBef>
                        <a:spcAft>
                          <a:spcPts val="300"/>
                        </a:spcAft>
                        <a:buNone/>
                      </a:pPr>
                      <a:r>
                        <a:rPr lang="en-US" sz="1600" kern="100" dirty="0">
                          <a:effectLst/>
                          <a:latin typeface="Aptos SemiBold" panose="020B0004020202020204" pitchFamily="34" charset="0"/>
                        </a:rPr>
                        <a:t>Copyright Infringement</a:t>
                      </a:r>
                      <a:endParaRPr lang="en-US" sz="1600" kern="100" dirty="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gn="ctr">
                        <a:lnSpc>
                          <a:spcPct val="100000"/>
                        </a:lnSpc>
                        <a:spcBef>
                          <a:spcPts val="300"/>
                        </a:spcBef>
                        <a:spcAft>
                          <a:spcPts val="300"/>
                        </a:spcAft>
                        <a:buNone/>
                      </a:pPr>
                      <a:r>
                        <a:rPr lang="en-US" sz="1600" kern="100" dirty="0">
                          <a:effectLst/>
                          <a:latin typeface="Aptos SemiBold" panose="020B0004020202020204" pitchFamily="34" charset="0"/>
                        </a:rPr>
                        <a:t>Fair Use Doctrine</a:t>
                      </a:r>
                      <a:endParaRPr lang="en-US" sz="1600" kern="100" dirty="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907266026"/>
                  </a:ext>
                </a:extLst>
              </a:tr>
              <a:tr h="606596">
                <a:tc>
                  <a:txBody>
                    <a:bodyPr/>
                    <a:lstStyle/>
                    <a:p>
                      <a:pPr marL="0" marR="0">
                        <a:lnSpc>
                          <a:spcPct val="100000"/>
                        </a:lnSpc>
                        <a:spcBef>
                          <a:spcPts val="300"/>
                        </a:spcBef>
                        <a:spcAft>
                          <a:spcPts val="300"/>
                        </a:spcAft>
                        <a:buNone/>
                      </a:pPr>
                      <a:r>
                        <a:rPr lang="en-US" sz="1200" kern="100">
                          <a:effectLst/>
                          <a:latin typeface="Aptos SemiBold" panose="020B0004020202020204" pitchFamily="34" charset="0"/>
                        </a:rPr>
                        <a:t>Definition</a:t>
                      </a:r>
                      <a:endParaRPr lang="en-US" sz="1200" kern="10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nSpc>
                          <a:spcPct val="150000"/>
                        </a:lnSpc>
                        <a:spcBef>
                          <a:spcPts val="300"/>
                        </a:spcBef>
                        <a:spcAft>
                          <a:spcPts val="300"/>
                        </a:spcAft>
                        <a:buNone/>
                      </a:pPr>
                      <a:r>
                        <a:rPr lang="en-US" sz="1200" kern="100" dirty="0">
                          <a:effectLst/>
                          <a:latin typeface="Aptos SemiBold" panose="020B0004020202020204" pitchFamily="34" charset="0"/>
                        </a:rPr>
                        <a:t>Unauthorized use of copyrighted material without permission, violating the owner’s rights.</a:t>
                      </a:r>
                      <a:endParaRPr lang="en-US" sz="1200" kern="100" dirty="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nSpc>
                          <a:spcPct val="150000"/>
                        </a:lnSpc>
                        <a:spcBef>
                          <a:spcPts val="300"/>
                        </a:spcBef>
                        <a:spcAft>
                          <a:spcPts val="300"/>
                        </a:spcAft>
                        <a:buNone/>
                      </a:pPr>
                      <a:r>
                        <a:rPr lang="en-US" sz="1200" kern="100">
                          <a:effectLst/>
                          <a:latin typeface="Aptos SemiBold" panose="020B0004020202020204" pitchFamily="34" charset="0"/>
                        </a:rPr>
                        <a:t>Legal exception allowing limited use of copyrighted material without permission under specific conditions.</a:t>
                      </a:r>
                      <a:endParaRPr lang="en-US" sz="1200" kern="10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102315144"/>
                  </a:ext>
                </a:extLst>
              </a:tr>
              <a:tr h="606596">
                <a:tc>
                  <a:txBody>
                    <a:bodyPr/>
                    <a:lstStyle/>
                    <a:p>
                      <a:pPr marL="0" marR="0">
                        <a:lnSpc>
                          <a:spcPct val="100000"/>
                        </a:lnSpc>
                        <a:spcBef>
                          <a:spcPts val="300"/>
                        </a:spcBef>
                        <a:spcAft>
                          <a:spcPts val="300"/>
                        </a:spcAft>
                        <a:buNone/>
                      </a:pPr>
                      <a:r>
                        <a:rPr lang="en-US" sz="1200" kern="100">
                          <a:effectLst/>
                          <a:latin typeface="Aptos SemiBold" panose="020B0004020202020204" pitchFamily="34" charset="0"/>
                        </a:rPr>
                        <a:t>Purpose</a:t>
                      </a:r>
                      <a:endParaRPr lang="en-US" sz="1200" kern="10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nSpc>
                          <a:spcPct val="150000"/>
                        </a:lnSpc>
                        <a:spcBef>
                          <a:spcPts val="300"/>
                        </a:spcBef>
                        <a:spcAft>
                          <a:spcPts val="300"/>
                        </a:spcAft>
                        <a:buNone/>
                      </a:pPr>
                      <a:r>
                        <a:rPr lang="en-US" sz="1200" kern="100">
                          <a:effectLst/>
                          <a:latin typeface="Aptos SemiBold" panose="020B0004020202020204" pitchFamily="34" charset="0"/>
                        </a:rPr>
                        <a:t>Protects creators' exclusive rights to control and benefit from their work.</a:t>
                      </a:r>
                      <a:endParaRPr lang="en-US" sz="1200" kern="10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nSpc>
                          <a:spcPct val="150000"/>
                        </a:lnSpc>
                        <a:spcBef>
                          <a:spcPts val="300"/>
                        </a:spcBef>
                        <a:spcAft>
                          <a:spcPts val="300"/>
                        </a:spcAft>
                        <a:buNone/>
                      </a:pPr>
                      <a:r>
                        <a:rPr lang="en-US" sz="1200" kern="100">
                          <a:effectLst/>
                          <a:latin typeface="Aptos SemiBold" panose="020B0004020202020204" pitchFamily="34" charset="0"/>
                        </a:rPr>
                        <a:t>Balances copyright protection with public interest, enabling education, criticism, and innovation.</a:t>
                      </a:r>
                      <a:endParaRPr lang="en-US" sz="1200" kern="10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458192741"/>
                  </a:ext>
                </a:extLst>
              </a:tr>
              <a:tr h="509451">
                <a:tc>
                  <a:txBody>
                    <a:bodyPr/>
                    <a:lstStyle/>
                    <a:p>
                      <a:pPr marL="0" marR="0">
                        <a:lnSpc>
                          <a:spcPct val="100000"/>
                        </a:lnSpc>
                        <a:spcBef>
                          <a:spcPts val="300"/>
                        </a:spcBef>
                        <a:spcAft>
                          <a:spcPts val="300"/>
                        </a:spcAft>
                        <a:buNone/>
                      </a:pPr>
                      <a:r>
                        <a:rPr lang="en-US" sz="1200" kern="100">
                          <a:effectLst/>
                          <a:latin typeface="Aptos SemiBold" panose="020B0004020202020204" pitchFamily="34" charset="0"/>
                        </a:rPr>
                        <a:t>Legality</a:t>
                      </a:r>
                      <a:endParaRPr lang="en-US" sz="1200" kern="10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nSpc>
                          <a:spcPct val="150000"/>
                        </a:lnSpc>
                        <a:spcBef>
                          <a:spcPts val="300"/>
                        </a:spcBef>
                        <a:spcAft>
                          <a:spcPts val="300"/>
                        </a:spcAft>
                        <a:buNone/>
                      </a:pPr>
                      <a:r>
                        <a:rPr lang="en-US" sz="1200" kern="100" dirty="0">
                          <a:effectLst/>
                          <a:latin typeface="Aptos SemiBold" panose="020B0004020202020204" pitchFamily="34" charset="0"/>
                        </a:rPr>
                        <a:t>❌ Illegal; may result in lawsuits, fines, or injunctions.</a:t>
                      </a:r>
                      <a:endParaRPr lang="en-US" sz="1200" kern="100" dirty="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nSpc>
                          <a:spcPct val="150000"/>
                        </a:lnSpc>
                        <a:spcBef>
                          <a:spcPts val="300"/>
                        </a:spcBef>
                        <a:spcAft>
                          <a:spcPts val="300"/>
                        </a:spcAft>
                        <a:buNone/>
                      </a:pPr>
                      <a:r>
                        <a:rPr lang="en-US" sz="1200" kern="100">
                          <a:effectLst/>
                          <a:latin typeface="Aptos SemiBold" panose="020B0004020202020204" pitchFamily="34" charset="0"/>
                        </a:rPr>
                        <a:t>✅ Legal when criteria are met; serves as a defense in infringement cases.</a:t>
                      </a:r>
                      <a:endParaRPr lang="en-US" sz="1200" kern="10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971951415"/>
                  </a:ext>
                </a:extLst>
              </a:tr>
              <a:tr h="287685">
                <a:tc>
                  <a:txBody>
                    <a:bodyPr/>
                    <a:lstStyle/>
                    <a:p>
                      <a:pPr marL="0" marR="0">
                        <a:lnSpc>
                          <a:spcPct val="100000"/>
                        </a:lnSpc>
                        <a:spcBef>
                          <a:spcPts val="300"/>
                        </a:spcBef>
                        <a:spcAft>
                          <a:spcPts val="300"/>
                        </a:spcAft>
                        <a:buNone/>
                      </a:pPr>
                      <a:r>
                        <a:rPr lang="en-US" sz="1200" kern="100" dirty="0">
                          <a:effectLst/>
                          <a:latin typeface="Aptos SemiBold" panose="020B0004020202020204" pitchFamily="34" charset="0"/>
                        </a:rPr>
                        <a:t>Permission Required</a:t>
                      </a:r>
                      <a:endParaRPr lang="en-US" sz="1200" kern="100" dirty="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nSpc>
                          <a:spcPct val="150000"/>
                        </a:lnSpc>
                        <a:spcBef>
                          <a:spcPts val="300"/>
                        </a:spcBef>
                        <a:spcAft>
                          <a:spcPts val="300"/>
                        </a:spcAft>
                        <a:buNone/>
                      </a:pPr>
                      <a:r>
                        <a:rPr lang="en-US" sz="1200" kern="100">
                          <a:effectLst/>
                          <a:latin typeface="Aptos SemiBold" panose="020B0004020202020204" pitchFamily="34" charset="0"/>
                        </a:rPr>
                        <a:t>Required but not obtained.</a:t>
                      </a:r>
                      <a:endParaRPr lang="en-US" sz="1200" kern="10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nSpc>
                          <a:spcPct val="150000"/>
                        </a:lnSpc>
                        <a:spcBef>
                          <a:spcPts val="300"/>
                        </a:spcBef>
                        <a:spcAft>
                          <a:spcPts val="300"/>
                        </a:spcAft>
                        <a:buNone/>
                      </a:pPr>
                      <a:r>
                        <a:rPr lang="en-US" sz="1200" kern="100">
                          <a:effectLst/>
                          <a:latin typeface="Aptos SemiBold" panose="020B0004020202020204" pitchFamily="34" charset="0"/>
                        </a:rPr>
                        <a:t>Not required if use qualifies as fair.</a:t>
                      </a:r>
                      <a:endParaRPr lang="en-US" sz="1200" kern="10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265620668"/>
                  </a:ext>
                </a:extLst>
              </a:tr>
              <a:tr h="1244419">
                <a:tc>
                  <a:txBody>
                    <a:bodyPr/>
                    <a:lstStyle/>
                    <a:p>
                      <a:pPr marL="0" marR="0">
                        <a:lnSpc>
                          <a:spcPct val="100000"/>
                        </a:lnSpc>
                        <a:spcBef>
                          <a:spcPts val="300"/>
                        </a:spcBef>
                        <a:spcAft>
                          <a:spcPts val="300"/>
                        </a:spcAft>
                        <a:buNone/>
                      </a:pPr>
                      <a:r>
                        <a:rPr lang="en-US" sz="1200" kern="100">
                          <a:effectLst/>
                          <a:latin typeface="Aptos SemiBold" panose="020B0004020202020204" pitchFamily="34" charset="0"/>
                        </a:rPr>
                        <a:t>Key Factors</a:t>
                      </a:r>
                      <a:endParaRPr lang="en-US" sz="1200" kern="10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nSpc>
                          <a:spcPct val="150000"/>
                        </a:lnSpc>
                        <a:spcBef>
                          <a:spcPts val="300"/>
                        </a:spcBef>
                        <a:spcAft>
                          <a:spcPts val="300"/>
                        </a:spcAft>
                        <a:buNone/>
                      </a:pPr>
                      <a:r>
                        <a:rPr lang="en-US" sz="1200" kern="100">
                          <a:effectLst/>
                          <a:latin typeface="Aptos SemiBold" panose="020B0004020202020204" pitchFamily="34" charset="0"/>
                        </a:rPr>
                        <a:t>- Extent of copying (substantial part)</a:t>
                      </a:r>
                      <a:br>
                        <a:rPr lang="en-US" sz="1200" kern="100">
                          <a:effectLst/>
                          <a:latin typeface="Aptos SemiBold" panose="020B0004020202020204" pitchFamily="34" charset="0"/>
                        </a:rPr>
                      </a:br>
                      <a:r>
                        <a:rPr lang="en-US" sz="1200" kern="100">
                          <a:effectLst/>
                          <a:latin typeface="Aptos SemiBold" panose="020B0004020202020204" pitchFamily="34" charset="0"/>
                        </a:rPr>
                        <a:t>- Commercial impact on original work</a:t>
                      </a:r>
                      <a:endParaRPr lang="en-US" sz="1200" kern="10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nSpc>
                          <a:spcPct val="150000"/>
                        </a:lnSpc>
                        <a:spcBef>
                          <a:spcPts val="300"/>
                        </a:spcBef>
                        <a:spcAft>
                          <a:spcPts val="300"/>
                        </a:spcAft>
                        <a:buNone/>
                      </a:pPr>
                      <a:r>
                        <a:rPr lang="en-US" sz="1200" kern="100" dirty="0">
                          <a:effectLst/>
                          <a:latin typeface="Aptos SemiBold" panose="020B0004020202020204" pitchFamily="34" charset="0"/>
                        </a:rPr>
                        <a:t>1. Purpose/character of use (e.g., educational, transformative)</a:t>
                      </a:r>
                      <a:br>
                        <a:rPr lang="en-US" sz="1200" kern="100" dirty="0">
                          <a:effectLst/>
                          <a:latin typeface="Aptos SemiBold" panose="020B0004020202020204" pitchFamily="34" charset="0"/>
                        </a:rPr>
                      </a:br>
                      <a:r>
                        <a:rPr lang="en-US" sz="1200" kern="100" dirty="0">
                          <a:effectLst/>
                          <a:latin typeface="Aptos SemiBold" panose="020B0004020202020204" pitchFamily="34" charset="0"/>
                        </a:rPr>
                        <a:t>2. Nature of copyrighted work</a:t>
                      </a:r>
                      <a:br>
                        <a:rPr lang="en-US" sz="1200" kern="100" dirty="0">
                          <a:effectLst/>
                          <a:latin typeface="Aptos SemiBold" panose="020B0004020202020204" pitchFamily="34" charset="0"/>
                        </a:rPr>
                      </a:br>
                      <a:r>
                        <a:rPr lang="en-US" sz="1200" kern="100" dirty="0">
                          <a:effectLst/>
                          <a:latin typeface="Aptos SemiBold" panose="020B0004020202020204" pitchFamily="34" charset="0"/>
                        </a:rPr>
                        <a:t>3. Amount used</a:t>
                      </a:r>
                      <a:br>
                        <a:rPr lang="en-US" sz="1200" kern="100" dirty="0">
                          <a:effectLst/>
                          <a:latin typeface="Aptos SemiBold" panose="020B0004020202020204" pitchFamily="34" charset="0"/>
                        </a:rPr>
                      </a:br>
                      <a:r>
                        <a:rPr lang="en-US" sz="1200" kern="100" dirty="0">
                          <a:effectLst/>
                          <a:latin typeface="Aptos SemiBold" panose="020B0004020202020204" pitchFamily="34" charset="0"/>
                        </a:rPr>
                        <a:t>4. Market effect</a:t>
                      </a:r>
                      <a:endParaRPr lang="en-US" sz="1200" kern="100" dirty="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705642711"/>
                  </a:ext>
                </a:extLst>
              </a:tr>
              <a:tr h="606596">
                <a:tc>
                  <a:txBody>
                    <a:bodyPr/>
                    <a:lstStyle/>
                    <a:p>
                      <a:pPr marL="0" marR="0">
                        <a:lnSpc>
                          <a:spcPct val="100000"/>
                        </a:lnSpc>
                        <a:spcBef>
                          <a:spcPts val="300"/>
                        </a:spcBef>
                        <a:spcAft>
                          <a:spcPts val="300"/>
                        </a:spcAft>
                        <a:buNone/>
                      </a:pPr>
                      <a:r>
                        <a:rPr lang="en-US" sz="1200" kern="100">
                          <a:effectLst/>
                          <a:latin typeface="Aptos SemiBold" panose="020B0004020202020204" pitchFamily="34" charset="0"/>
                        </a:rPr>
                        <a:t>Common Examples</a:t>
                      </a:r>
                      <a:endParaRPr lang="en-US" sz="1200" kern="10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nSpc>
                          <a:spcPct val="150000"/>
                        </a:lnSpc>
                        <a:spcBef>
                          <a:spcPts val="300"/>
                        </a:spcBef>
                        <a:spcAft>
                          <a:spcPts val="300"/>
                        </a:spcAft>
                        <a:buNone/>
                      </a:pPr>
                      <a:r>
                        <a:rPr lang="en-US" sz="1200" kern="100">
                          <a:effectLst/>
                          <a:latin typeface="Aptos SemiBold" panose="020B0004020202020204" pitchFamily="34" charset="0"/>
                        </a:rPr>
                        <a:t>- Pirating software/movies</a:t>
                      </a:r>
                      <a:br>
                        <a:rPr lang="en-US" sz="1200" kern="100">
                          <a:effectLst/>
                          <a:latin typeface="Aptos SemiBold" panose="020B0004020202020204" pitchFamily="34" charset="0"/>
                        </a:rPr>
                      </a:br>
                      <a:r>
                        <a:rPr lang="en-US" sz="1200" kern="100">
                          <a:effectLst/>
                          <a:latin typeface="Aptos SemiBold" panose="020B0004020202020204" pitchFamily="34" charset="0"/>
                        </a:rPr>
                        <a:t>- Republishing content without consent</a:t>
                      </a:r>
                      <a:endParaRPr lang="en-US" sz="1200" kern="10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nSpc>
                          <a:spcPct val="150000"/>
                        </a:lnSpc>
                        <a:spcBef>
                          <a:spcPts val="300"/>
                        </a:spcBef>
                        <a:spcAft>
                          <a:spcPts val="300"/>
                        </a:spcAft>
                        <a:buNone/>
                      </a:pPr>
                      <a:r>
                        <a:rPr lang="en-US" sz="1200" kern="100" dirty="0">
                          <a:effectLst/>
                          <a:latin typeface="Aptos SemiBold" panose="020B0004020202020204" pitchFamily="34" charset="0"/>
                        </a:rPr>
                        <a:t>- Quoting for review/criticism</a:t>
                      </a:r>
                      <a:br>
                        <a:rPr lang="en-US" sz="1200" kern="100" dirty="0">
                          <a:effectLst/>
                          <a:latin typeface="Aptos SemiBold" panose="020B0004020202020204" pitchFamily="34" charset="0"/>
                        </a:rPr>
                      </a:br>
                      <a:r>
                        <a:rPr lang="en-US" sz="1200" kern="100" dirty="0">
                          <a:effectLst/>
                          <a:latin typeface="Aptos SemiBold" panose="020B0004020202020204" pitchFamily="34" charset="0"/>
                        </a:rPr>
                        <a:t>- Using excerpts in teaching/research</a:t>
                      </a:r>
                      <a:endParaRPr lang="en-US" sz="1200" kern="100" dirty="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493912139"/>
                  </a:ext>
                </a:extLst>
              </a:tr>
              <a:tr h="287685">
                <a:tc>
                  <a:txBody>
                    <a:bodyPr/>
                    <a:lstStyle/>
                    <a:p>
                      <a:pPr marL="0" marR="0">
                        <a:lnSpc>
                          <a:spcPct val="100000"/>
                        </a:lnSpc>
                        <a:spcBef>
                          <a:spcPts val="300"/>
                        </a:spcBef>
                        <a:spcAft>
                          <a:spcPts val="300"/>
                        </a:spcAft>
                        <a:buNone/>
                      </a:pPr>
                      <a:r>
                        <a:rPr lang="en-US" sz="1200" kern="100">
                          <a:effectLst/>
                          <a:latin typeface="Aptos SemiBold" panose="020B0004020202020204" pitchFamily="34" charset="0"/>
                        </a:rPr>
                        <a:t>Result</a:t>
                      </a:r>
                      <a:endParaRPr lang="en-US" sz="1200" kern="10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nSpc>
                          <a:spcPct val="150000"/>
                        </a:lnSpc>
                        <a:spcBef>
                          <a:spcPts val="300"/>
                        </a:spcBef>
                        <a:spcAft>
                          <a:spcPts val="300"/>
                        </a:spcAft>
                        <a:buNone/>
                      </a:pPr>
                      <a:r>
                        <a:rPr lang="en-US" sz="1200" kern="100">
                          <a:effectLst/>
                          <a:latin typeface="Aptos SemiBold" panose="020B0004020202020204" pitchFamily="34" charset="0"/>
                        </a:rPr>
                        <a:t>Penalties: Damages, legal fees, cessation of use</a:t>
                      </a:r>
                      <a:endParaRPr lang="en-US" sz="1200" kern="10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nSpc>
                          <a:spcPct val="150000"/>
                        </a:lnSpc>
                        <a:spcBef>
                          <a:spcPts val="300"/>
                        </a:spcBef>
                        <a:spcAft>
                          <a:spcPts val="300"/>
                        </a:spcAft>
                        <a:buNone/>
                      </a:pPr>
                      <a:r>
                        <a:rPr lang="en-US" sz="1200" kern="100" dirty="0">
                          <a:effectLst/>
                          <a:latin typeface="Aptos SemiBold" panose="020B0004020202020204" pitchFamily="34" charset="0"/>
                        </a:rPr>
                        <a:t>No penalty; use is permitted and protected.</a:t>
                      </a:r>
                      <a:endParaRPr lang="en-US" sz="1200" kern="100" dirty="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102954362"/>
                  </a:ext>
                </a:extLst>
              </a:tr>
              <a:tr h="287685">
                <a:tc>
                  <a:txBody>
                    <a:bodyPr/>
                    <a:lstStyle/>
                    <a:p>
                      <a:pPr marL="0" marR="0">
                        <a:lnSpc>
                          <a:spcPct val="100000"/>
                        </a:lnSpc>
                        <a:spcBef>
                          <a:spcPts val="300"/>
                        </a:spcBef>
                        <a:spcAft>
                          <a:spcPts val="300"/>
                        </a:spcAft>
                        <a:buNone/>
                      </a:pPr>
                      <a:r>
                        <a:rPr lang="en-US" sz="1200" kern="100" dirty="0">
                          <a:effectLst/>
                          <a:latin typeface="Aptos SemiBold" panose="020B0004020202020204" pitchFamily="34" charset="0"/>
                        </a:rPr>
                        <a:t>Nature</a:t>
                      </a:r>
                      <a:endParaRPr lang="en-US" sz="1200" kern="100" dirty="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nSpc>
                          <a:spcPct val="150000"/>
                        </a:lnSpc>
                        <a:spcBef>
                          <a:spcPts val="300"/>
                        </a:spcBef>
                        <a:spcAft>
                          <a:spcPts val="300"/>
                        </a:spcAft>
                        <a:buNone/>
                      </a:pPr>
                      <a:r>
                        <a:rPr lang="en-US" sz="1200" kern="100">
                          <a:effectLst/>
                          <a:latin typeface="Aptos SemiBold" panose="020B0004020202020204" pitchFamily="34" charset="0"/>
                        </a:rPr>
                        <a:t>Offense against copyright holder</a:t>
                      </a:r>
                      <a:endParaRPr lang="en-US" sz="1200" kern="10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marL="0" marR="0">
                        <a:lnSpc>
                          <a:spcPct val="150000"/>
                        </a:lnSpc>
                        <a:spcBef>
                          <a:spcPts val="300"/>
                        </a:spcBef>
                        <a:spcAft>
                          <a:spcPts val="300"/>
                        </a:spcAft>
                        <a:buNone/>
                      </a:pPr>
                      <a:r>
                        <a:rPr lang="en-US" sz="1200" kern="100" dirty="0">
                          <a:effectLst/>
                          <a:latin typeface="Aptos SemiBold" panose="020B0004020202020204" pitchFamily="34" charset="0"/>
                        </a:rPr>
                        <a:t>Defense against infringement claims</a:t>
                      </a:r>
                      <a:endParaRPr lang="en-US" sz="1200" kern="100" dirty="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856173938"/>
                  </a:ext>
                </a:extLst>
              </a:tr>
            </a:tbl>
          </a:graphicData>
        </a:graphic>
      </p:graphicFrame>
      <p:sp>
        <p:nvSpPr>
          <p:cNvPr id="36869" name="Slide Number Placeholder 4">
            <a:extLst>
              <a:ext uri="{FF2B5EF4-FFF2-40B4-BE49-F238E27FC236}">
                <a16:creationId xmlns:a16="http://schemas.microsoft.com/office/drawing/2014/main" id="{B1C09533-4F81-DD2B-F2EE-8ABF0AC13464}"/>
              </a:ext>
            </a:extLst>
          </p:cNvPr>
          <p:cNvSpPr>
            <a:spLocks noGrp="1"/>
          </p:cNvSpPr>
          <p:nvPr>
            <p:ph type="sldNum" sz="quarter" idx="12"/>
          </p:nvPr>
        </p:nvSpPr>
        <p:spPr bwMode="auto">
          <a:xfrm>
            <a:off x="11523612" y="6432265"/>
            <a:ext cx="58057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Light" panose="020F0302020204030204" pitchFamily="34" charset="0"/>
              </a:defRPr>
            </a:lvl1pPr>
            <a:lvl2pPr marL="742950" indent="-285750">
              <a:defRPr>
                <a:solidFill>
                  <a:schemeClr val="tx1"/>
                </a:solidFill>
                <a:latin typeface="Calibri Light" panose="020F0302020204030204" pitchFamily="34" charset="0"/>
              </a:defRPr>
            </a:lvl2pPr>
            <a:lvl3pPr marL="1143000" indent="-228600">
              <a:defRPr>
                <a:solidFill>
                  <a:schemeClr val="tx1"/>
                </a:solidFill>
                <a:latin typeface="Calibri Light" panose="020F0302020204030204" pitchFamily="34" charset="0"/>
              </a:defRPr>
            </a:lvl3pPr>
            <a:lvl4pPr marL="1600200" indent="-228600">
              <a:defRPr>
                <a:solidFill>
                  <a:schemeClr val="tx1"/>
                </a:solidFill>
                <a:latin typeface="Calibri Light" panose="020F0302020204030204" pitchFamily="34" charset="0"/>
              </a:defRPr>
            </a:lvl4pPr>
            <a:lvl5pPr marL="2057400" indent="-228600">
              <a:defRPr>
                <a:solidFill>
                  <a:schemeClr val="tx1"/>
                </a:solidFill>
                <a:latin typeface="Calibri Light" panose="020F0302020204030204" pitchFamily="34" charset="0"/>
              </a:defRPr>
            </a:lvl5pPr>
            <a:lvl6pPr marL="2514600" indent="-228600" defTabSz="457200" eaLnBrk="0" fontAlgn="base" hangingPunct="0">
              <a:spcBef>
                <a:spcPct val="0"/>
              </a:spcBef>
              <a:spcAft>
                <a:spcPct val="0"/>
              </a:spcAft>
              <a:defRPr>
                <a:solidFill>
                  <a:schemeClr val="tx1"/>
                </a:solidFill>
                <a:latin typeface="Calibri Light" panose="020F0302020204030204" pitchFamily="34" charset="0"/>
              </a:defRPr>
            </a:lvl6pPr>
            <a:lvl7pPr marL="2971800" indent="-228600" defTabSz="457200" eaLnBrk="0" fontAlgn="base" hangingPunct="0">
              <a:spcBef>
                <a:spcPct val="0"/>
              </a:spcBef>
              <a:spcAft>
                <a:spcPct val="0"/>
              </a:spcAft>
              <a:defRPr>
                <a:solidFill>
                  <a:schemeClr val="tx1"/>
                </a:solidFill>
                <a:latin typeface="Calibri Light" panose="020F0302020204030204" pitchFamily="34" charset="0"/>
              </a:defRPr>
            </a:lvl7pPr>
            <a:lvl8pPr marL="3429000" indent="-228600" defTabSz="457200" eaLnBrk="0" fontAlgn="base" hangingPunct="0">
              <a:spcBef>
                <a:spcPct val="0"/>
              </a:spcBef>
              <a:spcAft>
                <a:spcPct val="0"/>
              </a:spcAft>
              <a:defRPr>
                <a:solidFill>
                  <a:schemeClr val="tx1"/>
                </a:solidFill>
                <a:latin typeface="Calibri Light" panose="020F0302020204030204" pitchFamily="34" charset="0"/>
              </a:defRPr>
            </a:lvl8pPr>
            <a:lvl9pPr marL="3886200" indent="-228600" defTabSz="457200" eaLnBrk="0" fontAlgn="base" hangingPunct="0">
              <a:spcBef>
                <a:spcPct val="0"/>
              </a:spcBef>
              <a:spcAft>
                <a:spcPct val="0"/>
              </a:spcAft>
              <a:defRPr>
                <a:solidFill>
                  <a:schemeClr val="tx1"/>
                </a:solidFill>
                <a:latin typeface="Calibri Light" panose="020F0302020204030204" pitchFamily="34" charset="0"/>
              </a:defRPr>
            </a:lvl9pPr>
          </a:lstStyle>
          <a:p>
            <a:fld id="{8DA4354C-FDFE-4AB7-845A-06694B224D8D}" type="slidenum">
              <a:rPr lang="en-US" altLang="en-US" smtClean="0"/>
              <a:pPr/>
              <a:t>19</a:t>
            </a:fld>
            <a:endParaRPr lang="en-US" altLang="en-US"/>
          </a:p>
        </p:txBody>
      </p:sp>
      <p:sp>
        <p:nvSpPr>
          <p:cNvPr id="4" name="Footer Placeholder 3">
            <a:extLst>
              <a:ext uri="{FF2B5EF4-FFF2-40B4-BE49-F238E27FC236}">
                <a16:creationId xmlns:a16="http://schemas.microsoft.com/office/drawing/2014/main" id="{36BF0816-CAEF-EBB4-0C0B-4294141633B2}"/>
              </a:ext>
            </a:extLst>
          </p:cNvPr>
          <p:cNvSpPr>
            <a:spLocks noGrp="1"/>
          </p:cNvSpPr>
          <p:nvPr>
            <p:ph type="ftr" sz="quarter" idx="4294967295"/>
          </p:nvPr>
        </p:nvSpPr>
        <p:spPr>
          <a:xfrm>
            <a:off x="0" y="6554788"/>
            <a:ext cx="3771900" cy="228600"/>
          </a:xfrm>
          <a:prstGeom prst="rect">
            <a:avLst/>
          </a:prstGeom>
        </p:spPr>
        <p:txBody>
          <a:bodyPr/>
          <a:lstStyle/>
          <a:p>
            <a:pPr>
              <a:defRPr/>
            </a:pPr>
            <a:r>
              <a:rPr lang="en-US"/>
              <a:t>Ethics in Information Technology, Fourth Edition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60D4E4-83C7-4619-83EF-36C9CE9F88B9}"/>
              </a:ext>
            </a:extLst>
          </p:cNvPr>
          <p:cNvSpPr>
            <a:spLocks noGrp="1"/>
          </p:cNvSpPr>
          <p:nvPr>
            <p:ph type="ctrTitle"/>
          </p:nvPr>
        </p:nvSpPr>
        <p:spPr>
          <a:xfrm>
            <a:off x="1905000" y="3671175"/>
            <a:ext cx="8534400" cy="1986365"/>
          </a:xfrm>
        </p:spPr>
        <p:txBody>
          <a:bodyPr/>
          <a:lstStyle/>
          <a:p>
            <a:r>
              <a:rPr lang="en-US" dirty="0"/>
              <a:t>How to obtain intellectual property nationally &amp; internationally ?</a:t>
            </a:r>
            <a:endParaRPr lang="en-PK" dirty="0"/>
          </a:p>
        </p:txBody>
      </p:sp>
      <p:sp>
        <p:nvSpPr>
          <p:cNvPr id="4" name="Slide Number Placeholder 3">
            <a:extLst>
              <a:ext uri="{FF2B5EF4-FFF2-40B4-BE49-F238E27FC236}">
                <a16:creationId xmlns:a16="http://schemas.microsoft.com/office/drawing/2014/main" id="{F53B1386-F87A-4674-B5CC-4AE9074A3BB8}"/>
              </a:ext>
            </a:extLst>
          </p:cNvPr>
          <p:cNvSpPr>
            <a:spLocks noGrp="1"/>
          </p:cNvSpPr>
          <p:nvPr>
            <p:ph type="sldNum" sz="quarter" idx="4294967295"/>
          </p:nvPr>
        </p:nvSpPr>
        <p:spPr>
          <a:xfrm>
            <a:off x="11610975" y="6432550"/>
            <a:ext cx="581025" cy="365125"/>
          </a:xfrm>
        </p:spPr>
        <p:txBody>
          <a:bodyPr/>
          <a:lstStyle/>
          <a:p>
            <a:pPr>
              <a:defRPr/>
            </a:pPr>
            <a:fld id="{A3ACB5C1-21FF-4B0B-93FC-A7F2195E8F7F}" type="slidenum">
              <a:rPr lang="en-US" altLang="en-US" smtClean="0"/>
              <a:pPr>
                <a:defRPr/>
              </a:pPr>
              <a:t>20</a:t>
            </a:fld>
            <a:endParaRPr lang="en-US" altLang="en-US" sz="2000"/>
          </a:p>
        </p:txBody>
      </p:sp>
    </p:spTree>
    <p:extLst>
      <p:ext uri="{BB962C8B-B14F-4D97-AF65-F5344CB8AC3E}">
        <p14:creationId xmlns:p14="http://schemas.microsoft.com/office/powerpoint/2010/main" val="15641246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876CC-3E29-87BF-E2BE-B43B8B00693C}"/>
              </a:ext>
            </a:extLst>
          </p:cNvPr>
          <p:cNvSpPr>
            <a:spLocks noGrp="1"/>
          </p:cNvSpPr>
          <p:nvPr>
            <p:ph type="title"/>
          </p:nvPr>
        </p:nvSpPr>
        <p:spPr/>
        <p:txBody>
          <a:bodyPr>
            <a:normAutofit/>
          </a:bodyPr>
          <a:lstStyle/>
          <a:p>
            <a:r>
              <a:rPr lang="en-US" b="1" dirty="0"/>
              <a:t>How to Obtain Intellectual Property Rights in Pakistan</a:t>
            </a:r>
            <a:endParaRPr lang="en-US" dirty="0"/>
          </a:p>
        </p:txBody>
      </p:sp>
      <p:sp>
        <p:nvSpPr>
          <p:cNvPr id="3" name="Content Placeholder 2">
            <a:extLst>
              <a:ext uri="{FF2B5EF4-FFF2-40B4-BE49-F238E27FC236}">
                <a16:creationId xmlns:a16="http://schemas.microsoft.com/office/drawing/2014/main" id="{A543AB7B-8289-273C-1DC8-09E5CAFE758B}"/>
              </a:ext>
            </a:extLst>
          </p:cNvPr>
          <p:cNvSpPr>
            <a:spLocks noGrp="1"/>
          </p:cNvSpPr>
          <p:nvPr>
            <p:ph idx="1"/>
          </p:nvPr>
        </p:nvSpPr>
        <p:spPr/>
        <p:txBody>
          <a:bodyPr/>
          <a:lstStyle/>
          <a:p>
            <a:r>
              <a:rPr lang="en-US" dirty="0"/>
              <a:t>The intellectual property ecosystem in Pakistan is governed by specific laws and administered by the </a:t>
            </a:r>
            <a:r>
              <a:rPr lang="en-US" b="1" dirty="0"/>
              <a:t>Intellectual Property Organization of Pakistan (IPO-Pakistan)</a:t>
            </a:r>
            <a:r>
              <a:rPr lang="en-US" dirty="0"/>
              <a:t>.</a:t>
            </a:r>
          </a:p>
          <a:p>
            <a:r>
              <a:rPr lang="en-US" dirty="0"/>
              <a:t> Each type of IP has its own distinct registration process</a:t>
            </a:r>
          </a:p>
          <a:p>
            <a:r>
              <a:rPr lang="en-US" b="1" dirty="0">
                <a:solidFill>
                  <a:srgbClr val="FF0000"/>
                </a:solidFill>
                <a:hlinkClick r:id="rId2">
                  <a:extLst>
                    <a:ext uri="{A12FA001-AC4F-418D-AE19-62706E023703}">
                      <ahyp:hlinkClr xmlns:ahyp="http://schemas.microsoft.com/office/drawing/2018/hyperlinkcolor" val="tx"/>
                    </a:ext>
                  </a:extLst>
                </a:hlinkClick>
              </a:rPr>
              <a:t>Official Web: </a:t>
            </a:r>
            <a:r>
              <a:rPr lang="en-US" dirty="0">
                <a:solidFill>
                  <a:srgbClr val="0563C1"/>
                </a:solidFill>
                <a:hlinkClick r:id="rId2">
                  <a:extLst>
                    <a:ext uri="{A12FA001-AC4F-418D-AE19-62706E023703}">
                      <ahyp:hlinkClr xmlns:ahyp="http://schemas.microsoft.com/office/drawing/2018/hyperlinkcolor" val="tx"/>
                    </a:ext>
                  </a:extLst>
                </a:hlinkClick>
              </a:rPr>
              <a:t>https://ipo.gov.pk</a:t>
            </a:r>
            <a:endParaRPr lang="en-US" dirty="0"/>
          </a:p>
          <a:p>
            <a:endParaRPr lang="en-US" dirty="0"/>
          </a:p>
        </p:txBody>
      </p:sp>
      <p:sp>
        <p:nvSpPr>
          <p:cNvPr id="4" name="Slide Number Placeholder 3">
            <a:extLst>
              <a:ext uri="{FF2B5EF4-FFF2-40B4-BE49-F238E27FC236}">
                <a16:creationId xmlns:a16="http://schemas.microsoft.com/office/drawing/2014/main" id="{9852C8CF-F962-9673-0048-C9C4007DF026}"/>
              </a:ext>
            </a:extLst>
          </p:cNvPr>
          <p:cNvSpPr>
            <a:spLocks noGrp="1"/>
          </p:cNvSpPr>
          <p:nvPr>
            <p:ph type="sldNum" sz="quarter" idx="12"/>
          </p:nvPr>
        </p:nvSpPr>
        <p:spPr/>
        <p:txBody>
          <a:bodyPr/>
          <a:lstStyle/>
          <a:p>
            <a:pPr>
              <a:defRPr/>
            </a:pPr>
            <a:fld id="{A3ACB5C1-21FF-4B0B-93FC-A7F2195E8F7F}" type="slidenum">
              <a:rPr lang="en-US" altLang="en-US" smtClean="0"/>
              <a:pPr>
                <a:defRPr/>
              </a:pPr>
              <a:t>21</a:t>
            </a:fld>
            <a:endParaRPr lang="en-US" altLang="en-US" sz="2000"/>
          </a:p>
        </p:txBody>
      </p:sp>
    </p:spTree>
    <p:extLst>
      <p:ext uri="{BB962C8B-B14F-4D97-AF65-F5344CB8AC3E}">
        <p14:creationId xmlns:p14="http://schemas.microsoft.com/office/powerpoint/2010/main" val="7504002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83441-1D91-0494-85D1-5F399F6F1EA9}"/>
              </a:ext>
            </a:extLst>
          </p:cNvPr>
          <p:cNvSpPr>
            <a:spLocks noGrp="1"/>
          </p:cNvSpPr>
          <p:nvPr>
            <p:ph type="title"/>
          </p:nvPr>
        </p:nvSpPr>
        <p:spPr/>
        <p:txBody>
          <a:bodyPr/>
          <a:lstStyle/>
          <a:p>
            <a:r>
              <a:rPr lang="en-US" b="1" dirty="0">
                <a:effectLst/>
              </a:rPr>
              <a:t>General Steps &amp; Best Practices for All IP Registration</a:t>
            </a:r>
            <a:endParaRPr lang="en-US" dirty="0">
              <a:effectLst/>
            </a:endParaRPr>
          </a:p>
        </p:txBody>
      </p:sp>
      <p:sp>
        <p:nvSpPr>
          <p:cNvPr id="3" name="Content Placeholder 2">
            <a:extLst>
              <a:ext uri="{FF2B5EF4-FFF2-40B4-BE49-F238E27FC236}">
                <a16:creationId xmlns:a16="http://schemas.microsoft.com/office/drawing/2014/main" id="{C7103EF0-8039-2C12-3DE7-1693EA55B1A4}"/>
              </a:ext>
            </a:extLst>
          </p:cNvPr>
          <p:cNvSpPr>
            <a:spLocks noGrp="1"/>
          </p:cNvSpPr>
          <p:nvPr>
            <p:ph idx="1"/>
          </p:nvPr>
        </p:nvSpPr>
        <p:spPr>
          <a:xfrm>
            <a:off x="304800" y="1371600"/>
            <a:ext cx="11582400" cy="4882346"/>
          </a:xfrm>
        </p:spPr>
        <p:txBody>
          <a:bodyPr>
            <a:normAutofit/>
          </a:bodyPr>
          <a:lstStyle/>
          <a:p>
            <a:pPr marL="514350" lvl="0" indent="-514350">
              <a:buFont typeface="+mj-lt"/>
              <a:buAutoNum type="arabicPeriod"/>
            </a:pPr>
            <a:r>
              <a:rPr lang="en-US" b="1" dirty="0"/>
              <a:t>Identify Your IP:</a:t>
            </a:r>
            <a:r>
              <a:rPr lang="en-US" dirty="0"/>
              <a:t> Determine what type of intellectual property you have (brand, invention, creative work).</a:t>
            </a:r>
          </a:p>
          <a:p>
            <a:pPr marL="514350" lvl="0" indent="-514350">
              <a:buFont typeface="+mj-lt"/>
              <a:buAutoNum type="arabicPeriod"/>
            </a:pPr>
            <a:r>
              <a:rPr lang="en-US" b="1" dirty="0"/>
              <a:t>Conduct a Search:</a:t>
            </a:r>
            <a:r>
              <a:rPr lang="en-US" dirty="0"/>
              <a:t> Always conduct a thorough search (especially for trademarks and patents) to ensure your IP is novel and does not infringe on existing rights.</a:t>
            </a:r>
          </a:p>
          <a:p>
            <a:pPr marL="514350" lvl="0" indent="-514350">
              <a:buFont typeface="+mj-lt"/>
              <a:buAutoNum type="arabicPeriod"/>
            </a:pPr>
            <a:r>
              <a:rPr lang="en-US" b="1" dirty="0"/>
              <a:t>Prepare Documentation:</a:t>
            </a:r>
            <a:r>
              <a:rPr lang="en-US" dirty="0"/>
              <a:t> Gather all necessary information, representations of the IP, and applicant details.</a:t>
            </a:r>
          </a:p>
        </p:txBody>
      </p:sp>
      <p:sp>
        <p:nvSpPr>
          <p:cNvPr id="4" name="Slide Number Placeholder 3">
            <a:extLst>
              <a:ext uri="{FF2B5EF4-FFF2-40B4-BE49-F238E27FC236}">
                <a16:creationId xmlns:a16="http://schemas.microsoft.com/office/drawing/2014/main" id="{C70B12F5-F8B5-B89B-431D-887DEB7A419E}"/>
              </a:ext>
            </a:extLst>
          </p:cNvPr>
          <p:cNvSpPr>
            <a:spLocks noGrp="1"/>
          </p:cNvSpPr>
          <p:nvPr>
            <p:ph type="sldNum" sz="quarter" idx="12"/>
          </p:nvPr>
        </p:nvSpPr>
        <p:spPr/>
        <p:txBody>
          <a:bodyPr/>
          <a:lstStyle/>
          <a:p>
            <a:pPr>
              <a:defRPr/>
            </a:pPr>
            <a:fld id="{A3ACB5C1-21FF-4B0B-93FC-A7F2195E8F7F}" type="slidenum">
              <a:rPr lang="en-US" altLang="en-US" smtClean="0"/>
              <a:pPr>
                <a:defRPr/>
              </a:pPr>
              <a:t>22</a:t>
            </a:fld>
            <a:endParaRPr lang="en-US" altLang="en-US" sz="2000"/>
          </a:p>
        </p:txBody>
      </p:sp>
    </p:spTree>
    <p:extLst>
      <p:ext uri="{BB962C8B-B14F-4D97-AF65-F5344CB8AC3E}">
        <p14:creationId xmlns:p14="http://schemas.microsoft.com/office/powerpoint/2010/main" val="3141235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980C9-D42D-4346-8FCB-827FA9110B3C}"/>
              </a:ext>
            </a:extLst>
          </p:cNvPr>
          <p:cNvSpPr>
            <a:spLocks noGrp="1"/>
          </p:cNvSpPr>
          <p:nvPr>
            <p:ph type="title"/>
          </p:nvPr>
        </p:nvSpPr>
        <p:spPr/>
        <p:txBody>
          <a:bodyPr/>
          <a:lstStyle/>
          <a:p>
            <a:r>
              <a:rPr lang="en-US" b="1" dirty="0">
                <a:effectLst/>
              </a:rPr>
              <a:t>General Steps &amp; Best Practices for All IP Registration</a:t>
            </a:r>
            <a:endParaRPr lang="en-PK" dirty="0"/>
          </a:p>
        </p:txBody>
      </p:sp>
      <p:sp>
        <p:nvSpPr>
          <p:cNvPr id="3" name="Content Placeholder 2">
            <a:extLst>
              <a:ext uri="{FF2B5EF4-FFF2-40B4-BE49-F238E27FC236}">
                <a16:creationId xmlns:a16="http://schemas.microsoft.com/office/drawing/2014/main" id="{1BDA88A0-6997-425A-94C2-5C6EC1266EED}"/>
              </a:ext>
            </a:extLst>
          </p:cNvPr>
          <p:cNvSpPr>
            <a:spLocks noGrp="1"/>
          </p:cNvSpPr>
          <p:nvPr>
            <p:ph idx="1"/>
          </p:nvPr>
        </p:nvSpPr>
        <p:spPr/>
        <p:txBody>
          <a:bodyPr>
            <a:normAutofit/>
          </a:bodyPr>
          <a:lstStyle/>
          <a:p>
            <a:pPr marL="0" lvl="0" indent="0">
              <a:buNone/>
            </a:pPr>
            <a:r>
              <a:rPr lang="en-US" b="1" dirty="0"/>
              <a:t>4. File the Application:</a:t>
            </a:r>
            <a:endParaRPr lang="en-US" dirty="0"/>
          </a:p>
          <a:p>
            <a:pPr lvl="1"/>
            <a:r>
              <a:rPr lang="en-US" b="1" dirty="0"/>
              <a:t>Portal:</a:t>
            </a:r>
            <a:r>
              <a:rPr lang="en-US" dirty="0"/>
              <a:t> The preferred method is via the </a:t>
            </a:r>
            <a:r>
              <a:rPr lang="en-US" b="1" dirty="0"/>
              <a:t>IPO-Pakistan e-filing portal</a:t>
            </a:r>
            <a:r>
              <a:rPr lang="en-US" dirty="0"/>
              <a:t> (</a:t>
            </a:r>
            <a:r>
              <a:rPr lang="en-US" u="sng" dirty="0">
                <a:hlinkClick r:id="rId2"/>
              </a:rPr>
              <a:t>https://ipo.gov.pk</a:t>
            </a:r>
            <a:r>
              <a:rPr lang="en-US" dirty="0"/>
              <a:t>) for patent, trademarks and copyrights.</a:t>
            </a:r>
          </a:p>
          <a:p>
            <a:pPr lvl="1"/>
            <a:r>
              <a:rPr lang="en-US" b="1" dirty="0"/>
              <a:t>Manual:</a:t>
            </a:r>
            <a:r>
              <a:rPr lang="en-US" dirty="0"/>
              <a:t> Physical applications can be submitted at the respective offices in Karachi, Lahore, or Islamabad.</a:t>
            </a:r>
          </a:p>
          <a:p>
            <a:pPr marL="0" lvl="0" indent="0">
              <a:buNone/>
            </a:pPr>
            <a:endParaRPr lang="en-US" b="1" dirty="0"/>
          </a:p>
          <a:p>
            <a:pPr marL="0" lvl="0" indent="0">
              <a:buNone/>
            </a:pPr>
            <a:r>
              <a:rPr lang="en-US" b="1" dirty="0"/>
              <a:t>5. Pay Official Fees:</a:t>
            </a:r>
            <a:r>
              <a:rPr lang="en-US" dirty="0"/>
              <a:t> Fees vary depending on the type of IP and the applicant's status (individual, small enterprise, large company).</a:t>
            </a:r>
          </a:p>
          <a:p>
            <a:endParaRPr lang="en-PK" dirty="0"/>
          </a:p>
        </p:txBody>
      </p:sp>
      <p:sp>
        <p:nvSpPr>
          <p:cNvPr id="4" name="Slide Number Placeholder 3">
            <a:extLst>
              <a:ext uri="{FF2B5EF4-FFF2-40B4-BE49-F238E27FC236}">
                <a16:creationId xmlns:a16="http://schemas.microsoft.com/office/drawing/2014/main" id="{3FB1F912-9D57-435F-B75E-F642639A3264}"/>
              </a:ext>
            </a:extLst>
          </p:cNvPr>
          <p:cNvSpPr>
            <a:spLocks noGrp="1"/>
          </p:cNvSpPr>
          <p:nvPr>
            <p:ph type="sldNum" sz="quarter" idx="12"/>
          </p:nvPr>
        </p:nvSpPr>
        <p:spPr/>
        <p:txBody>
          <a:bodyPr/>
          <a:lstStyle/>
          <a:p>
            <a:pPr>
              <a:defRPr/>
            </a:pPr>
            <a:fld id="{A3ACB5C1-21FF-4B0B-93FC-A7F2195E8F7F}" type="slidenum">
              <a:rPr lang="en-US" altLang="en-US" smtClean="0"/>
              <a:pPr>
                <a:defRPr/>
              </a:pPr>
              <a:t>23</a:t>
            </a:fld>
            <a:endParaRPr lang="en-US" altLang="en-US" sz="2000"/>
          </a:p>
        </p:txBody>
      </p:sp>
    </p:spTree>
    <p:extLst>
      <p:ext uri="{BB962C8B-B14F-4D97-AF65-F5344CB8AC3E}">
        <p14:creationId xmlns:p14="http://schemas.microsoft.com/office/powerpoint/2010/main" val="10275582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D4550-B105-4AD3-8B46-644AD93EE910}"/>
              </a:ext>
            </a:extLst>
          </p:cNvPr>
          <p:cNvSpPr>
            <a:spLocks noGrp="1"/>
          </p:cNvSpPr>
          <p:nvPr>
            <p:ph type="title"/>
          </p:nvPr>
        </p:nvSpPr>
        <p:spPr>
          <a:xfrm>
            <a:off x="435430" y="457200"/>
            <a:ext cx="10408582" cy="647121"/>
          </a:xfrm>
        </p:spPr>
        <p:txBody>
          <a:bodyPr/>
          <a:lstStyle/>
          <a:p>
            <a:r>
              <a:rPr lang="en-US" b="1" dirty="0">
                <a:effectLst/>
              </a:rPr>
              <a:t>General Steps &amp; Best Practices for All IP Registration</a:t>
            </a:r>
            <a:endParaRPr lang="en-PK" dirty="0"/>
          </a:p>
        </p:txBody>
      </p:sp>
      <p:sp>
        <p:nvSpPr>
          <p:cNvPr id="3" name="Content Placeholder 2">
            <a:extLst>
              <a:ext uri="{FF2B5EF4-FFF2-40B4-BE49-F238E27FC236}">
                <a16:creationId xmlns:a16="http://schemas.microsoft.com/office/drawing/2014/main" id="{D83ECD0C-E6F7-4C43-A533-928E7D7F6889}"/>
              </a:ext>
            </a:extLst>
          </p:cNvPr>
          <p:cNvSpPr>
            <a:spLocks noGrp="1"/>
          </p:cNvSpPr>
          <p:nvPr>
            <p:ph idx="1"/>
          </p:nvPr>
        </p:nvSpPr>
        <p:spPr/>
        <p:txBody>
          <a:bodyPr/>
          <a:lstStyle/>
          <a:p>
            <a:pPr marL="0" lvl="0" indent="0">
              <a:buNone/>
            </a:pPr>
            <a:r>
              <a:rPr lang="en-US" b="1" dirty="0"/>
              <a:t>6. Monitor &amp; Respond:</a:t>
            </a:r>
            <a:r>
              <a:rPr lang="en-US" dirty="0"/>
              <a:t> Track your application status online and respond promptly to any queries or objections from the IPO.</a:t>
            </a:r>
          </a:p>
          <a:p>
            <a:pPr marL="0" lvl="0" indent="0">
              <a:buNone/>
            </a:pPr>
            <a:endParaRPr lang="en-US" dirty="0"/>
          </a:p>
          <a:p>
            <a:pPr marL="0" lvl="0" indent="0">
              <a:buNone/>
            </a:pPr>
            <a:r>
              <a:rPr lang="en-US" b="1" dirty="0"/>
              <a:t>7. Enforce Your Rights:</a:t>
            </a:r>
            <a:r>
              <a:rPr lang="en-US" dirty="0"/>
              <a:t> Once registered, it is the owner's responsibility to monitor the market and enforce their rights against infringement through legal channels.</a:t>
            </a:r>
          </a:p>
          <a:p>
            <a:endParaRPr lang="en-PK" dirty="0"/>
          </a:p>
        </p:txBody>
      </p:sp>
      <p:sp>
        <p:nvSpPr>
          <p:cNvPr id="4" name="Slide Number Placeholder 3">
            <a:extLst>
              <a:ext uri="{FF2B5EF4-FFF2-40B4-BE49-F238E27FC236}">
                <a16:creationId xmlns:a16="http://schemas.microsoft.com/office/drawing/2014/main" id="{0CAA3A19-10A1-4A16-A533-2C540EFF153A}"/>
              </a:ext>
            </a:extLst>
          </p:cNvPr>
          <p:cNvSpPr>
            <a:spLocks noGrp="1"/>
          </p:cNvSpPr>
          <p:nvPr>
            <p:ph type="sldNum" sz="quarter" idx="12"/>
          </p:nvPr>
        </p:nvSpPr>
        <p:spPr/>
        <p:txBody>
          <a:bodyPr/>
          <a:lstStyle/>
          <a:p>
            <a:pPr>
              <a:defRPr/>
            </a:pPr>
            <a:fld id="{A3ACB5C1-21FF-4B0B-93FC-A7F2195E8F7F}" type="slidenum">
              <a:rPr lang="en-US" altLang="en-US" smtClean="0"/>
              <a:pPr>
                <a:defRPr/>
              </a:pPr>
              <a:t>24</a:t>
            </a:fld>
            <a:endParaRPr lang="en-US" altLang="en-US" sz="2000"/>
          </a:p>
        </p:txBody>
      </p:sp>
    </p:spTree>
    <p:extLst>
      <p:ext uri="{BB962C8B-B14F-4D97-AF65-F5344CB8AC3E}">
        <p14:creationId xmlns:p14="http://schemas.microsoft.com/office/powerpoint/2010/main" val="29324470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F85C7-3114-0966-5BA0-61DE1EB1746F}"/>
              </a:ext>
            </a:extLst>
          </p:cNvPr>
          <p:cNvSpPr>
            <a:spLocks noGrp="1"/>
          </p:cNvSpPr>
          <p:nvPr>
            <p:ph type="title"/>
          </p:nvPr>
        </p:nvSpPr>
        <p:spPr/>
        <p:txBody>
          <a:bodyPr>
            <a:normAutofit/>
          </a:bodyPr>
          <a:lstStyle/>
          <a:p>
            <a:r>
              <a:rPr lang="en-US" dirty="0"/>
              <a:t>How IP Protection Works Internationally ??</a:t>
            </a:r>
          </a:p>
        </p:txBody>
      </p:sp>
      <p:sp>
        <p:nvSpPr>
          <p:cNvPr id="3" name="Content Placeholder 2">
            <a:extLst>
              <a:ext uri="{FF2B5EF4-FFF2-40B4-BE49-F238E27FC236}">
                <a16:creationId xmlns:a16="http://schemas.microsoft.com/office/drawing/2014/main" id="{41C46D13-3193-527E-95C7-2129009A5BC9}"/>
              </a:ext>
            </a:extLst>
          </p:cNvPr>
          <p:cNvSpPr>
            <a:spLocks noGrp="1"/>
          </p:cNvSpPr>
          <p:nvPr>
            <p:ph idx="1"/>
          </p:nvPr>
        </p:nvSpPr>
        <p:spPr/>
        <p:txBody>
          <a:bodyPr/>
          <a:lstStyle/>
          <a:p>
            <a:pPr marL="0" indent="0">
              <a:buNone/>
            </a:pPr>
            <a:r>
              <a:rPr lang="en-US" b="1" dirty="0"/>
              <a:t>1</a:t>
            </a:r>
            <a:r>
              <a:rPr lang="en-US" dirty="0"/>
              <a:t>. Since IP rights are territorial, to protect your invention, brand, or work in other countries, you must obtain </a:t>
            </a:r>
            <a:r>
              <a:rPr lang="en-US" b="1" dirty="0">
                <a:highlight>
                  <a:srgbClr val="FFFF00"/>
                </a:highlight>
              </a:rPr>
              <a:t>separate IP rights in each of those countries</a:t>
            </a:r>
            <a:r>
              <a:rPr lang="en-US" dirty="0"/>
              <a:t> where you want protection.</a:t>
            </a:r>
          </a:p>
          <a:p>
            <a:pPr marL="0" indent="0">
              <a:buNone/>
            </a:pPr>
            <a:endParaRPr lang="en-US" dirty="0"/>
          </a:p>
          <a:p>
            <a:pPr marL="0" indent="0">
              <a:buNone/>
            </a:pPr>
            <a:r>
              <a:rPr lang="en-US" b="1" dirty="0"/>
              <a:t>2</a:t>
            </a:r>
            <a:r>
              <a:rPr lang="en-US" dirty="0"/>
              <a:t>. There is no such thing as a "global patent" or "worldwide trademark." However, </a:t>
            </a:r>
            <a:r>
              <a:rPr lang="en-US" dirty="0">
                <a:highlight>
                  <a:srgbClr val="FFFF00"/>
                </a:highlight>
              </a:rPr>
              <a:t>international treaties </a:t>
            </a:r>
            <a:r>
              <a:rPr lang="en-US" dirty="0"/>
              <a:t>have simplified the process for applying in </a:t>
            </a:r>
          </a:p>
        </p:txBody>
      </p:sp>
      <p:sp>
        <p:nvSpPr>
          <p:cNvPr id="4" name="Slide Number Placeholder 3">
            <a:extLst>
              <a:ext uri="{FF2B5EF4-FFF2-40B4-BE49-F238E27FC236}">
                <a16:creationId xmlns:a16="http://schemas.microsoft.com/office/drawing/2014/main" id="{73CC6F25-DB85-AED0-C764-E48F7C9B2314}"/>
              </a:ext>
            </a:extLst>
          </p:cNvPr>
          <p:cNvSpPr>
            <a:spLocks noGrp="1"/>
          </p:cNvSpPr>
          <p:nvPr>
            <p:ph type="sldNum" sz="quarter" idx="12"/>
          </p:nvPr>
        </p:nvSpPr>
        <p:spPr/>
        <p:txBody>
          <a:bodyPr/>
          <a:lstStyle/>
          <a:p>
            <a:pPr>
              <a:defRPr/>
            </a:pPr>
            <a:fld id="{A3ACB5C1-21FF-4B0B-93FC-A7F2195E8F7F}" type="slidenum">
              <a:rPr lang="en-US" altLang="en-US" smtClean="0"/>
              <a:pPr>
                <a:defRPr/>
              </a:pPr>
              <a:t>25</a:t>
            </a:fld>
            <a:endParaRPr lang="en-US" altLang="en-US" sz="2000"/>
          </a:p>
        </p:txBody>
      </p:sp>
    </p:spTree>
    <p:extLst>
      <p:ext uri="{BB962C8B-B14F-4D97-AF65-F5344CB8AC3E}">
        <p14:creationId xmlns:p14="http://schemas.microsoft.com/office/powerpoint/2010/main" val="27447958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9532B-8FD8-C8FA-F222-A6C2E0BF2819}"/>
              </a:ext>
            </a:extLst>
          </p:cNvPr>
          <p:cNvSpPr>
            <a:spLocks noGrp="1"/>
          </p:cNvSpPr>
          <p:nvPr>
            <p:ph type="title"/>
          </p:nvPr>
        </p:nvSpPr>
        <p:spPr/>
        <p:txBody>
          <a:bodyPr/>
          <a:lstStyle/>
          <a:p>
            <a:r>
              <a:rPr lang="en-US" dirty="0"/>
              <a:t>International Treaties on IPs</a:t>
            </a:r>
          </a:p>
        </p:txBody>
      </p:sp>
      <p:graphicFrame>
        <p:nvGraphicFramePr>
          <p:cNvPr id="5" name="Content Placeholder 4">
            <a:extLst>
              <a:ext uri="{FF2B5EF4-FFF2-40B4-BE49-F238E27FC236}">
                <a16:creationId xmlns:a16="http://schemas.microsoft.com/office/drawing/2014/main" id="{C8D22225-EFD0-6D48-7DD6-C51C3D155259}"/>
              </a:ext>
            </a:extLst>
          </p:cNvPr>
          <p:cNvGraphicFramePr>
            <a:graphicFrameLocks noGrp="1"/>
          </p:cNvGraphicFramePr>
          <p:nvPr>
            <p:ph idx="1"/>
            <p:extLst>
              <p:ext uri="{D42A27DB-BD31-4B8C-83A1-F6EECF244321}">
                <p14:modId xmlns:p14="http://schemas.microsoft.com/office/powerpoint/2010/main" val="1166243420"/>
              </p:ext>
            </p:extLst>
          </p:nvPr>
        </p:nvGraphicFramePr>
        <p:xfrm>
          <a:off x="304799" y="1447800"/>
          <a:ext cx="11582401" cy="4744074"/>
        </p:xfrm>
        <a:graphic>
          <a:graphicData uri="http://schemas.openxmlformats.org/drawingml/2006/table">
            <a:tbl>
              <a:tblPr firstRow="1" firstCol="1" bandRow="1">
                <a:tableStyleId>{21E4AEA4-8DFA-4A89-87EB-49C32662AFE0}</a:tableStyleId>
              </a:tblPr>
              <a:tblGrid>
                <a:gridCol w="1170761">
                  <a:extLst>
                    <a:ext uri="{9D8B030D-6E8A-4147-A177-3AD203B41FA5}">
                      <a16:colId xmlns:a16="http://schemas.microsoft.com/office/drawing/2014/main" val="3576110430"/>
                    </a:ext>
                  </a:extLst>
                </a:gridCol>
                <a:gridCol w="2334438">
                  <a:extLst>
                    <a:ext uri="{9D8B030D-6E8A-4147-A177-3AD203B41FA5}">
                      <a16:colId xmlns:a16="http://schemas.microsoft.com/office/drawing/2014/main" val="3759129941"/>
                    </a:ext>
                  </a:extLst>
                </a:gridCol>
                <a:gridCol w="3886200">
                  <a:extLst>
                    <a:ext uri="{9D8B030D-6E8A-4147-A177-3AD203B41FA5}">
                      <a16:colId xmlns:a16="http://schemas.microsoft.com/office/drawing/2014/main" val="962495261"/>
                    </a:ext>
                  </a:extLst>
                </a:gridCol>
                <a:gridCol w="4191002">
                  <a:extLst>
                    <a:ext uri="{9D8B030D-6E8A-4147-A177-3AD203B41FA5}">
                      <a16:colId xmlns:a16="http://schemas.microsoft.com/office/drawing/2014/main" val="2423251944"/>
                    </a:ext>
                  </a:extLst>
                </a:gridCol>
              </a:tblGrid>
              <a:tr h="479929">
                <a:tc>
                  <a:txBody>
                    <a:bodyPr/>
                    <a:lstStyle/>
                    <a:p>
                      <a:pPr marL="0" marR="0" algn="ctr">
                        <a:lnSpc>
                          <a:spcPct val="150000"/>
                        </a:lnSpc>
                        <a:spcBef>
                          <a:spcPts val="300"/>
                        </a:spcBef>
                        <a:spcAft>
                          <a:spcPts val="300"/>
                        </a:spcAft>
                        <a:buNone/>
                      </a:pPr>
                      <a:r>
                        <a:rPr lang="en-US" sz="2000" kern="100">
                          <a:effectLst/>
                          <a:latin typeface="Aptos SemiBold" panose="020B0004020202020204" pitchFamily="34" charset="0"/>
                        </a:rPr>
                        <a:t>IP Type</a:t>
                      </a:r>
                      <a:endParaRPr lang="en-US" sz="2000" kern="10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0" marR="95250" marT="95250" marB="95250" anchor="ctr"/>
                </a:tc>
                <a:tc>
                  <a:txBody>
                    <a:bodyPr/>
                    <a:lstStyle/>
                    <a:p>
                      <a:pPr marL="0" marR="0">
                        <a:lnSpc>
                          <a:spcPct val="150000"/>
                        </a:lnSpc>
                        <a:spcBef>
                          <a:spcPts val="300"/>
                        </a:spcBef>
                        <a:spcAft>
                          <a:spcPts val="300"/>
                        </a:spcAft>
                        <a:buNone/>
                      </a:pPr>
                      <a:r>
                        <a:rPr lang="en-US" sz="2000" kern="100">
                          <a:effectLst/>
                          <a:latin typeface="Aptos SemiBold" panose="020B0004020202020204" pitchFamily="34" charset="0"/>
                        </a:rPr>
                        <a:t>Primary Int'l Treaty</a:t>
                      </a:r>
                      <a:endParaRPr lang="en-US" sz="2000" kern="10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95250" marR="95250" marT="95250" marB="95250" anchor="ctr"/>
                </a:tc>
                <a:tc>
                  <a:txBody>
                    <a:bodyPr/>
                    <a:lstStyle/>
                    <a:p>
                      <a:pPr marL="0" marR="0">
                        <a:lnSpc>
                          <a:spcPct val="150000"/>
                        </a:lnSpc>
                        <a:spcBef>
                          <a:spcPts val="300"/>
                        </a:spcBef>
                        <a:spcAft>
                          <a:spcPts val="300"/>
                        </a:spcAft>
                        <a:buNone/>
                      </a:pPr>
                      <a:r>
                        <a:rPr lang="en-US" sz="2000" kern="100" dirty="0">
                          <a:effectLst/>
                          <a:latin typeface="Aptos SemiBold" panose="020B0004020202020204" pitchFamily="34" charset="0"/>
                        </a:rPr>
                        <a:t>How it Works</a:t>
                      </a:r>
                      <a:endParaRPr lang="en-US" sz="2000" kern="100" dirty="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95250" marR="95250" marT="95250" marB="95250" anchor="ctr"/>
                </a:tc>
                <a:tc>
                  <a:txBody>
                    <a:bodyPr/>
                    <a:lstStyle/>
                    <a:p>
                      <a:pPr marL="0" marR="0">
                        <a:lnSpc>
                          <a:spcPct val="150000"/>
                        </a:lnSpc>
                        <a:spcBef>
                          <a:spcPts val="300"/>
                        </a:spcBef>
                        <a:spcAft>
                          <a:spcPts val="300"/>
                        </a:spcAft>
                        <a:buNone/>
                      </a:pPr>
                      <a:r>
                        <a:rPr lang="en-US" sz="2000" kern="100" dirty="0">
                          <a:effectLst/>
                          <a:latin typeface="Aptos SemiBold" panose="020B0004020202020204" pitchFamily="34" charset="0"/>
                        </a:rPr>
                        <a:t>Is it a "Worldwide" Right?</a:t>
                      </a:r>
                      <a:endParaRPr lang="en-US" sz="2000" kern="100" dirty="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95250" marR="95250" marT="95250" marB="95250" anchor="ctr"/>
                </a:tc>
                <a:extLst>
                  <a:ext uri="{0D108BD9-81ED-4DB2-BD59-A6C34878D82A}">
                    <a16:rowId xmlns:a16="http://schemas.microsoft.com/office/drawing/2014/main" val="2722224423"/>
                  </a:ext>
                </a:extLst>
              </a:tr>
              <a:tr h="1363588">
                <a:tc>
                  <a:txBody>
                    <a:bodyPr/>
                    <a:lstStyle/>
                    <a:p>
                      <a:pPr marL="0" marR="0" algn="ctr">
                        <a:lnSpc>
                          <a:spcPct val="150000"/>
                        </a:lnSpc>
                        <a:spcBef>
                          <a:spcPts val="300"/>
                        </a:spcBef>
                        <a:spcAft>
                          <a:spcPts val="300"/>
                        </a:spcAft>
                        <a:buNone/>
                      </a:pPr>
                      <a:r>
                        <a:rPr lang="en-US" sz="1600" kern="100">
                          <a:effectLst/>
                          <a:latin typeface="Aptos SemiBold" panose="020B0004020202020204" pitchFamily="34" charset="0"/>
                        </a:rPr>
                        <a:t>Patent</a:t>
                      </a:r>
                      <a:endParaRPr lang="en-US" sz="1600" kern="10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0" marR="95250" marT="95250" marB="95250" anchor="ctr"/>
                </a:tc>
                <a:tc>
                  <a:txBody>
                    <a:bodyPr/>
                    <a:lstStyle/>
                    <a:p>
                      <a:pPr marL="0" marR="0">
                        <a:lnSpc>
                          <a:spcPct val="150000"/>
                        </a:lnSpc>
                        <a:spcBef>
                          <a:spcPts val="300"/>
                        </a:spcBef>
                        <a:spcAft>
                          <a:spcPts val="300"/>
                        </a:spcAft>
                        <a:buNone/>
                      </a:pPr>
                      <a:r>
                        <a:rPr lang="en-US" sz="1800" b="1" kern="100" dirty="0">
                          <a:effectLst>
                            <a:outerShdw blurRad="38100" dist="38100" dir="2700000" algn="tl">
                              <a:srgbClr val="000000">
                                <a:alpha val="43137"/>
                              </a:srgbClr>
                            </a:outerShdw>
                          </a:effectLst>
                          <a:latin typeface="Aptos SemiBold" panose="020B0004020202020204" pitchFamily="34" charset="0"/>
                        </a:rPr>
                        <a:t>Patent Cooperation Treaty (PCT)</a:t>
                      </a:r>
                      <a:endParaRPr lang="en-US" sz="1800" b="1" kern="100" dirty="0">
                        <a:solidFill>
                          <a:srgbClr val="000000"/>
                        </a:solidFill>
                        <a:effectLst>
                          <a:outerShdw blurRad="38100" dist="38100" dir="2700000" algn="tl">
                            <a:srgbClr val="000000">
                              <a:alpha val="43137"/>
                            </a:srgbClr>
                          </a:outerShdw>
                        </a:effectLst>
                        <a:latin typeface="Aptos SemiBold" panose="020B0004020202020204" pitchFamily="34" charset="0"/>
                        <a:ea typeface="Aptos" panose="020B0004020202020204" pitchFamily="34" charset="0"/>
                        <a:cs typeface="Arial" panose="020B0604020202020204" pitchFamily="34" charset="0"/>
                      </a:endParaRPr>
                    </a:p>
                  </a:txBody>
                  <a:tcPr marL="95250" marR="95250" marT="95250" marB="95250" anchor="ctr"/>
                </a:tc>
                <a:tc>
                  <a:txBody>
                    <a:bodyPr/>
                    <a:lstStyle/>
                    <a:p>
                      <a:pPr marL="0" marR="0">
                        <a:lnSpc>
                          <a:spcPct val="150000"/>
                        </a:lnSpc>
                        <a:spcBef>
                          <a:spcPts val="300"/>
                        </a:spcBef>
                        <a:spcAft>
                          <a:spcPts val="300"/>
                        </a:spcAft>
                        <a:buNone/>
                      </a:pPr>
                      <a:r>
                        <a:rPr lang="en-US" sz="1600" kern="100" dirty="0">
                          <a:effectLst/>
                          <a:latin typeface="Aptos SemiBold" panose="020B0004020202020204" pitchFamily="34" charset="0"/>
                        </a:rPr>
                        <a:t>File one int'l application to reserve rights, then must apply individually in each country.</a:t>
                      </a:r>
                      <a:endParaRPr lang="en-US" sz="1600" kern="100" dirty="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95250" marR="95250" marT="95250" marB="95250" anchor="ctr"/>
                </a:tc>
                <a:tc>
                  <a:txBody>
                    <a:bodyPr/>
                    <a:lstStyle/>
                    <a:p>
                      <a:pPr marL="0" marR="0">
                        <a:lnSpc>
                          <a:spcPct val="150000"/>
                        </a:lnSpc>
                        <a:spcBef>
                          <a:spcPts val="300"/>
                        </a:spcBef>
                        <a:spcAft>
                          <a:spcPts val="300"/>
                        </a:spcAft>
                        <a:buNone/>
                      </a:pPr>
                      <a:r>
                        <a:rPr lang="en-US" sz="1600" kern="100" dirty="0">
                          <a:effectLst/>
                          <a:latin typeface="Aptos SemiBold" panose="020B0004020202020204" pitchFamily="34" charset="0"/>
                        </a:rPr>
                        <a:t>No. Must secure rights country-by-country. </a:t>
                      </a:r>
                    </a:p>
                    <a:p>
                      <a:pPr marL="0" marR="0">
                        <a:lnSpc>
                          <a:spcPct val="150000"/>
                        </a:lnSpc>
                        <a:spcBef>
                          <a:spcPts val="300"/>
                        </a:spcBef>
                        <a:spcAft>
                          <a:spcPts val="300"/>
                        </a:spcAft>
                        <a:buNone/>
                      </a:pPr>
                      <a:r>
                        <a:rPr lang="en-US" sz="1600" b="1" kern="100" dirty="0">
                          <a:effectLst/>
                          <a:latin typeface="Aptos SemiBold" panose="020B0004020202020204" pitchFamily="34" charset="0"/>
                        </a:rPr>
                        <a:t>(</a:t>
                      </a:r>
                      <a:r>
                        <a:rPr lang="en-US" sz="1800" b="1" kern="1200" dirty="0">
                          <a:solidFill>
                            <a:schemeClr val="dk1"/>
                          </a:solidFill>
                          <a:effectLst/>
                          <a:latin typeface="+mn-lt"/>
                          <a:ea typeface="+mn-ea"/>
                          <a:cs typeface="+mn-cs"/>
                        </a:rPr>
                        <a:t>150 member countries)</a:t>
                      </a:r>
                      <a:endParaRPr lang="en-US" sz="1600" b="1" kern="100" dirty="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95250" marR="95250" marT="95250" marB="95250" anchor="ctr"/>
                </a:tc>
                <a:extLst>
                  <a:ext uri="{0D108BD9-81ED-4DB2-BD59-A6C34878D82A}">
                    <a16:rowId xmlns:a16="http://schemas.microsoft.com/office/drawing/2014/main" val="574032558"/>
                  </a:ext>
                </a:extLst>
              </a:tr>
              <a:tr h="1386641">
                <a:tc>
                  <a:txBody>
                    <a:bodyPr/>
                    <a:lstStyle/>
                    <a:p>
                      <a:pPr marL="0" marR="0" algn="ctr">
                        <a:lnSpc>
                          <a:spcPct val="150000"/>
                        </a:lnSpc>
                        <a:spcBef>
                          <a:spcPts val="300"/>
                        </a:spcBef>
                        <a:spcAft>
                          <a:spcPts val="300"/>
                        </a:spcAft>
                        <a:buNone/>
                      </a:pPr>
                      <a:r>
                        <a:rPr lang="en-US" sz="1600" kern="100">
                          <a:effectLst/>
                          <a:latin typeface="Aptos SemiBold" panose="020B0004020202020204" pitchFamily="34" charset="0"/>
                        </a:rPr>
                        <a:t>Trademark</a:t>
                      </a:r>
                      <a:endParaRPr lang="en-US" sz="1600" kern="10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0" marR="95250" marT="95250" marB="95250" anchor="ctr"/>
                </a:tc>
                <a:tc>
                  <a:txBody>
                    <a:bodyPr/>
                    <a:lstStyle/>
                    <a:p>
                      <a:pPr marL="0" marR="0">
                        <a:lnSpc>
                          <a:spcPct val="150000"/>
                        </a:lnSpc>
                        <a:spcBef>
                          <a:spcPts val="300"/>
                        </a:spcBef>
                        <a:spcAft>
                          <a:spcPts val="300"/>
                        </a:spcAft>
                        <a:buNone/>
                      </a:pPr>
                      <a:r>
                        <a:rPr lang="en-US" sz="1800" b="1" kern="100">
                          <a:effectLst>
                            <a:outerShdw blurRad="38100" dist="38100" dir="2700000" algn="tl">
                              <a:srgbClr val="000000">
                                <a:alpha val="43137"/>
                              </a:srgbClr>
                            </a:outerShdw>
                          </a:effectLst>
                          <a:latin typeface="Aptos SemiBold" panose="020B0004020202020204" pitchFamily="34" charset="0"/>
                        </a:rPr>
                        <a:t>Madrid Protocol</a:t>
                      </a:r>
                      <a:endParaRPr lang="en-US" sz="1800" b="1" kern="100">
                        <a:solidFill>
                          <a:srgbClr val="000000"/>
                        </a:solidFill>
                        <a:effectLst>
                          <a:outerShdw blurRad="38100" dist="38100" dir="2700000" algn="tl">
                            <a:srgbClr val="000000">
                              <a:alpha val="43137"/>
                            </a:srgbClr>
                          </a:outerShdw>
                        </a:effectLst>
                        <a:latin typeface="Aptos SemiBold" panose="020B0004020202020204" pitchFamily="34" charset="0"/>
                        <a:ea typeface="Aptos" panose="020B0004020202020204" pitchFamily="34" charset="0"/>
                        <a:cs typeface="Arial" panose="020B0604020202020204" pitchFamily="34" charset="0"/>
                      </a:endParaRPr>
                    </a:p>
                  </a:txBody>
                  <a:tcPr marL="95250" marR="95250" marT="95250" marB="95250" anchor="ctr"/>
                </a:tc>
                <a:tc>
                  <a:txBody>
                    <a:bodyPr/>
                    <a:lstStyle/>
                    <a:p>
                      <a:pPr marL="0" marR="0">
                        <a:lnSpc>
                          <a:spcPct val="150000"/>
                        </a:lnSpc>
                        <a:spcBef>
                          <a:spcPts val="300"/>
                        </a:spcBef>
                        <a:spcAft>
                          <a:spcPts val="300"/>
                        </a:spcAft>
                        <a:buNone/>
                      </a:pPr>
                      <a:r>
                        <a:rPr lang="en-US" sz="1600" kern="100">
                          <a:effectLst/>
                          <a:latin typeface="Aptos SemiBold" panose="020B0004020202020204" pitchFamily="34" charset="0"/>
                        </a:rPr>
                        <a:t>File one application to seek protection in multiple member countries.</a:t>
                      </a:r>
                      <a:endParaRPr lang="en-US" sz="1600" kern="10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95250" marR="95250" marT="95250" marB="95250" anchor="ctr"/>
                </a:tc>
                <a:tc>
                  <a:txBody>
                    <a:bodyPr/>
                    <a:lstStyle/>
                    <a:p>
                      <a:pPr marL="0" marR="0">
                        <a:lnSpc>
                          <a:spcPct val="150000"/>
                        </a:lnSpc>
                        <a:spcBef>
                          <a:spcPts val="300"/>
                        </a:spcBef>
                        <a:spcAft>
                          <a:spcPts val="300"/>
                        </a:spcAft>
                        <a:buNone/>
                      </a:pPr>
                      <a:r>
                        <a:rPr lang="en-US" sz="1600" kern="100" dirty="0">
                          <a:effectLst/>
                          <a:latin typeface="Aptos SemiBold" panose="020B0004020202020204" pitchFamily="34" charset="0"/>
                        </a:rPr>
                        <a:t>No. Protection is only in the countries you designate and approve it.</a:t>
                      </a:r>
                      <a:r>
                        <a:rPr lang="en-US" sz="1800" kern="1200" dirty="0">
                          <a:solidFill>
                            <a:schemeClr val="dk1"/>
                          </a:solidFill>
                          <a:effectLst/>
                          <a:latin typeface="+mn-lt"/>
                          <a:ea typeface="+mn-ea"/>
                          <a:cs typeface="+mn-cs"/>
                        </a:rPr>
                        <a:t> </a:t>
                      </a:r>
                    </a:p>
                    <a:p>
                      <a:pPr marL="0" marR="0">
                        <a:lnSpc>
                          <a:spcPct val="150000"/>
                        </a:lnSpc>
                        <a:spcBef>
                          <a:spcPts val="300"/>
                        </a:spcBef>
                        <a:spcAft>
                          <a:spcPts val="300"/>
                        </a:spcAft>
                        <a:buNone/>
                      </a:pPr>
                      <a:r>
                        <a:rPr lang="en-US" sz="1800" b="1" kern="1200" dirty="0">
                          <a:solidFill>
                            <a:schemeClr val="dk1"/>
                          </a:solidFill>
                          <a:effectLst/>
                          <a:latin typeface="+mn-lt"/>
                          <a:ea typeface="+mn-ea"/>
                          <a:cs typeface="+mn-cs"/>
                        </a:rPr>
                        <a:t>(130 member countries)</a:t>
                      </a:r>
                      <a:endParaRPr lang="en-US" sz="1600" b="1" kern="100" dirty="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95250" marR="95250" marT="95250" marB="95250" anchor="ctr"/>
                </a:tc>
                <a:extLst>
                  <a:ext uri="{0D108BD9-81ED-4DB2-BD59-A6C34878D82A}">
                    <a16:rowId xmlns:a16="http://schemas.microsoft.com/office/drawing/2014/main" val="2967458639"/>
                  </a:ext>
                </a:extLst>
              </a:tr>
              <a:tr h="1341842">
                <a:tc>
                  <a:txBody>
                    <a:bodyPr/>
                    <a:lstStyle/>
                    <a:p>
                      <a:pPr marL="0" marR="0" algn="ctr">
                        <a:lnSpc>
                          <a:spcPct val="150000"/>
                        </a:lnSpc>
                        <a:spcBef>
                          <a:spcPts val="300"/>
                        </a:spcBef>
                        <a:spcAft>
                          <a:spcPts val="300"/>
                        </a:spcAft>
                        <a:buNone/>
                      </a:pPr>
                      <a:r>
                        <a:rPr lang="en-US" sz="1600" kern="100" dirty="0">
                          <a:effectLst/>
                          <a:latin typeface="Aptos SemiBold" panose="020B0004020202020204" pitchFamily="34" charset="0"/>
                        </a:rPr>
                        <a:t>Copyright</a:t>
                      </a:r>
                      <a:endParaRPr lang="en-US" sz="1600" kern="100" dirty="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0" marR="95250" marT="95250" marB="95250" anchor="ctr"/>
                </a:tc>
                <a:tc>
                  <a:txBody>
                    <a:bodyPr/>
                    <a:lstStyle/>
                    <a:p>
                      <a:pPr marL="0" marR="0">
                        <a:lnSpc>
                          <a:spcPct val="150000"/>
                        </a:lnSpc>
                        <a:spcBef>
                          <a:spcPts val="300"/>
                        </a:spcBef>
                        <a:spcAft>
                          <a:spcPts val="300"/>
                        </a:spcAft>
                        <a:buNone/>
                      </a:pPr>
                      <a:r>
                        <a:rPr lang="en-US" sz="1800" b="1" kern="100" dirty="0">
                          <a:effectLst>
                            <a:outerShdw blurRad="38100" dist="38100" dir="2700000" algn="tl">
                              <a:srgbClr val="000000">
                                <a:alpha val="43137"/>
                              </a:srgbClr>
                            </a:outerShdw>
                          </a:effectLst>
                          <a:latin typeface="Aptos SemiBold" panose="020B0004020202020204" pitchFamily="34" charset="0"/>
                        </a:rPr>
                        <a:t>Berne Convention</a:t>
                      </a:r>
                      <a:endParaRPr lang="en-US" sz="1800" b="1" kern="100" dirty="0">
                        <a:solidFill>
                          <a:srgbClr val="000000"/>
                        </a:solidFill>
                        <a:effectLst>
                          <a:outerShdw blurRad="38100" dist="38100" dir="2700000" algn="tl">
                            <a:srgbClr val="000000">
                              <a:alpha val="43137"/>
                            </a:srgbClr>
                          </a:outerShdw>
                        </a:effectLst>
                        <a:latin typeface="Aptos SemiBold" panose="020B0004020202020204" pitchFamily="34" charset="0"/>
                        <a:ea typeface="Aptos" panose="020B0004020202020204" pitchFamily="34" charset="0"/>
                        <a:cs typeface="Arial" panose="020B0604020202020204" pitchFamily="34" charset="0"/>
                      </a:endParaRPr>
                    </a:p>
                  </a:txBody>
                  <a:tcPr marL="95250" marR="95250" marT="95250" marB="95250" anchor="ctr"/>
                </a:tc>
                <a:tc>
                  <a:txBody>
                    <a:bodyPr/>
                    <a:lstStyle/>
                    <a:p>
                      <a:pPr marL="0" marR="0">
                        <a:lnSpc>
                          <a:spcPct val="150000"/>
                        </a:lnSpc>
                        <a:spcBef>
                          <a:spcPts val="300"/>
                        </a:spcBef>
                        <a:spcAft>
                          <a:spcPts val="300"/>
                        </a:spcAft>
                        <a:buNone/>
                      </a:pPr>
                      <a:r>
                        <a:rPr lang="en-US" sz="1600" kern="100" dirty="0">
                          <a:effectLst/>
                          <a:latin typeface="Aptos SemiBold" panose="020B0004020202020204" pitchFamily="34" charset="0"/>
                        </a:rPr>
                        <a:t>Protection is automatic in all member countries upon creation.</a:t>
                      </a:r>
                      <a:endParaRPr lang="en-US" sz="1600" kern="100" dirty="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95250" marR="95250" marT="95250" marB="95250" anchor="ctr"/>
                </a:tc>
                <a:tc>
                  <a:txBody>
                    <a:bodyPr/>
                    <a:lstStyle/>
                    <a:p>
                      <a:pPr marL="0" marR="0">
                        <a:lnSpc>
                          <a:spcPct val="150000"/>
                        </a:lnSpc>
                        <a:spcBef>
                          <a:spcPts val="300"/>
                        </a:spcBef>
                        <a:spcAft>
                          <a:spcPts val="300"/>
                        </a:spcAft>
                        <a:buNone/>
                      </a:pPr>
                      <a:r>
                        <a:rPr lang="en-US" sz="1600" kern="100" dirty="0">
                          <a:effectLst/>
                          <a:latin typeface="Aptos SemiBold" panose="020B0004020202020204" pitchFamily="34" charset="0"/>
                        </a:rPr>
                        <a:t>Yes, automatically. But enforcement is strongest with local registration. </a:t>
                      </a:r>
                    </a:p>
                    <a:p>
                      <a:pPr marL="0" marR="0">
                        <a:lnSpc>
                          <a:spcPct val="150000"/>
                        </a:lnSpc>
                        <a:spcBef>
                          <a:spcPts val="300"/>
                        </a:spcBef>
                        <a:spcAft>
                          <a:spcPts val="300"/>
                        </a:spcAft>
                        <a:buNone/>
                      </a:pPr>
                      <a:r>
                        <a:rPr lang="en-US" sz="1600" b="1" kern="100" dirty="0">
                          <a:effectLst/>
                          <a:latin typeface="Aptos SemiBold" panose="020B0004020202020204" pitchFamily="34" charset="0"/>
                        </a:rPr>
                        <a:t>(</a:t>
                      </a:r>
                      <a:r>
                        <a:rPr lang="en-US" sz="1800" b="1" kern="1200" dirty="0">
                          <a:solidFill>
                            <a:schemeClr val="dk1"/>
                          </a:solidFill>
                          <a:effectLst/>
                          <a:latin typeface="+mn-lt"/>
                          <a:ea typeface="+mn-ea"/>
                          <a:cs typeface="+mn-cs"/>
                        </a:rPr>
                        <a:t>179 member countries)</a:t>
                      </a:r>
                      <a:endParaRPr lang="en-US" sz="1600" b="1" kern="100" dirty="0">
                        <a:solidFill>
                          <a:srgbClr val="000000"/>
                        </a:solidFill>
                        <a:effectLst/>
                        <a:latin typeface="Aptos SemiBold" panose="020B0004020202020204" pitchFamily="34" charset="0"/>
                        <a:ea typeface="Aptos" panose="020B0004020202020204" pitchFamily="34" charset="0"/>
                        <a:cs typeface="Arial" panose="020B0604020202020204" pitchFamily="34" charset="0"/>
                      </a:endParaRPr>
                    </a:p>
                  </a:txBody>
                  <a:tcPr marL="95250" marR="95250" marT="95250" marB="95250" anchor="ctr"/>
                </a:tc>
                <a:extLst>
                  <a:ext uri="{0D108BD9-81ED-4DB2-BD59-A6C34878D82A}">
                    <a16:rowId xmlns:a16="http://schemas.microsoft.com/office/drawing/2014/main" val="457506868"/>
                  </a:ext>
                </a:extLst>
              </a:tr>
            </a:tbl>
          </a:graphicData>
        </a:graphic>
      </p:graphicFrame>
      <p:sp>
        <p:nvSpPr>
          <p:cNvPr id="4" name="Slide Number Placeholder 3">
            <a:extLst>
              <a:ext uri="{FF2B5EF4-FFF2-40B4-BE49-F238E27FC236}">
                <a16:creationId xmlns:a16="http://schemas.microsoft.com/office/drawing/2014/main" id="{EDC82707-D6B7-44FD-44D7-968B9FF292C5}"/>
              </a:ext>
            </a:extLst>
          </p:cNvPr>
          <p:cNvSpPr>
            <a:spLocks noGrp="1"/>
          </p:cNvSpPr>
          <p:nvPr>
            <p:ph type="sldNum" sz="quarter" idx="12"/>
          </p:nvPr>
        </p:nvSpPr>
        <p:spPr/>
        <p:txBody>
          <a:bodyPr/>
          <a:lstStyle/>
          <a:p>
            <a:pPr>
              <a:defRPr/>
            </a:pPr>
            <a:fld id="{A3ACB5C1-21FF-4B0B-93FC-A7F2195E8F7F}" type="slidenum">
              <a:rPr lang="en-US" altLang="en-US" smtClean="0"/>
              <a:pPr>
                <a:defRPr/>
              </a:pPr>
              <a:t>26</a:t>
            </a:fld>
            <a:endParaRPr lang="en-US" altLang="en-US" sz="2000"/>
          </a:p>
        </p:txBody>
      </p:sp>
    </p:spTree>
    <p:extLst>
      <p:ext uri="{BB962C8B-B14F-4D97-AF65-F5344CB8AC3E}">
        <p14:creationId xmlns:p14="http://schemas.microsoft.com/office/powerpoint/2010/main" val="4139608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C08A6BE-E1D9-424A-82E6-C99A6B3ECA17}"/>
              </a:ext>
            </a:extLst>
          </p:cNvPr>
          <p:cNvSpPr>
            <a:spLocks noGrp="1"/>
          </p:cNvSpPr>
          <p:nvPr>
            <p:ph type="ctrTitle"/>
          </p:nvPr>
        </p:nvSpPr>
        <p:spPr/>
        <p:txBody>
          <a:bodyPr/>
          <a:lstStyle/>
          <a:p>
            <a:r>
              <a:rPr lang="en-US" altLang="en-US" dirty="0"/>
              <a:t>Software cross-licensing Agreements</a:t>
            </a:r>
            <a:endParaRPr lang="en-PK" dirty="0"/>
          </a:p>
        </p:txBody>
      </p:sp>
      <p:sp>
        <p:nvSpPr>
          <p:cNvPr id="4" name="Slide Number Placeholder 3">
            <a:extLst>
              <a:ext uri="{FF2B5EF4-FFF2-40B4-BE49-F238E27FC236}">
                <a16:creationId xmlns:a16="http://schemas.microsoft.com/office/drawing/2014/main" id="{FA0F0E1F-C7BE-4043-9D28-A46258FA367B}"/>
              </a:ext>
            </a:extLst>
          </p:cNvPr>
          <p:cNvSpPr>
            <a:spLocks noGrp="1"/>
          </p:cNvSpPr>
          <p:nvPr>
            <p:ph type="sldNum" sz="quarter" idx="4294967295"/>
          </p:nvPr>
        </p:nvSpPr>
        <p:spPr>
          <a:xfrm>
            <a:off x="11610975" y="6432550"/>
            <a:ext cx="581025" cy="365125"/>
          </a:xfrm>
        </p:spPr>
        <p:txBody>
          <a:bodyPr/>
          <a:lstStyle/>
          <a:p>
            <a:pPr>
              <a:defRPr/>
            </a:pPr>
            <a:fld id="{A3ACB5C1-21FF-4B0B-93FC-A7F2195E8F7F}" type="slidenum">
              <a:rPr lang="en-US" altLang="en-US" smtClean="0"/>
              <a:pPr>
                <a:defRPr/>
              </a:pPr>
              <a:t>27</a:t>
            </a:fld>
            <a:endParaRPr lang="en-US" altLang="en-US" sz="2000"/>
          </a:p>
        </p:txBody>
      </p:sp>
    </p:spTree>
    <p:extLst>
      <p:ext uri="{BB962C8B-B14F-4D97-AF65-F5344CB8AC3E}">
        <p14:creationId xmlns:p14="http://schemas.microsoft.com/office/powerpoint/2010/main" val="8372640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1C13144D-17C5-2BFF-5356-B3D11683232E}"/>
              </a:ext>
            </a:extLst>
          </p:cNvPr>
          <p:cNvSpPr>
            <a:spLocks noGrp="1" noChangeArrowheads="1"/>
          </p:cNvSpPr>
          <p:nvPr>
            <p:ph type="title"/>
          </p:nvPr>
        </p:nvSpPr>
        <p:spPr>
          <a:xfrm>
            <a:off x="435429" y="420572"/>
            <a:ext cx="10408582" cy="647121"/>
          </a:xfrm>
        </p:spPr>
        <p:txBody>
          <a:bodyPr/>
          <a:lstStyle/>
          <a:p>
            <a:r>
              <a:rPr lang="en-US" altLang="en-US" dirty="0"/>
              <a:t>Software cross-licensing Agreements</a:t>
            </a:r>
          </a:p>
        </p:txBody>
      </p:sp>
      <p:sp>
        <p:nvSpPr>
          <p:cNvPr id="48131" name="Rectangle 3">
            <a:extLst>
              <a:ext uri="{FF2B5EF4-FFF2-40B4-BE49-F238E27FC236}">
                <a16:creationId xmlns:a16="http://schemas.microsoft.com/office/drawing/2014/main" id="{B96FD564-B3D4-554F-87F4-38989633DE61}"/>
              </a:ext>
            </a:extLst>
          </p:cNvPr>
          <p:cNvSpPr>
            <a:spLocks noGrp="1" noChangeArrowheads="1"/>
          </p:cNvSpPr>
          <p:nvPr>
            <p:ph idx="1"/>
          </p:nvPr>
        </p:nvSpPr>
        <p:spPr>
          <a:xfrm>
            <a:off x="435430" y="1436914"/>
            <a:ext cx="11306806" cy="4513125"/>
          </a:xfrm>
        </p:spPr>
        <p:txBody>
          <a:bodyPr>
            <a:normAutofit/>
          </a:bodyPr>
          <a:lstStyle/>
          <a:p>
            <a:r>
              <a:rPr lang="en-US" altLang="en-US" dirty="0"/>
              <a:t>Software Cross-Licensing Agreement is an arrangement where two or more companies give each other permission (licenses) to use their software, technologies, or patents.</a:t>
            </a:r>
          </a:p>
          <a:p>
            <a:r>
              <a:rPr lang="en-US" altLang="en-US" dirty="0"/>
              <a:t>This type of agreement helps companies avoid legal disputes, share innovations, and save development costs by using each other’s intellectual property legally.</a:t>
            </a:r>
          </a:p>
          <a:p>
            <a:r>
              <a:rPr lang="en-US" altLang="en-US" b="1" dirty="0">
                <a:solidFill>
                  <a:srgbClr val="FF0000"/>
                </a:solidFill>
              </a:rPr>
              <a:t>In simple words: Software cross-licensing means “you can use my software or technology if I can use yours.”</a:t>
            </a:r>
          </a:p>
        </p:txBody>
      </p:sp>
      <p:sp>
        <p:nvSpPr>
          <p:cNvPr id="48133" name="Slide Number Placeholder 4">
            <a:extLst>
              <a:ext uri="{FF2B5EF4-FFF2-40B4-BE49-F238E27FC236}">
                <a16:creationId xmlns:a16="http://schemas.microsoft.com/office/drawing/2014/main" id="{07BC49D9-BCDA-29CA-9FE2-2D0A6144879C}"/>
              </a:ext>
            </a:extLst>
          </p:cNvPr>
          <p:cNvSpPr>
            <a:spLocks noGrp="1"/>
          </p:cNvSpPr>
          <p:nvPr>
            <p:ph type="sldNum" sz="quarter" idx="12"/>
          </p:nvPr>
        </p:nvSpPr>
        <p:spPr bwMode="auto">
          <a:xfrm>
            <a:off x="11523612" y="6432265"/>
            <a:ext cx="58057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Light" panose="020F0302020204030204" pitchFamily="34" charset="0"/>
              </a:defRPr>
            </a:lvl1pPr>
            <a:lvl2pPr marL="742950" indent="-285750">
              <a:defRPr>
                <a:solidFill>
                  <a:schemeClr val="tx1"/>
                </a:solidFill>
                <a:latin typeface="Calibri Light" panose="020F0302020204030204" pitchFamily="34" charset="0"/>
              </a:defRPr>
            </a:lvl2pPr>
            <a:lvl3pPr marL="1143000" indent="-228600">
              <a:defRPr>
                <a:solidFill>
                  <a:schemeClr val="tx1"/>
                </a:solidFill>
                <a:latin typeface="Calibri Light" panose="020F0302020204030204" pitchFamily="34" charset="0"/>
              </a:defRPr>
            </a:lvl3pPr>
            <a:lvl4pPr marL="1600200" indent="-228600">
              <a:defRPr>
                <a:solidFill>
                  <a:schemeClr val="tx1"/>
                </a:solidFill>
                <a:latin typeface="Calibri Light" panose="020F0302020204030204" pitchFamily="34" charset="0"/>
              </a:defRPr>
            </a:lvl4pPr>
            <a:lvl5pPr marL="2057400" indent="-228600">
              <a:defRPr>
                <a:solidFill>
                  <a:schemeClr val="tx1"/>
                </a:solidFill>
                <a:latin typeface="Calibri Light" panose="020F0302020204030204" pitchFamily="34" charset="0"/>
              </a:defRPr>
            </a:lvl5pPr>
            <a:lvl6pPr marL="2514600" indent="-228600" defTabSz="457200" eaLnBrk="0" fontAlgn="base" hangingPunct="0">
              <a:spcBef>
                <a:spcPct val="0"/>
              </a:spcBef>
              <a:spcAft>
                <a:spcPct val="0"/>
              </a:spcAft>
              <a:defRPr>
                <a:solidFill>
                  <a:schemeClr val="tx1"/>
                </a:solidFill>
                <a:latin typeface="Calibri Light" panose="020F0302020204030204" pitchFamily="34" charset="0"/>
              </a:defRPr>
            </a:lvl6pPr>
            <a:lvl7pPr marL="2971800" indent="-228600" defTabSz="457200" eaLnBrk="0" fontAlgn="base" hangingPunct="0">
              <a:spcBef>
                <a:spcPct val="0"/>
              </a:spcBef>
              <a:spcAft>
                <a:spcPct val="0"/>
              </a:spcAft>
              <a:defRPr>
                <a:solidFill>
                  <a:schemeClr val="tx1"/>
                </a:solidFill>
                <a:latin typeface="Calibri Light" panose="020F0302020204030204" pitchFamily="34" charset="0"/>
              </a:defRPr>
            </a:lvl7pPr>
            <a:lvl8pPr marL="3429000" indent="-228600" defTabSz="457200" eaLnBrk="0" fontAlgn="base" hangingPunct="0">
              <a:spcBef>
                <a:spcPct val="0"/>
              </a:spcBef>
              <a:spcAft>
                <a:spcPct val="0"/>
              </a:spcAft>
              <a:defRPr>
                <a:solidFill>
                  <a:schemeClr val="tx1"/>
                </a:solidFill>
                <a:latin typeface="Calibri Light" panose="020F0302020204030204" pitchFamily="34" charset="0"/>
              </a:defRPr>
            </a:lvl8pPr>
            <a:lvl9pPr marL="3886200" indent="-228600" defTabSz="457200" eaLnBrk="0" fontAlgn="base" hangingPunct="0">
              <a:spcBef>
                <a:spcPct val="0"/>
              </a:spcBef>
              <a:spcAft>
                <a:spcPct val="0"/>
              </a:spcAft>
              <a:defRPr>
                <a:solidFill>
                  <a:schemeClr val="tx1"/>
                </a:solidFill>
                <a:latin typeface="Calibri Light" panose="020F0302020204030204" pitchFamily="34" charset="0"/>
              </a:defRPr>
            </a:lvl9pPr>
          </a:lstStyle>
          <a:p>
            <a:fld id="{A4FCCFB0-6DA9-406A-B52D-C9A83460B142}" type="slidenum">
              <a:rPr lang="en-US" altLang="en-US" smtClean="0"/>
              <a:pPr/>
              <a:t>28</a:t>
            </a:fld>
            <a:endParaRPr lang="en-US" altLang="en-US"/>
          </a:p>
        </p:txBody>
      </p:sp>
      <p:sp>
        <p:nvSpPr>
          <p:cNvPr id="4" name="Footer Placeholder 3">
            <a:extLst>
              <a:ext uri="{FF2B5EF4-FFF2-40B4-BE49-F238E27FC236}">
                <a16:creationId xmlns:a16="http://schemas.microsoft.com/office/drawing/2014/main" id="{CDD62FCA-39FC-38C2-3FC0-AE5130578FEC}"/>
              </a:ext>
            </a:extLst>
          </p:cNvPr>
          <p:cNvSpPr>
            <a:spLocks noGrp="1"/>
          </p:cNvSpPr>
          <p:nvPr>
            <p:ph type="ftr" sz="quarter" idx="4294967295"/>
          </p:nvPr>
        </p:nvSpPr>
        <p:spPr>
          <a:xfrm>
            <a:off x="0" y="6554788"/>
            <a:ext cx="3771900" cy="228600"/>
          </a:xfrm>
          <a:prstGeom prst="rect">
            <a:avLst/>
          </a:prstGeom>
        </p:spPr>
        <p:txBody>
          <a:bodyPr/>
          <a:lstStyle/>
          <a:p>
            <a:pPr>
              <a:defRPr/>
            </a:pPr>
            <a:r>
              <a:rPr lang="en-US"/>
              <a:t>Ethics in Information Technology, Fourth Edition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8CD2D-E212-46AA-8E52-35023E84F5E6}"/>
              </a:ext>
            </a:extLst>
          </p:cNvPr>
          <p:cNvSpPr>
            <a:spLocks noGrp="1"/>
          </p:cNvSpPr>
          <p:nvPr>
            <p:ph type="title"/>
          </p:nvPr>
        </p:nvSpPr>
        <p:spPr/>
        <p:txBody>
          <a:bodyPr/>
          <a:lstStyle/>
          <a:p>
            <a:r>
              <a:rPr lang="en-US" dirty="0"/>
              <a:t>Example</a:t>
            </a:r>
            <a:endParaRPr lang="en-PK" dirty="0"/>
          </a:p>
        </p:txBody>
      </p:sp>
      <p:sp>
        <p:nvSpPr>
          <p:cNvPr id="4" name="Slide Number Placeholder 3">
            <a:extLst>
              <a:ext uri="{FF2B5EF4-FFF2-40B4-BE49-F238E27FC236}">
                <a16:creationId xmlns:a16="http://schemas.microsoft.com/office/drawing/2014/main" id="{AA8F5F6F-CA80-4521-A6ED-3FCDFB63151B}"/>
              </a:ext>
            </a:extLst>
          </p:cNvPr>
          <p:cNvSpPr>
            <a:spLocks noGrp="1"/>
          </p:cNvSpPr>
          <p:nvPr>
            <p:ph type="sldNum" sz="quarter" idx="12"/>
          </p:nvPr>
        </p:nvSpPr>
        <p:spPr/>
        <p:txBody>
          <a:bodyPr/>
          <a:lstStyle/>
          <a:p>
            <a:pPr>
              <a:defRPr/>
            </a:pPr>
            <a:fld id="{A3ACB5C1-21FF-4B0B-93FC-A7F2195E8F7F}" type="slidenum">
              <a:rPr lang="en-US" altLang="en-US" smtClean="0"/>
              <a:pPr>
                <a:defRPr/>
              </a:pPr>
              <a:t>29</a:t>
            </a:fld>
            <a:endParaRPr lang="en-US" altLang="en-US" sz="2000"/>
          </a:p>
        </p:txBody>
      </p:sp>
      <p:sp>
        <p:nvSpPr>
          <p:cNvPr id="5" name="Rectangle 1">
            <a:extLst>
              <a:ext uri="{FF2B5EF4-FFF2-40B4-BE49-F238E27FC236}">
                <a16:creationId xmlns:a16="http://schemas.microsoft.com/office/drawing/2014/main" id="{AA5F85AA-D909-40A8-88DD-3EA002439CC1}"/>
              </a:ext>
            </a:extLst>
          </p:cNvPr>
          <p:cNvSpPr>
            <a:spLocks noGrp="1" noChangeArrowheads="1"/>
          </p:cNvSpPr>
          <p:nvPr>
            <p:ph idx="1"/>
          </p:nvPr>
        </p:nvSpPr>
        <p:spPr bwMode="auto">
          <a:xfrm>
            <a:off x="435430" y="2354648"/>
            <a:ext cx="1129937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PK" altLang="en-PK" sz="2400" b="1" i="0" u="none" strike="noStrike" cap="none" normalizeH="0" baseline="0" dirty="0">
                <a:ln>
                  <a:noFill/>
                </a:ln>
                <a:solidFill>
                  <a:schemeClr val="tx1"/>
                </a:solidFill>
                <a:effectLst/>
                <a:latin typeface="Arial" panose="020B0604020202020204" pitchFamily="34" charset="0"/>
              </a:rPr>
              <a:t>Example 1:</a:t>
            </a:r>
            <a:br>
              <a:rPr kumimoji="0" lang="en-PK" altLang="en-PK" sz="2400" b="0" i="0" u="none" strike="noStrike" cap="none" normalizeH="0" baseline="0" dirty="0">
                <a:ln>
                  <a:noFill/>
                </a:ln>
                <a:solidFill>
                  <a:schemeClr val="tx1"/>
                </a:solidFill>
                <a:effectLst/>
                <a:latin typeface="Arial" panose="020B0604020202020204" pitchFamily="34" charset="0"/>
              </a:rPr>
            </a:br>
            <a:r>
              <a:rPr kumimoji="0" lang="en-US" altLang="en-PK" sz="2400" b="0" i="0" u="none" strike="noStrike" cap="none" normalizeH="0" baseline="0" dirty="0">
                <a:ln>
                  <a:noFill/>
                </a:ln>
                <a:solidFill>
                  <a:schemeClr val="tx1"/>
                </a:solidFill>
                <a:effectLst/>
                <a:latin typeface="Arial" panose="020B0604020202020204" pitchFamily="34" charset="0"/>
              </a:rPr>
              <a:t>		</a:t>
            </a:r>
            <a:r>
              <a:rPr kumimoji="0" lang="en-PK" altLang="en-PK" sz="2400" b="0" i="0" u="none" strike="noStrike" cap="none" normalizeH="0" baseline="0" dirty="0">
                <a:ln>
                  <a:noFill/>
                </a:ln>
                <a:solidFill>
                  <a:schemeClr val="tx1"/>
                </a:solidFill>
                <a:effectLst/>
                <a:latin typeface="Arial" panose="020B0604020202020204" pitchFamily="34" charset="0"/>
              </a:rPr>
              <a:t>Microsoft and Samsung have a cross-licensing agreement that allows both to use each other’s patented technologies in their software and devices.</a:t>
            </a:r>
          </a:p>
          <a:p>
            <a:pPr marL="0" marR="0" lvl="0" indent="0" algn="l" defTabSz="914400" rtl="0" eaLnBrk="0" fontAlgn="base" latinLnBrk="0" hangingPunct="0">
              <a:lnSpc>
                <a:spcPct val="100000"/>
              </a:lnSpc>
              <a:spcBef>
                <a:spcPct val="0"/>
              </a:spcBef>
              <a:spcAft>
                <a:spcPct val="0"/>
              </a:spcAft>
              <a:buClrTx/>
              <a:buSzTx/>
              <a:buNone/>
              <a:tabLst/>
            </a:pPr>
            <a:r>
              <a:rPr kumimoji="0" lang="en-PK" altLang="en-PK" sz="2400" b="1" i="0" u="none" strike="noStrike" cap="none" normalizeH="0" baseline="0" dirty="0">
                <a:ln>
                  <a:noFill/>
                </a:ln>
                <a:solidFill>
                  <a:schemeClr val="tx1"/>
                </a:solidFill>
                <a:effectLst/>
                <a:latin typeface="Arial" panose="020B0604020202020204" pitchFamily="34" charset="0"/>
              </a:rPr>
              <a:t>Example 2:</a:t>
            </a:r>
            <a:br>
              <a:rPr kumimoji="0" lang="en-PK" altLang="en-PK" sz="2400" b="0" i="0" u="none" strike="noStrike" cap="none" normalizeH="0" baseline="0" dirty="0">
                <a:ln>
                  <a:noFill/>
                </a:ln>
                <a:solidFill>
                  <a:schemeClr val="tx1"/>
                </a:solidFill>
                <a:effectLst/>
                <a:latin typeface="Arial" panose="020B0604020202020204" pitchFamily="34" charset="0"/>
              </a:rPr>
            </a:br>
            <a:r>
              <a:rPr kumimoji="0" lang="en-US" altLang="en-PK" sz="2400" b="0" i="0" u="none" strike="noStrike" cap="none" normalizeH="0" baseline="0" dirty="0">
                <a:ln>
                  <a:noFill/>
                </a:ln>
                <a:solidFill>
                  <a:schemeClr val="tx1"/>
                </a:solidFill>
                <a:effectLst/>
                <a:latin typeface="Arial" panose="020B0604020202020204" pitchFamily="34" charset="0"/>
              </a:rPr>
              <a:t>		</a:t>
            </a:r>
            <a:r>
              <a:rPr kumimoji="0" lang="en-PK" altLang="en-PK" sz="2400" b="0" i="0" u="none" strike="noStrike" cap="none" normalizeH="0" baseline="0" dirty="0">
                <a:ln>
                  <a:noFill/>
                </a:ln>
                <a:solidFill>
                  <a:schemeClr val="tx1"/>
                </a:solidFill>
                <a:effectLst/>
                <a:latin typeface="Arial" panose="020B0604020202020204" pitchFamily="34" charset="0"/>
              </a:rPr>
              <a:t>Google and Apple may cross-license certain software technologies to make apps compatible across their platforms.</a:t>
            </a:r>
          </a:p>
        </p:txBody>
      </p:sp>
    </p:spTree>
    <p:extLst>
      <p:ext uri="{BB962C8B-B14F-4D97-AF65-F5344CB8AC3E}">
        <p14:creationId xmlns:p14="http://schemas.microsoft.com/office/powerpoint/2010/main" val="11961781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E66E836-FA03-4B94-B368-83CB80F0EAF7}"/>
              </a:ext>
            </a:extLst>
          </p:cNvPr>
          <p:cNvSpPr>
            <a:spLocks noGrp="1"/>
          </p:cNvSpPr>
          <p:nvPr>
            <p:ph type="ctrTitle"/>
          </p:nvPr>
        </p:nvSpPr>
        <p:spPr/>
        <p:txBody>
          <a:bodyPr/>
          <a:lstStyle/>
          <a:p>
            <a:r>
              <a:rPr lang="en-US" dirty="0"/>
              <a:t>Defensive Publishing</a:t>
            </a:r>
            <a:endParaRPr lang="en-PK" dirty="0"/>
          </a:p>
        </p:txBody>
      </p:sp>
      <p:sp>
        <p:nvSpPr>
          <p:cNvPr id="4" name="Slide Number Placeholder 3">
            <a:extLst>
              <a:ext uri="{FF2B5EF4-FFF2-40B4-BE49-F238E27FC236}">
                <a16:creationId xmlns:a16="http://schemas.microsoft.com/office/drawing/2014/main" id="{B87CD4C7-0915-4B6D-AEC3-507858F2C312}"/>
              </a:ext>
            </a:extLst>
          </p:cNvPr>
          <p:cNvSpPr>
            <a:spLocks noGrp="1"/>
          </p:cNvSpPr>
          <p:nvPr>
            <p:ph type="sldNum" sz="quarter" idx="4294967295"/>
          </p:nvPr>
        </p:nvSpPr>
        <p:spPr>
          <a:xfrm>
            <a:off x="11610975" y="6432550"/>
            <a:ext cx="581025" cy="365125"/>
          </a:xfrm>
        </p:spPr>
        <p:txBody>
          <a:bodyPr/>
          <a:lstStyle/>
          <a:p>
            <a:pPr>
              <a:defRPr/>
            </a:pPr>
            <a:fld id="{A3ACB5C1-21FF-4B0B-93FC-A7F2195E8F7F}" type="slidenum">
              <a:rPr lang="en-US" altLang="en-US" smtClean="0"/>
              <a:pPr>
                <a:defRPr/>
              </a:pPr>
              <a:t>30</a:t>
            </a:fld>
            <a:endParaRPr lang="en-US" altLang="en-US" sz="2000"/>
          </a:p>
        </p:txBody>
      </p:sp>
    </p:spTree>
    <p:extLst>
      <p:ext uri="{BB962C8B-B14F-4D97-AF65-F5344CB8AC3E}">
        <p14:creationId xmlns:p14="http://schemas.microsoft.com/office/powerpoint/2010/main" val="36856416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71BC-13CE-4C9B-9170-5EE46C738ED1}"/>
              </a:ext>
            </a:extLst>
          </p:cNvPr>
          <p:cNvSpPr>
            <a:spLocks noGrp="1"/>
          </p:cNvSpPr>
          <p:nvPr>
            <p:ph type="title"/>
          </p:nvPr>
        </p:nvSpPr>
        <p:spPr/>
        <p:txBody>
          <a:bodyPr/>
          <a:lstStyle/>
          <a:p>
            <a:r>
              <a:rPr lang="en-US" dirty="0"/>
              <a:t>Defensive Publishing</a:t>
            </a:r>
            <a:endParaRPr lang="en-PK" dirty="0"/>
          </a:p>
        </p:txBody>
      </p:sp>
      <p:sp>
        <p:nvSpPr>
          <p:cNvPr id="3" name="Content Placeholder 2">
            <a:extLst>
              <a:ext uri="{FF2B5EF4-FFF2-40B4-BE49-F238E27FC236}">
                <a16:creationId xmlns:a16="http://schemas.microsoft.com/office/drawing/2014/main" id="{FD6657E9-F0EC-420A-BF1A-4ECCB05D26E8}"/>
              </a:ext>
            </a:extLst>
          </p:cNvPr>
          <p:cNvSpPr>
            <a:spLocks noGrp="1"/>
          </p:cNvSpPr>
          <p:nvPr>
            <p:ph idx="1"/>
          </p:nvPr>
        </p:nvSpPr>
        <p:spPr/>
        <p:txBody>
          <a:bodyPr/>
          <a:lstStyle/>
          <a:p>
            <a:r>
              <a:rPr lang="en-US" b="1" dirty="0"/>
              <a:t>Defensive Publishing</a:t>
            </a:r>
            <a:r>
              <a:rPr lang="en-US" dirty="0"/>
              <a:t> is the act of publicly disclosing an invention to prevent others from patenting it, while allowing everyone to use it freely.</a:t>
            </a:r>
          </a:p>
          <a:p>
            <a:endParaRPr lang="en-US" dirty="0"/>
          </a:p>
          <a:p>
            <a:r>
              <a:rPr lang="en-US" b="1" dirty="0"/>
              <a:t>Purpose:</a:t>
            </a:r>
          </a:p>
          <a:p>
            <a:pPr marL="0" indent="0">
              <a:buNone/>
            </a:pPr>
            <a:r>
              <a:rPr lang="en-US" dirty="0"/>
              <a:t>	To </a:t>
            </a:r>
            <a:r>
              <a:rPr lang="en-US" b="1" dirty="0"/>
              <a:t>protect an idea</a:t>
            </a:r>
            <a:r>
              <a:rPr lang="en-US" dirty="0"/>
              <a:t> from being patented by others.</a:t>
            </a:r>
          </a:p>
          <a:p>
            <a:pPr marL="0" indent="0">
              <a:buNone/>
            </a:pPr>
            <a:r>
              <a:rPr lang="en-US" dirty="0"/>
              <a:t>	To </a:t>
            </a:r>
            <a:r>
              <a:rPr lang="en-US" b="1" dirty="0"/>
              <a:t>keep technology open</a:t>
            </a:r>
            <a:r>
              <a:rPr lang="en-US" dirty="0"/>
              <a:t> for public use.</a:t>
            </a:r>
          </a:p>
          <a:p>
            <a:pPr marL="0" indent="0">
              <a:buNone/>
            </a:pPr>
            <a:r>
              <a:rPr lang="en-US" dirty="0"/>
              <a:t>	To </a:t>
            </a:r>
            <a:r>
              <a:rPr lang="en-US" b="1" dirty="0"/>
              <a:t>avoid legal battles</a:t>
            </a:r>
            <a:r>
              <a:rPr lang="en-US" dirty="0"/>
              <a:t> over ownership.</a:t>
            </a:r>
          </a:p>
          <a:p>
            <a:endParaRPr lang="en-US" dirty="0"/>
          </a:p>
        </p:txBody>
      </p:sp>
      <p:sp>
        <p:nvSpPr>
          <p:cNvPr id="4" name="Slide Number Placeholder 3">
            <a:extLst>
              <a:ext uri="{FF2B5EF4-FFF2-40B4-BE49-F238E27FC236}">
                <a16:creationId xmlns:a16="http://schemas.microsoft.com/office/drawing/2014/main" id="{FE03BEA1-6E2B-4DE5-90B2-22EAA6D26440}"/>
              </a:ext>
            </a:extLst>
          </p:cNvPr>
          <p:cNvSpPr>
            <a:spLocks noGrp="1"/>
          </p:cNvSpPr>
          <p:nvPr>
            <p:ph type="sldNum" sz="quarter" idx="12"/>
          </p:nvPr>
        </p:nvSpPr>
        <p:spPr/>
        <p:txBody>
          <a:bodyPr/>
          <a:lstStyle/>
          <a:p>
            <a:pPr>
              <a:defRPr/>
            </a:pPr>
            <a:fld id="{A3ACB5C1-21FF-4B0B-93FC-A7F2195E8F7F}" type="slidenum">
              <a:rPr lang="en-US" altLang="en-US" smtClean="0"/>
              <a:pPr>
                <a:defRPr/>
              </a:pPr>
              <a:t>31</a:t>
            </a:fld>
            <a:endParaRPr lang="en-US" altLang="en-US" sz="2000"/>
          </a:p>
        </p:txBody>
      </p:sp>
    </p:spTree>
    <p:extLst>
      <p:ext uri="{BB962C8B-B14F-4D97-AF65-F5344CB8AC3E}">
        <p14:creationId xmlns:p14="http://schemas.microsoft.com/office/powerpoint/2010/main" val="27502025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C40CC-9A96-4589-BF9B-0567D72492F7}"/>
              </a:ext>
            </a:extLst>
          </p:cNvPr>
          <p:cNvSpPr>
            <a:spLocks noGrp="1"/>
          </p:cNvSpPr>
          <p:nvPr>
            <p:ph type="title"/>
          </p:nvPr>
        </p:nvSpPr>
        <p:spPr/>
        <p:txBody>
          <a:bodyPr/>
          <a:lstStyle/>
          <a:p>
            <a:r>
              <a:rPr lang="en-US" dirty="0"/>
              <a:t>Example</a:t>
            </a:r>
            <a:endParaRPr lang="en-PK" dirty="0"/>
          </a:p>
        </p:txBody>
      </p:sp>
      <p:sp>
        <p:nvSpPr>
          <p:cNvPr id="3" name="Content Placeholder 2">
            <a:extLst>
              <a:ext uri="{FF2B5EF4-FFF2-40B4-BE49-F238E27FC236}">
                <a16:creationId xmlns:a16="http://schemas.microsoft.com/office/drawing/2014/main" id="{DBD35D4F-26DA-4FEC-B876-8E6A48A02430}"/>
              </a:ext>
            </a:extLst>
          </p:cNvPr>
          <p:cNvSpPr>
            <a:spLocks noGrp="1"/>
          </p:cNvSpPr>
          <p:nvPr>
            <p:ph idx="1"/>
          </p:nvPr>
        </p:nvSpPr>
        <p:spPr/>
        <p:txBody>
          <a:bodyPr/>
          <a:lstStyle/>
          <a:p>
            <a:pPr marL="0" indent="0">
              <a:buNone/>
            </a:pPr>
            <a:r>
              <a:rPr lang="en-US" dirty="0"/>
              <a:t>A software company invents a small improvement in code but doesn’t want to file a patent. So, it </a:t>
            </a:r>
            <a:r>
              <a:rPr lang="en-US" b="1" dirty="0"/>
              <a:t>publishes the code online or in a journal</a:t>
            </a:r>
            <a:r>
              <a:rPr lang="en-US" dirty="0"/>
              <a:t>, making it public knowledge.</a:t>
            </a:r>
            <a:br>
              <a:rPr lang="en-US" dirty="0"/>
            </a:br>
            <a:r>
              <a:rPr lang="en-US" dirty="0">
                <a:solidFill>
                  <a:srgbClr val="FF0000"/>
                </a:solidFill>
              </a:rPr>
              <a:t>→ Now </a:t>
            </a:r>
            <a:r>
              <a:rPr lang="en-US" b="1" dirty="0">
                <a:solidFill>
                  <a:srgbClr val="FF0000"/>
                </a:solidFill>
              </a:rPr>
              <a:t>no one else can patent</a:t>
            </a:r>
            <a:r>
              <a:rPr lang="en-US" dirty="0">
                <a:solidFill>
                  <a:srgbClr val="FF0000"/>
                </a:solidFill>
              </a:rPr>
              <a:t> that same idea.</a:t>
            </a:r>
            <a:endParaRPr lang="en-PK" dirty="0">
              <a:solidFill>
                <a:srgbClr val="FF0000"/>
              </a:solidFill>
            </a:endParaRPr>
          </a:p>
          <a:p>
            <a:endParaRPr lang="en-PK" dirty="0"/>
          </a:p>
        </p:txBody>
      </p:sp>
      <p:sp>
        <p:nvSpPr>
          <p:cNvPr id="4" name="Slide Number Placeholder 3">
            <a:extLst>
              <a:ext uri="{FF2B5EF4-FFF2-40B4-BE49-F238E27FC236}">
                <a16:creationId xmlns:a16="http://schemas.microsoft.com/office/drawing/2014/main" id="{A9DA9292-2715-468A-9EEA-EBFC0251766C}"/>
              </a:ext>
            </a:extLst>
          </p:cNvPr>
          <p:cNvSpPr>
            <a:spLocks noGrp="1"/>
          </p:cNvSpPr>
          <p:nvPr>
            <p:ph type="sldNum" sz="quarter" idx="12"/>
          </p:nvPr>
        </p:nvSpPr>
        <p:spPr/>
        <p:txBody>
          <a:bodyPr/>
          <a:lstStyle/>
          <a:p>
            <a:pPr>
              <a:defRPr/>
            </a:pPr>
            <a:fld id="{A3ACB5C1-21FF-4B0B-93FC-A7F2195E8F7F}" type="slidenum">
              <a:rPr lang="en-US" altLang="en-US" smtClean="0"/>
              <a:pPr>
                <a:defRPr/>
              </a:pPr>
              <a:t>32</a:t>
            </a:fld>
            <a:endParaRPr lang="en-US" altLang="en-US" sz="2000"/>
          </a:p>
        </p:txBody>
      </p:sp>
    </p:spTree>
    <p:extLst>
      <p:ext uri="{BB962C8B-B14F-4D97-AF65-F5344CB8AC3E}">
        <p14:creationId xmlns:p14="http://schemas.microsoft.com/office/powerpoint/2010/main" val="2109775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5897D5-58C0-4DE0-8BF3-55A60245EBD1}"/>
              </a:ext>
            </a:extLst>
          </p:cNvPr>
          <p:cNvSpPr>
            <a:spLocks noGrp="1"/>
          </p:cNvSpPr>
          <p:nvPr>
            <p:ph type="ctrTitle"/>
          </p:nvPr>
        </p:nvSpPr>
        <p:spPr/>
        <p:txBody>
          <a:bodyPr/>
          <a:lstStyle/>
          <a:p>
            <a:r>
              <a:rPr lang="en-US" dirty="0"/>
              <a:t>Submarine Patents</a:t>
            </a:r>
            <a:endParaRPr lang="en-PK" dirty="0"/>
          </a:p>
        </p:txBody>
      </p:sp>
      <p:sp>
        <p:nvSpPr>
          <p:cNvPr id="4" name="Slide Number Placeholder 3">
            <a:extLst>
              <a:ext uri="{FF2B5EF4-FFF2-40B4-BE49-F238E27FC236}">
                <a16:creationId xmlns:a16="http://schemas.microsoft.com/office/drawing/2014/main" id="{451BE86F-BFF7-430A-8AAB-86711BF55F52}"/>
              </a:ext>
            </a:extLst>
          </p:cNvPr>
          <p:cNvSpPr>
            <a:spLocks noGrp="1"/>
          </p:cNvSpPr>
          <p:nvPr>
            <p:ph type="sldNum" sz="quarter" idx="4294967295"/>
          </p:nvPr>
        </p:nvSpPr>
        <p:spPr>
          <a:xfrm>
            <a:off x="11610975" y="6432550"/>
            <a:ext cx="581025" cy="365125"/>
          </a:xfrm>
        </p:spPr>
        <p:txBody>
          <a:bodyPr/>
          <a:lstStyle/>
          <a:p>
            <a:pPr>
              <a:defRPr/>
            </a:pPr>
            <a:fld id="{A3ACB5C1-21FF-4B0B-93FC-A7F2195E8F7F}" type="slidenum">
              <a:rPr lang="en-US" altLang="en-US" smtClean="0"/>
              <a:pPr>
                <a:defRPr/>
              </a:pPr>
              <a:t>33</a:t>
            </a:fld>
            <a:endParaRPr lang="en-US" altLang="en-US" sz="2000"/>
          </a:p>
        </p:txBody>
      </p:sp>
    </p:spTree>
    <p:extLst>
      <p:ext uri="{BB962C8B-B14F-4D97-AF65-F5344CB8AC3E}">
        <p14:creationId xmlns:p14="http://schemas.microsoft.com/office/powerpoint/2010/main" val="9520481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D53A35B4-D317-E237-A554-3F69813C7561}"/>
              </a:ext>
            </a:extLst>
          </p:cNvPr>
          <p:cNvSpPr>
            <a:spLocks noGrp="1" noChangeArrowheads="1"/>
          </p:cNvSpPr>
          <p:nvPr>
            <p:ph type="title"/>
          </p:nvPr>
        </p:nvSpPr>
        <p:spPr>
          <a:xfrm>
            <a:off x="435429" y="420572"/>
            <a:ext cx="10408582" cy="647121"/>
          </a:xfrm>
        </p:spPr>
        <p:txBody>
          <a:bodyPr/>
          <a:lstStyle/>
          <a:p>
            <a:r>
              <a:rPr lang="en-US" altLang="en-US" dirty="0"/>
              <a:t>Submarine patent</a:t>
            </a:r>
          </a:p>
        </p:txBody>
      </p:sp>
      <p:sp>
        <p:nvSpPr>
          <p:cNvPr id="52227" name="Rectangle 3">
            <a:extLst>
              <a:ext uri="{FF2B5EF4-FFF2-40B4-BE49-F238E27FC236}">
                <a16:creationId xmlns:a16="http://schemas.microsoft.com/office/drawing/2014/main" id="{E0F454A3-6A90-1A7A-95D3-B8ADA804F176}"/>
              </a:ext>
            </a:extLst>
          </p:cNvPr>
          <p:cNvSpPr>
            <a:spLocks noGrp="1" noChangeArrowheads="1"/>
          </p:cNvSpPr>
          <p:nvPr>
            <p:ph idx="1"/>
          </p:nvPr>
        </p:nvSpPr>
        <p:spPr>
          <a:xfrm>
            <a:off x="435430" y="1436914"/>
            <a:ext cx="11306806" cy="4513125"/>
          </a:xfrm>
        </p:spPr>
        <p:txBody>
          <a:bodyPr/>
          <a:lstStyle/>
          <a:p>
            <a:r>
              <a:rPr lang="en-US" b="1" dirty="0"/>
              <a:t>Submarine Patent</a:t>
            </a:r>
            <a:r>
              <a:rPr lang="en-US" dirty="0"/>
              <a:t> is a patent that stays hidden for years after filing and later “surfaces” to claim rights or royalties once others start using the same technology.</a:t>
            </a:r>
          </a:p>
          <a:p>
            <a:r>
              <a:rPr lang="en-US" dirty="0"/>
              <a:t>Why it’s called “Submarine”: Because it stays underwater (hidden) for years and then suddenly surfaces to attack others with legal claims — just like a submarine.</a:t>
            </a:r>
          </a:p>
          <a:p>
            <a:endParaRPr lang="en-US" altLang="en-US" dirty="0"/>
          </a:p>
        </p:txBody>
      </p:sp>
      <p:sp>
        <p:nvSpPr>
          <p:cNvPr id="4" name="Footer Placeholder 3">
            <a:extLst>
              <a:ext uri="{FF2B5EF4-FFF2-40B4-BE49-F238E27FC236}">
                <a16:creationId xmlns:a16="http://schemas.microsoft.com/office/drawing/2014/main" id="{E8985848-2370-E0D1-CFF8-D1616BB28E56}"/>
              </a:ext>
            </a:extLst>
          </p:cNvPr>
          <p:cNvSpPr>
            <a:spLocks noGrp="1"/>
          </p:cNvSpPr>
          <p:nvPr>
            <p:ph type="ftr" sz="quarter" idx="4294967295"/>
          </p:nvPr>
        </p:nvSpPr>
        <p:spPr>
          <a:xfrm>
            <a:off x="0" y="6554788"/>
            <a:ext cx="3771900" cy="228600"/>
          </a:xfrm>
          <a:prstGeom prst="rect">
            <a:avLst/>
          </a:prstGeom>
        </p:spPr>
        <p:txBody>
          <a:bodyPr/>
          <a:lstStyle/>
          <a:p>
            <a:pPr>
              <a:defRPr/>
            </a:pPr>
            <a:r>
              <a:rPr lang="en-US"/>
              <a:t>Ethics in Information Technology, Fourth Edition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15D9F-B071-4816-8D44-38C452A9A315}"/>
              </a:ext>
            </a:extLst>
          </p:cNvPr>
          <p:cNvSpPr>
            <a:spLocks noGrp="1"/>
          </p:cNvSpPr>
          <p:nvPr>
            <p:ph type="title"/>
          </p:nvPr>
        </p:nvSpPr>
        <p:spPr/>
        <p:txBody>
          <a:bodyPr/>
          <a:lstStyle/>
          <a:p>
            <a:r>
              <a:rPr lang="en-US" dirty="0"/>
              <a:t>Example</a:t>
            </a:r>
            <a:endParaRPr lang="en-PK" dirty="0"/>
          </a:p>
        </p:txBody>
      </p:sp>
      <p:sp>
        <p:nvSpPr>
          <p:cNvPr id="3" name="Content Placeholder 2">
            <a:extLst>
              <a:ext uri="{FF2B5EF4-FFF2-40B4-BE49-F238E27FC236}">
                <a16:creationId xmlns:a16="http://schemas.microsoft.com/office/drawing/2014/main" id="{5AEA6802-1F70-4980-B90E-D3E9AF989F6D}"/>
              </a:ext>
            </a:extLst>
          </p:cNvPr>
          <p:cNvSpPr>
            <a:spLocks noGrp="1"/>
          </p:cNvSpPr>
          <p:nvPr>
            <p:ph idx="1"/>
          </p:nvPr>
        </p:nvSpPr>
        <p:spPr/>
        <p:txBody>
          <a:bodyPr/>
          <a:lstStyle/>
          <a:p>
            <a:pPr marL="0" indent="0">
              <a:buNone/>
            </a:pPr>
            <a:r>
              <a:rPr lang="en-US" dirty="0"/>
              <a:t>An inventor files a patent for a computer networking method but delays its approval process for many years. When the technology becomes common in the industry, the patent is approved — and the inventor demands money from companies using that method.</a:t>
            </a:r>
          </a:p>
          <a:p>
            <a:pPr marL="0" indent="0">
              <a:buNone/>
            </a:pPr>
            <a:r>
              <a:rPr lang="en-US" dirty="0">
                <a:solidFill>
                  <a:srgbClr val="FF0000"/>
                </a:solidFill>
              </a:rPr>
              <a:t>→ This is a submarine patent.</a:t>
            </a:r>
            <a:endParaRPr lang="en-PK" dirty="0">
              <a:solidFill>
                <a:srgbClr val="FF0000"/>
              </a:solidFill>
            </a:endParaRPr>
          </a:p>
        </p:txBody>
      </p:sp>
      <p:sp>
        <p:nvSpPr>
          <p:cNvPr id="4" name="Slide Number Placeholder 3">
            <a:extLst>
              <a:ext uri="{FF2B5EF4-FFF2-40B4-BE49-F238E27FC236}">
                <a16:creationId xmlns:a16="http://schemas.microsoft.com/office/drawing/2014/main" id="{18884353-1612-460A-AA13-D185818FB112}"/>
              </a:ext>
            </a:extLst>
          </p:cNvPr>
          <p:cNvSpPr>
            <a:spLocks noGrp="1"/>
          </p:cNvSpPr>
          <p:nvPr>
            <p:ph type="sldNum" sz="quarter" idx="12"/>
          </p:nvPr>
        </p:nvSpPr>
        <p:spPr/>
        <p:txBody>
          <a:bodyPr/>
          <a:lstStyle/>
          <a:p>
            <a:pPr>
              <a:defRPr/>
            </a:pPr>
            <a:fld id="{A3ACB5C1-21FF-4B0B-93FC-A7F2195E8F7F}" type="slidenum">
              <a:rPr lang="en-US" altLang="en-US" smtClean="0"/>
              <a:pPr>
                <a:defRPr/>
              </a:pPr>
              <a:t>35</a:t>
            </a:fld>
            <a:endParaRPr lang="en-US" altLang="en-US" sz="2000"/>
          </a:p>
        </p:txBody>
      </p:sp>
    </p:spTree>
    <p:extLst>
      <p:ext uri="{BB962C8B-B14F-4D97-AF65-F5344CB8AC3E}">
        <p14:creationId xmlns:p14="http://schemas.microsoft.com/office/powerpoint/2010/main" val="16055622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74276-8AC8-DC35-B48E-18EA33EF65B4}"/>
              </a:ext>
            </a:extLst>
          </p:cNvPr>
          <p:cNvSpPr>
            <a:spLocks noGrp="1"/>
          </p:cNvSpPr>
          <p:nvPr>
            <p:ph type="title"/>
          </p:nvPr>
        </p:nvSpPr>
        <p:spPr>
          <a:xfrm>
            <a:off x="435429" y="420572"/>
            <a:ext cx="10408582" cy="647121"/>
          </a:xfrm>
        </p:spPr>
        <p:txBody>
          <a:bodyPr/>
          <a:lstStyle/>
          <a:p>
            <a:r>
              <a:rPr lang="en-US" dirty="0"/>
              <a:t>Example</a:t>
            </a:r>
          </a:p>
        </p:txBody>
      </p:sp>
      <p:sp>
        <p:nvSpPr>
          <p:cNvPr id="54275" name="Content Placeholder 2">
            <a:extLst>
              <a:ext uri="{FF2B5EF4-FFF2-40B4-BE49-F238E27FC236}">
                <a16:creationId xmlns:a16="http://schemas.microsoft.com/office/drawing/2014/main" id="{0691D416-810D-E304-9855-DE299A386BAC}"/>
              </a:ext>
            </a:extLst>
          </p:cNvPr>
          <p:cNvSpPr>
            <a:spLocks noGrp="1" noChangeArrowheads="1"/>
          </p:cNvSpPr>
          <p:nvPr>
            <p:ph idx="1"/>
          </p:nvPr>
        </p:nvSpPr>
        <p:spPr>
          <a:xfrm>
            <a:off x="435430" y="1436914"/>
            <a:ext cx="11306806" cy="4513125"/>
          </a:xfrm>
        </p:spPr>
        <p:txBody>
          <a:bodyPr>
            <a:normAutofit/>
          </a:bodyPr>
          <a:lstStyle/>
          <a:p>
            <a:pPr marL="0" indent="0" algn="just">
              <a:buNone/>
            </a:pPr>
            <a:r>
              <a:rPr lang="en-US" altLang="en-US" sz="2400" dirty="0"/>
              <a:t>An inventor or company may be able to predict the future direction of a particular technology, or the activities of their competitors. In doing so, a patent application could be filed in the US which is not allowed to proceed to grant, but rather is kept pending. Because there was no pre-grant publication of patent applications in the US before 2000, a third party may then develop a product, which is covered by the scope of the submarine patent, unaware of the pending application. Once the product is on the market, the patent application can then be allowed to proceed to grant. The patentee can then demand a royalty from the unsuspecting third party.</a:t>
            </a:r>
          </a:p>
        </p:txBody>
      </p:sp>
      <p:sp>
        <p:nvSpPr>
          <p:cNvPr id="5" name="Slide Number Placeholder 4">
            <a:extLst>
              <a:ext uri="{FF2B5EF4-FFF2-40B4-BE49-F238E27FC236}">
                <a16:creationId xmlns:a16="http://schemas.microsoft.com/office/drawing/2014/main" id="{B9D5D1D5-846D-C180-BB28-8BCA9AAF3432}"/>
              </a:ext>
            </a:extLst>
          </p:cNvPr>
          <p:cNvSpPr>
            <a:spLocks noGrp="1"/>
          </p:cNvSpPr>
          <p:nvPr>
            <p:ph type="sldNum" sz="quarter" idx="12"/>
          </p:nvPr>
        </p:nvSpPr>
        <p:spPr>
          <a:xfrm>
            <a:off x="11523612" y="6432265"/>
            <a:ext cx="580572" cy="365125"/>
          </a:xfrm>
        </p:spPr>
        <p:txBody>
          <a:bodyPr/>
          <a:lstStyle/>
          <a:p>
            <a:r>
              <a:rPr lang="en-US" altLang="en-US" dirty="0"/>
              <a:t>16</a:t>
            </a:r>
          </a:p>
        </p:txBody>
      </p:sp>
      <p:sp>
        <p:nvSpPr>
          <p:cNvPr id="4" name="Footer Placeholder 3">
            <a:extLst>
              <a:ext uri="{FF2B5EF4-FFF2-40B4-BE49-F238E27FC236}">
                <a16:creationId xmlns:a16="http://schemas.microsoft.com/office/drawing/2014/main" id="{64976732-6284-9FC9-18A0-DB4E924E28B1}"/>
              </a:ext>
            </a:extLst>
          </p:cNvPr>
          <p:cNvSpPr>
            <a:spLocks noGrp="1"/>
          </p:cNvSpPr>
          <p:nvPr>
            <p:ph type="ftr" sz="quarter" idx="4294967295"/>
          </p:nvPr>
        </p:nvSpPr>
        <p:spPr>
          <a:xfrm>
            <a:off x="97341" y="6500527"/>
            <a:ext cx="3771900" cy="228600"/>
          </a:xfrm>
          <a:prstGeom prst="rect">
            <a:avLst/>
          </a:prstGeom>
        </p:spPr>
        <p:txBody>
          <a:bodyPr/>
          <a:lstStyle/>
          <a:p>
            <a:pPr>
              <a:defRPr/>
            </a:pPr>
            <a:r>
              <a:rPr lang="en-US" sz="1200" dirty="0">
                <a:solidFill>
                  <a:schemeClr val="bg1"/>
                </a:solidFill>
              </a:rPr>
              <a:t>Ethics in Information Technology, Fourth Edition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B2E00-8DED-282B-14EC-B7C3D77B56EF}"/>
              </a:ext>
            </a:extLst>
          </p:cNvPr>
          <p:cNvSpPr>
            <a:spLocks noGrp="1"/>
          </p:cNvSpPr>
          <p:nvPr>
            <p:ph type="title"/>
          </p:nvPr>
        </p:nvSpPr>
        <p:spPr>
          <a:xfrm>
            <a:off x="435429" y="420572"/>
            <a:ext cx="10408582" cy="647121"/>
          </a:xfrm>
        </p:spPr>
        <p:txBody>
          <a:bodyPr/>
          <a:lstStyle/>
          <a:p>
            <a:r>
              <a:rPr lang="en-US" dirty="0"/>
              <a:t>Example</a:t>
            </a:r>
          </a:p>
        </p:txBody>
      </p:sp>
      <p:sp>
        <p:nvSpPr>
          <p:cNvPr id="55299" name="Content Placeholder 2">
            <a:extLst>
              <a:ext uri="{FF2B5EF4-FFF2-40B4-BE49-F238E27FC236}">
                <a16:creationId xmlns:a16="http://schemas.microsoft.com/office/drawing/2014/main" id="{B5BC7847-35B1-213F-D642-D1EFD5ABB312}"/>
              </a:ext>
            </a:extLst>
          </p:cNvPr>
          <p:cNvSpPr>
            <a:spLocks noGrp="1" noChangeArrowheads="1"/>
          </p:cNvSpPr>
          <p:nvPr>
            <p:ph idx="1"/>
          </p:nvPr>
        </p:nvSpPr>
        <p:spPr>
          <a:xfrm>
            <a:off x="435430" y="1436914"/>
            <a:ext cx="11306806" cy="4513125"/>
          </a:xfrm>
        </p:spPr>
        <p:txBody>
          <a:bodyPr>
            <a:normAutofit/>
          </a:bodyPr>
          <a:lstStyle/>
          <a:p>
            <a:pPr marL="0" indent="0" algn="just">
              <a:buNone/>
            </a:pPr>
            <a:r>
              <a:rPr lang="en-US" altLang="en-US" sz="2400" dirty="0"/>
              <a:t>For example, under the old system, someone in 1950 could have filed a patent on, say, a packet-based computer network router, though there were as yet hardly any computers to speak of. By requesting repeated "continuations" during the patent application process, the filer could force the patent to be delayed indefinitely until packet-based routers started to come onto the market, say in 1970. The filer then stops requesting continuations, the patent issues, and the patent-seeker can collect royalties on network routers for 17 years from that point, until 1987</a:t>
            </a:r>
          </a:p>
        </p:txBody>
      </p:sp>
      <p:sp>
        <p:nvSpPr>
          <p:cNvPr id="5" name="Slide Number Placeholder 4">
            <a:extLst>
              <a:ext uri="{FF2B5EF4-FFF2-40B4-BE49-F238E27FC236}">
                <a16:creationId xmlns:a16="http://schemas.microsoft.com/office/drawing/2014/main" id="{359E63A2-3258-24AD-CF55-8B38A02CD431}"/>
              </a:ext>
            </a:extLst>
          </p:cNvPr>
          <p:cNvSpPr>
            <a:spLocks noGrp="1"/>
          </p:cNvSpPr>
          <p:nvPr>
            <p:ph type="sldNum" sz="quarter" idx="12"/>
          </p:nvPr>
        </p:nvSpPr>
        <p:spPr>
          <a:xfrm>
            <a:off x="11523612" y="6432265"/>
            <a:ext cx="580572" cy="365125"/>
          </a:xfrm>
        </p:spPr>
        <p:txBody>
          <a:bodyPr/>
          <a:lstStyle/>
          <a:p>
            <a:r>
              <a:rPr lang="en-US" altLang="en-US" dirty="0"/>
              <a:t>15</a:t>
            </a:r>
          </a:p>
        </p:txBody>
      </p:sp>
      <p:sp>
        <p:nvSpPr>
          <p:cNvPr id="4" name="Footer Placeholder 3">
            <a:extLst>
              <a:ext uri="{FF2B5EF4-FFF2-40B4-BE49-F238E27FC236}">
                <a16:creationId xmlns:a16="http://schemas.microsoft.com/office/drawing/2014/main" id="{AD5C5B42-DBBF-62FB-09B4-33D52C387309}"/>
              </a:ext>
            </a:extLst>
          </p:cNvPr>
          <p:cNvSpPr>
            <a:spLocks noGrp="1"/>
          </p:cNvSpPr>
          <p:nvPr>
            <p:ph type="ftr" sz="quarter" idx="4294967295"/>
          </p:nvPr>
        </p:nvSpPr>
        <p:spPr>
          <a:xfrm>
            <a:off x="116391" y="6500527"/>
            <a:ext cx="3771900" cy="228600"/>
          </a:xfrm>
          <a:prstGeom prst="rect">
            <a:avLst/>
          </a:prstGeom>
        </p:spPr>
        <p:txBody>
          <a:bodyPr/>
          <a:lstStyle/>
          <a:p>
            <a:pPr>
              <a:defRPr/>
            </a:pPr>
            <a:r>
              <a:rPr lang="en-US" sz="1200" dirty="0">
                <a:solidFill>
                  <a:schemeClr val="bg1"/>
                </a:solidFill>
              </a:rPr>
              <a:t>Ethics in Information Technology, Fourth Edition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DEFBF4E-2D32-435E-9CEA-4C8B71A7C6D0}"/>
              </a:ext>
            </a:extLst>
          </p:cNvPr>
          <p:cNvSpPr>
            <a:spLocks noGrp="1"/>
          </p:cNvSpPr>
          <p:nvPr>
            <p:ph type="ctrTitle"/>
          </p:nvPr>
        </p:nvSpPr>
        <p:spPr/>
        <p:txBody>
          <a:bodyPr/>
          <a:lstStyle/>
          <a:p>
            <a:r>
              <a:rPr lang="en-US" dirty="0"/>
              <a:t>Patent Farming/troll</a:t>
            </a:r>
            <a:endParaRPr lang="en-PK" dirty="0"/>
          </a:p>
        </p:txBody>
      </p:sp>
      <p:sp>
        <p:nvSpPr>
          <p:cNvPr id="4" name="Slide Number Placeholder 3">
            <a:extLst>
              <a:ext uri="{FF2B5EF4-FFF2-40B4-BE49-F238E27FC236}">
                <a16:creationId xmlns:a16="http://schemas.microsoft.com/office/drawing/2014/main" id="{96C9CA95-CDF8-46DE-BD85-4B2E8C8E5879}"/>
              </a:ext>
            </a:extLst>
          </p:cNvPr>
          <p:cNvSpPr>
            <a:spLocks noGrp="1"/>
          </p:cNvSpPr>
          <p:nvPr>
            <p:ph type="sldNum" sz="quarter" idx="4294967295"/>
          </p:nvPr>
        </p:nvSpPr>
        <p:spPr>
          <a:xfrm>
            <a:off x="11610975" y="6432550"/>
            <a:ext cx="581025" cy="365125"/>
          </a:xfrm>
        </p:spPr>
        <p:txBody>
          <a:bodyPr/>
          <a:lstStyle/>
          <a:p>
            <a:pPr>
              <a:defRPr/>
            </a:pPr>
            <a:fld id="{A3ACB5C1-21FF-4B0B-93FC-A7F2195E8F7F}" type="slidenum">
              <a:rPr lang="en-US" altLang="en-US" smtClean="0"/>
              <a:pPr>
                <a:defRPr/>
              </a:pPr>
              <a:t>38</a:t>
            </a:fld>
            <a:endParaRPr lang="en-US" altLang="en-US" sz="2000"/>
          </a:p>
        </p:txBody>
      </p:sp>
    </p:spTree>
    <p:extLst>
      <p:ext uri="{BB962C8B-B14F-4D97-AF65-F5344CB8AC3E}">
        <p14:creationId xmlns:p14="http://schemas.microsoft.com/office/powerpoint/2010/main" val="28592815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26">
            <a:extLst>
              <a:ext uri="{FF2B5EF4-FFF2-40B4-BE49-F238E27FC236}">
                <a16:creationId xmlns:a16="http://schemas.microsoft.com/office/drawing/2014/main" id="{AC5E6707-0D4F-904B-7A5D-423B38B90C06}"/>
              </a:ext>
            </a:extLst>
          </p:cNvPr>
          <p:cNvSpPr>
            <a:spLocks noGrp="1" noChangeArrowheads="1"/>
          </p:cNvSpPr>
          <p:nvPr>
            <p:ph type="title"/>
          </p:nvPr>
        </p:nvSpPr>
        <p:spPr>
          <a:xfrm>
            <a:off x="435429" y="420572"/>
            <a:ext cx="10408582" cy="647121"/>
          </a:xfrm>
        </p:spPr>
        <p:txBody>
          <a:bodyPr/>
          <a:lstStyle/>
          <a:p>
            <a:r>
              <a:rPr lang="en-US" altLang="en-US" dirty="0"/>
              <a:t>Patent Farming/troll</a:t>
            </a:r>
          </a:p>
        </p:txBody>
      </p:sp>
      <p:sp>
        <p:nvSpPr>
          <p:cNvPr id="36867" name="Rectangle 1027">
            <a:extLst>
              <a:ext uri="{FF2B5EF4-FFF2-40B4-BE49-F238E27FC236}">
                <a16:creationId xmlns:a16="http://schemas.microsoft.com/office/drawing/2014/main" id="{3698A284-17E5-493F-FF8E-8B5FE5F06C56}"/>
              </a:ext>
            </a:extLst>
          </p:cNvPr>
          <p:cNvSpPr>
            <a:spLocks noGrp="1" noChangeArrowheads="1"/>
          </p:cNvSpPr>
          <p:nvPr>
            <p:ph idx="1"/>
          </p:nvPr>
        </p:nvSpPr>
        <p:spPr>
          <a:xfrm>
            <a:off x="435430" y="2209800"/>
            <a:ext cx="11306806" cy="3740239"/>
          </a:xfrm>
        </p:spPr>
        <p:txBody>
          <a:bodyPr rtlCol="0">
            <a:normAutofit fontScale="92500" lnSpcReduction="10000"/>
          </a:bodyPr>
          <a:lstStyle/>
          <a:p>
            <a:pPr algn="just"/>
            <a:r>
              <a:rPr lang="en-US" sz="2400" b="1" dirty="0"/>
              <a:t>Patent Farming (Patent Trolling)</a:t>
            </a:r>
            <a:r>
              <a:rPr lang="en-US" sz="2400" dirty="0"/>
              <a:t> is when a person or company earns money by </a:t>
            </a:r>
            <a:r>
              <a:rPr lang="en-US" sz="2400" b="1" dirty="0"/>
              <a:t>suing others for patent infringement</a:t>
            </a:r>
            <a:r>
              <a:rPr lang="en-US" sz="2400" dirty="0"/>
              <a:t> instead of using the patent to produce or innovate.</a:t>
            </a:r>
          </a:p>
          <a:p>
            <a:r>
              <a:rPr lang="en-US" sz="2400" dirty="0"/>
              <a:t>The entity engaged in this practice is typically called a </a:t>
            </a:r>
            <a:r>
              <a:rPr lang="en-US" sz="2400" b="1" dirty="0"/>
              <a:t>Patent Assertion Entity (PAE)</a:t>
            </a:r>
            <a:r>
              <a:rPr lang="en-US" sz="2400" dirty="0"/>
              <a:t>, or a "</a:t>
            </a:r>
            <a:r>
              <a:rPr lang="en-US" sz="2400" b="1" dirty="0"/>
              <a:t>Patent Troll</a:t>
            </a:r>
            <a:r>
              <a:rPr lang="en-US" sz="2400" dirty="0"/>
              <a:t>.“</a:t>
            </a:r>
          </a:p>
          <a:p>
            <a:pPr marL="0" indent="0">
              <a:buNone/>
            </a:pPr>
            <a:endParaRPr lang="en-US" altLang="en-US" sz="2400" dirty="0"/>
          </a:p>
          <a:p>
            <a:r>
              <a:rPr lang="en-US" sz="2400" b="1" dirty="0">
                <a:solidFill>
                  <a:srgbClr val="FF0000"/>
                </a:solidFill>
              </a:rPr>
              <a:t>Example:</a:t>
            </a:r>
          </a:p>
          <a:p>
            <a:r>
              <a:rPr lang="en-US" sz="2400" dirty="0"/>
              <a:t>A company buys a patent for a simple smartphone feature (like swipe to unlock) but doesn’t make phones.</a:t>
            </a:r>
            <a:br>
              <a:rPr lang="en-US" sz="2400" dirty="0"/>
            </a:br>
            <a:r>
              <a:rPr lang="en-US" sz="2400" dirty="0"/>
              <a:t>Later, it </a:t>
            </a:r>
            <a:r>
              <a:rPr lang="en-US" sz="2400" b="1" dirty="0"/>
              <a:t>sues phone manufacturers</a:t>
            </a:r>
            <a:r>
              <a:rPr lang="en-US" sz="2400" dirty="0"/>
              <a:t> like Samsung or Apple for using that feature — just to get a financial settlement.</a:t>
            </a:r>
            <a:br>
              <a:rPr lang="en-US" sz="2400" dirty="0"/>
            </a:br>
            <a:r>
              <a:rPr lang="en-US" sz="2400" dirty="0"/>
              <a:t>→ This is </a:t>
            </a:r>
            <a:r>
              <a:rPr lang="en-US" sz="2400" b="1" dirty="0"/>
              <a:t>patent trolling</a:t>
            </a:r>
            <a:r>
              <a:rPr lang="en-US" sz="2400" dirty="0"/>
              <a:t> or </a:t>
            </a:r>
            <a:r>
              <a:rPr lang="en-US" sz="2400" b="1" dirty="0"/>
              <a:t>patent farming</a:t>
            </a:r>
            <a:r>
              <a:rPr lang="en-US" sz="2400" dirty="0"/>
              <a:t>.</a:t>
            </a:r>
          </a:p>
          <a:p>
            <a:pPr lvl="1"/>
            <a:endParaRPr lang="en-US" altLang="en-US" dirty="0"/>
          </a:p>
        </p:txBody>
      </p:sp>
      <p:sp>
        <p:nvSpPr>
          <p:cNvPr id="56325" name="Slide Number Placeholder 4">
            <a:extLst>
              <a:ext uri="{FF2B5EF4-FFF2-40B4-BE49-F238E27FC236}">
                <a16:creationId xmlns:a16="http://schemas.microsoft.com/office/drawing/2014/main" id="{414799D9-F39B-4E34-25FA-54B73AE79ACC}"/>
              </a:ext>
            </a:extLst>
          </p:cNvPr>
          <p:cNvSpPr>
            <a:spLocks noGrp="1"/>
          </p:cNvSpPr>
          <p:nvPr>
            <p:ph type="sldNum" sz="quarter" idx="12"/>
          </p:nvPr>
        </p:nvSpPr>
        <p:spPr bwMode="auto">
          <a:xfrm>
            <a:off x="11523612" y="6432265"/>
            <a:ext cx="58057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Light" panose="020F0302020204030204" pitchFamily="34" charset="0"/>
              </a:defRPr>
            </a:lvl1pPr>
            <a:lvl2pPr marL="742950" indent="-285750">
              <a:defRPr>
                <a:solidFill>
                  <a:schemeClr val="tx1"/>
                </a:solidFill>
                <a:latin typeface="Calibri Light" panose="020F0302020204030204" pitchFamily="34" charset="0"/>
              </a:defRPr>
            </a:lvl2pPr>
            <a:lvl3pPr marL="1143000" indent="-228600">
              <a:defRPr>
                <a:solidFill>
                  <a:schemeClr val="tx1"/>
                </a:solidFill>
                <a:latin typeface="Calibri Light" panose="020F0302020204030204" pitchFamily="34" charset="0"/>
              </a:defRPr>
            </a:lvl3pPr>
            <a:lvl4pPr marL="1600200" indent="-228600">
              <a:defRPr>
                <a:solidFill>
                  <a:schemeClr val="tx1"/>
                </a:solidFill>
                <a:latin typeface="Calibri Light" panose="020F0302020204030204" pitchFamily="34" charset="0"/>
              </a:defRPr>
            </a:lvl4pPr>
            <a:lvl5pPr marL="2057400" indent="-228600">
              <a:defRPr>
                <a:solidFill>
                  <a:schemeClr val="tx1"/>
                </a:solidFill>
                <a:latin typeface="Calibri Light" panose="020F0302020204030204" pitchFamily="34" charset="0"/>
              </a:defRPr>
            </a:lvl5pPr>
            <a:lvl6pPr marL="2514600" indent="-228600" defTabSz="457200" eaLnBrk="0" fontAlgn="base" hangingPunct="0">
              <a:spcBef>
                <a:spcPct val="0"/>
              </a:spcBef>
              <a:spcAft>
                <a:spcPct val="0"/>
              </a:spcAft>
              <a:defRPr>
                <a:solidFill>
                  <a:schemeClr val="tx1"/>
                </a:solidFill>
                <a:latin typeface="Calibri Light" panose="020F0302020204030204" pitchFamily="34" charset="0"/>
              </a:defRPr>
            </a:lvl6pPr>
            <a:lvl7pPr marL="2971800" indent="-228600" defTabSz="457200" eaLnBrk="0" fontAlgn="base" hangingPunct="0">
              <a:spcBef>
                <a:spcPct val="0"/>
              </a:spcBef>
              <a:spcAft>
                <a:spcPct val="0"/>
              </a:spcAft>
              <a:defRPr>
                <a:solidFill>
                  <a:schemeClr val="tx1"/>
                </a:solidFill>
                <a:latin typeface="Calibri Light" panose="020F0302020204030204" pitchFamily="34" charset="0"/>
              </a:defRPr>
            </a:lvl7pPr>
            <a:lvl8pPr marL="3429000" indent="-228600" defTabSz="457200" eaLnBrk="0" fontAlgn="base" hangingPunct="0">
              <a:spcBef>
                <a:spcPct val="0"/>
              </a:spcBef>
              <a:spcAft>
                <a:spcPct val="0"/>
              </a:spcAft>
              <a:defRPr>
                <a:solidFill>
                  <a:schemeClr val="tx1"/>
                </a:solidFill>
                <a:latin typeface="Calibri Light" panose="020F0302020204030204" pitchFamily="34" charset="0"/>
              </a:defRPr>
            </a:lvl8pPr>
            <a:lvl9pPr marL="3886200" indent="-228600" defTabSz="457200" eaLnBrk="0" fontAlgn="base" hangingPunct="0">
              <a:spcBef>
                <a:spcPct val="0"/>
              </a:spcBef>
              <a:spcAft>
                <a:spcPct val="0"/>
              </a:spcAft>
              <a:defRPr>
                <a:solidFill>
                  <a:schemeClr val="tx1"/>
                </a:solidFill>
                <a:latin typeface="Calibri Light" panose="020F0302020204030204" pitchFamily="34" charset="0"/>
              </a:defRPr>
            </a:lvl9pPr>
          </a:lstStyle>
          <a:p>
            <a:r>
              <a:rPr lang="en-US" altLang="en-US" dirty="0"/>
              <a:t>17</a:t>
            </a:r>
          </a:p>
        </p:txBody>
      </p:sp>
      <p:sp>
        <p:nvSpPr>
          <p:cNvPr id="4" name="Footer Placeholder 3">
            <a:extLst>
              <a:ext uri="{FF2B5EF4-FFF2-40B4-BE49-F238E27FC236}">
                <a16:creationId xmlns:a16="http://schemas.microsoft.com/office/drawing/2014/main" id="{453CACCC-81D3-15E4-6200-7661FC4FBF41}"/>
              </a:ext>
            </a:extLst>
          </p:cNvPr>
          <p:cNvSpPr>
            <a:spLocks noGrp="1"/>
          </p:cNvSpPr>
          <p:nvPr>
            <p:ph type="ftr" sz="quarter" idx="4294967295"/>
          </p:nvPr>
        </p:nvSpPr>
        <p:spPr>
          <a:xfrm>
            <a:off x="0" y="6554788"/>
            <a:ext cx="3771900" cy="228600"/>
          </a:xfrm>
          <a:prstGeom prst="rect">
            <a:avLst/>
          </a:prstGeom>
        </p:spPr>
        <p:txBody>
          <a:bodyPr/>
          <a:lstStyle/>
          <a:p>
            <a:pPr>
              <a:defRPr/>
            </a:pPr>
            <a:r>
              <a:rPr lang="en-US" sz="1100" dirty="0">
                <a:solidFill>
                  <a:schemeClr val="bg1"/>
                </a:solidFill>
              </a:rPr>
              <a:t>Ethics in Information Technology, Fourth Edition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1D2F3-CBED-AD47-692F-90030CE91779}"/>
              </a:ext>
            </a:extLst>
          </p:cNvPr>
          <p:cNvSpPr>
            <a:spLocks noGrp="1"/>
          </p:cNvSpPr>
          <p:nvPr>
            <p:ph type="title"/>
          </p:nvPr>
        </p:nvSpPr>
        <p:spPr/>
        <p:txBody>
          <a:bodyPr>
            <a:normAutofit/>
          </a:bodyPr>
          <a:lstStyle/>
          <a:p>
            <a:r>
              <a:rPr lang="en-US" altLang="en-US" dirty="0"/>
              <a:t>Patent Troll , </a:t>
            </a:r>
            <a:r>
              <a:rPr lang="en-US" b="1" dirty="0"/>
              <a:t>How It Works</a:t>
            </a:r>
            <a:endParaRPr lang="en-US" dirty="0"/>
          </a:p>
        </p:txBody>
      </p:sp>
      <p:sp>
        <p:nvSpPr>
          <p:cNvPr id="3" name="Content Placeholder 2">
            <a:extLst>
              <a:ext uri="{FF2B5EF4-FFF2-40B4-BE49-F238E27FC236}">
                <a16:creationId xmlns:a16="http://schemas.microsoft.com/office/drawing/2014/main" id="{3D4D119C-F108-2F6E-6E16-A463499535E6}"/>
              </a:ext>
            </a:extLst>
          </p:cNvPr>
          <p:cNvSpPr>
            <a:spLocks noGrp="1"/>
          </p:cNvSpPr>
          <p:nvPr>
            <p:ph idx="1"/>
          </p:nvPr>
        </p:nvSpPr>
        <p:spPr/>
        <p:txBody>
          <a:bodyPr>
            <a:normAutofit/>
          </a:bodyPr>
          <a:lstStyle/>
          <a:p>
            <a:pPr lvl="0"/>
            <a:r>
              <a:rPr lang="en-US" sz="2000" b="1" dirty="0"/>
              <a:t>Acquisition:</a:t>
            </a:r>
            <a:r>
              <a:rPr lang="en-US" sz="2000" dirty="0"/>
              <a:t> The PAE acquires patents. This can be done through:</a:t>
            </a:r>
          </a:p>
          <a:p>
            <a:pPr lvl="1"/>
            <a:r>
              <a:rPr lang="en-US" sz="2000" b="1" dirty="0"/>
              <a:t>Internal R&amp;D:</a:t>
            </a:r>
            <a:r>
              <a:rPr lang="en-US" sz="2000" dirty="0"/>
              <a:t> (Less common) Funding small teams to invent and file patents specifically for the portfolio.</a:t>
            </a:r>
          </a:p>
          <a:p>
            <a:pPr lvl="1"/>
            <a:r>
              <a:rPr lang="en-US" sz="2000" b="1" dirty="0"/>
              <a:t>Purchase:</a:t>
            </a:r>
            <a:r>
              <a:rPr lang="en-US" sz="2000" dirty="0"/>
              <a:t> Buying patents from bankrupt companies, individual inventors, or large corporations that no longer see value in them. These are often patents for older, foundational technologies.</a:t>
            </a:r>
          </a:p>
          <a:p>
            <a:pPr lvl="1"/>
            <a:r>
              <a:rPr lang="en-US" sz="2000" b="1" dirty="0"/>
              <a:t>Filing:</a:t>
            </a:r>
            <a:r>
              <a:rPr lang="en-US" sz="2000" dirty="0"/>
              <a:t> Prolific filing of patents on very broad or incremental ideas.</a:t>
            </a:r>
          </a:p>
          <a:p>
            <a:pPr lvl="0"/>
            <a:r>
              <a:rPr lang="en-US" sz="2000" b="1" dirty="0"/>
              <a:t>Aggregation:</a:t>
            </a:r>
            <a:r>
              <a:rPr lang="en-US" sz="2000" dirty="0"/>
              <a:t> The PAE builds a large, dense portfolio of patents, often related to a specific technology area (e.g., Wi-Fi, image compression, smartphone features).</a:t>
            </a:r>
          </a:p>
          <a:p>
            <a:pPr lvl="0"/>
            <a:r>
              <a:rPr lang="en-US" sz="2000" b="1" dirty="0"/>
              <a:t>Monitoring &amp; Analysis:</a:t>
            </a:r>
            <a:r>
              <a:rPr lang="en-US" sz="2000" dirty="0"/>
              <a:t> The PAE monitors the market for companies that are successfully using technology that may potentially infringe on one or more patents in their portfolio.</a:t>
            </a:r>
          </a:p>
          <a:p>
            <a:r>
              <a:rPr lang="en-US" sz="2000" b="1" dirty="0"/>
              <a:t>Monetization (The "Harvest"):</a:t>
            </a:r>
            <a:r>
              <a:rPr lang="en-US" sz="2000" dirty="0"/>
              <a:t> This is the core of the business model. The PAE approaches the target company and demands payment</a:t>
            </a:r>
          </a:p>
        </p:txBody>
      </p:sp>
      <p:sp>
        <p:nvSpPr>
          <p:cNvPr id="4" name="Slide Number Placeholder 3">
            <a:extLst>
              <a:ext uri="{FF2B5EF4-FFF2-40B4-BE49-F238E27FC236}">
                <a16:creationId xmlns:a16="http://schemas.microsoft.com/office/drawing/2014/main" id="{C3B1E1A1-D0D8-3911-DDB6-0A8F99CFC68B}"/>
              </a:ext>
            </a:extLst>
          </p:cNvPr>
          <p:cNvSpPr>
            <a:spLocks noGrp="1"/>
          </p:cNvSpPr>
          <p:nvPr>
            <p:ph type="sldNum" sz="quarter" idx="12"/>
          </p:nvPr>
        </p:nvSpPr>
        <p:spPr/>
        <p:txBody>
          <a:bodyPr/>
          <a:lstStyle/>
          <a:p>
            <a:pPr>
              <a:defRPr/>
            </a:pPr>
            <a:fld id="{A3ACB5C1-21FF-4B0B-93FC-A7F2195E8F7F}" type="slidenum">
              <a:rPr lang="en-US" altLang="en-US" smtClean="0"/>
              <a:pPr>
                <a:defRPr/>
              </a:pPr>
              <a:t>40</a:t>
            </a:fld>
            <a:endParaRPr lang="en-US" altLang="en-US" sz="2000"/>
          </a:p>
        </p:txBody>
      </p:sp>
    </p:spTree>
    <p:extLst>
      <p:ext uri="{BB962C8B-B14F-4D97-AF65-F5344CB8AC3E}">
        <p14:creationId xmlns:p14="http://schemas.microsoft.com/office/powerpoint/2010/main" val="31284172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4C48F62-DB2D-455F-BF82-4DE3174145C8}"/>
              </a:ext>
            </a:extLst>
          </p:cNvPr>
          <p:cNvSpPr>
            <a:spLocks noGrp="1"/>
          </p:cNvSpPr>
          <p:nvPr>
            <p:ph type="ctrTitle"/>
          </p:nvPr>
        </p:nvSpPr>
        <p:spPr/>
        <p:txBody>
          <a:bodyPr/>
          <a:lstStyle/>
          <a:p>
            <a:r>
              <a:rPr lang="en-US" dirty="0"/>
              <a:t>Trade Secrets</a:t>
            </a:r>
            <a:endParaRPr lang="en-PK" dirty="0"/>
          </a:p>
        </p:txBody>
      </p:sp>
      <p:sp>
        <p:nvSpPr>
          <p:cNvPr id="4" name="Slide Number Placeholder 3">
            <a:extLst>
              <a:ext uri="{FF2B5EF4-FFF2-40B4-BE49-F238E27FC236}">
                <a16:creationId xmlns:a16="http://schemas.microsoft.com/office/drawing/2014/main" id="{FDDB1A5A-AF9D-42F2-8CE8-2ECCBB43A572}"/>
              </a:ext>
            </a:extLst>
          </p:cNvPr>
          <p:cNvSpPr>
            <a:spLocks noGrp="1"/>
          </p:cNvSpPr>
          <p:nvPr>
            <p:ph type="sldNum" sz="quarter" idx="4294967295"/>
          </p:nvPr>
        </p:nvSpPr>
        <p:spPr>
          <a:xfrm>
            <a:off x="11610975" y="6432550"/>
            <a:ext cx="581025" cy="365125"/>
          </a:xfrm>
        </p:spPr>
        <p:txBody>
          <a:bodyPr/>
          <a:lstStyle/>
          <a:p>
            <a:pPr>
              <a:defRPr/>
            </a:pPr>
            <a:fld id="{A3ACB5C1-21FF-4B0B-93FC-A7F2195E8F7F}" type="slidenum">
              <a:rPr lang="en-US" altLang="en-US" smtClean="0"/>
              <a:pPr>
                <a:defRPr/>
              </a:pPr>
              <a:t>41</a:t>
            </a:fld>
            <a:endParaRPr lang="en-US" altLang="en-US" sz="2000"/>
          </a:p>
        </p:txBody>
      </p:sp>
    </p:spTree>
    <p:extLst>
      <p:ext uri="{BB962C8B-B14F-4D97-AF65-F5344CB8AC3E}">
        <p14:creationId xmlns:p14="http://schemas.microsoft.com/office/powerpoint/2010/main" val="17287979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0E5DC110-8902-B88F-34D2-9AC1B67613BD}"/>
              </a:ext>
            </a:extLst>
          </p:cNvPr>
          <p:cNvSpPr>
            <a:spLocks noGrp="1" noChangeArrowheads="1"/>
          </p:cNvSpPr>
          <p:nvPr>
            <p:ph type="title"/>
          </p:nvPr>
        </p:nvSpPr>
        <p:spPr>
          <a:xfrm>
            <a:off x="435429" y="420572"/>
            <a:ext cx="10408582" cy="647121"/>
          </a:xfrm>
        </p:spPr>
        <p:txBody>
          <a:bodyPr/>
          <a:lstStyle/>
          <a:p>
            <a:r>
              <a:rPr lang="en-US" altLang="en-US"/>
              <a:t>Trade Secrets</a:t>
            </a:r>
          </a:p>
        </p:txBody>
      </p:sp>
      <p:sp>
        <p:nvSpPr>
          <p:cNvPr id="60419" name="Rectangle 3">
            <a:extLst>
              <a:ext uri="{FF2B5EF4-FFF2-40B4-BE49-F238E27FC236}">
                <a16:creationId xmlns:a16="http://schemas.microsoft.com/office/drawing/2014/main" id="{785A3B6F-3E29-D281-E20E-03205F824CF5}"/>
              </a:ext>
            </a:extLst>
          </p:cNvPr>
          <p:cNvSpPr>
            <a:spLocks noGrp="1" noChangeArrowheads="1"/>
          </p:cNvSpPr>
          <p:nvPr>
            <p:ph idx="1"/>
          </p:nvPr>
        </p:nvSpPr>
        <p:spPr>
          <a:xfrm>
            <a:off x="435430" y="1436914"/>
            <a:ext cx="11306806" cy="4513125"/>
          </a:xfrm>
        </p:spPr>
        <p:txBody>
          <a:bodyPr>
            <a:normAutofit/>
          </a:bodyPr>
          <a:lstStyle/>
          <a:p>
            <a:r>
              <a:rPr lang="en-US" sz="2200" b="1" dirty="0"/>
              <a:t>Trade Secret</a:t>
            </a:r>
            <a:r>
              <a:rPr lang="en-US" sz="2200" dirty="0"/>
              <a:t> is confidential business information, such as a formula, process, or strategy, that gives a company a competitive advantage and is protected by keeping it secret.</a:t>
            </a:r>
          </a:p>
          <a:p>
            <a:endParaRPr lang="en-US" sz="2200" dirty="0"/>
          </a:p>
          <a:p>
            <a:r>
              <a:rPr lang="en-US" sz="2200" b="1" dirty="0"/>
              <a:t>Examples:</a:t>
            </a:r>
          </a:p>
          <a:p>
            <a:pPr>
              <a:buFont typeface="+mj-lt"/>
              <a:buAutoNum type="arabicPeriod"/>
            </a:pPr>
            <a:r>
              <a:rPr lang="en-US" sz="2200" dirty="0"/>
              <a:t> The Coca-Cola formula (exact recipe of the drink).</a:t>
            </a:r>
          </a:p>
          <a:p>
            <a:pPr>
              <a:buFont typeface="+mj-lt"/>
              <a:buAutoNum type="arabicPeriod"/>
            </a:pPr>
            <a:r>
              <a:rPr lang="en-US" sz="2200" dirty="0"/>
              <a:t> Google’s search algorithm.</a:t>
            </a:r>
          </a:p>
          <a:p>
            <a:pPr>
              <a:buFont typeface="+mj-lt"/>
              <a:buAutoNum type="arabicPeriod"/>
            </a:pPr>
            <a:r>
              <a:rPr lang="en-US" sz="2200" dirty="0"/>
              <a:t> KFC’s blend of 11 herbs and spices</a:t>
            </a:r>
            <a:r>
              <a:rPr lang="en-US" sz="2200" b="1" dirty="0"/>
              <a:t>.</a:t>
            </a:r>
            <a:endParaRPr lang="en-US" sz="2200" dirty="0"/>
          </a:p>
          <a:p>
            <a:pPr>
              <a:buFont typeface="+mj-lt"/>
              <a:buAutoNum type="arabicPeriod"/>
            </a:pPr>
            <a:r>
              <a:rPr lang="en-US" sz="2200" dirty="0"/>
              <a:t>  A company’s customer list or marketing strategy.</a:t>
            </a:r>
          </a:p>
          <a:p>
            <a:endParaRPr lang="en-US" altLang="en-US" sz="2000" dirty="0"/>
          </a:p>
        </p:txBody>
      </p:sp>
      <p:sp>
        <p:nvSpPr>
          <p:cNvPr id="60421" name="Slide Number Placeholder 4">
            <a:extLst>
              <a:ext uri="{FF2B5EF4-FFF2-40B4-BE49-F238E27FC236}">
                <a16:creationId xmlns:a16="http://schemas.microsoft.com/office/drawing/2014/main" id="{5D48B992-5542-1BF6-794D-3BE7B21500AA}"/>
              </a:ext>
            </a:extLst>
          </p:cNvPr>
          <p:cNvSpPr>
            <a:spLocks noGrp="1"/>
          </p:cNvSpPr>
          <p:nvPr>
            <p:ph type="sldNum" sz="quarter" idx="12"/>
          </p:nvPr>
        </p:nvSpPr>
        <p:spPr bwMode="auto">
          <a:xfrm>
            <a:off x="11523612" y="6432265"/>
            <a:ext cx="58057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Light" panose="020F0302020204030204" pitchFamily="34" charset="0"/>
              </a:defRPr>
            </a:lvl1pPr>
            <a:lvl2pPr marL="742950" indent="-285750">
              <a:defRPr>
                <a:solidFill>
                  <a:schemeClr val="tx1"/>
                </a:solidFill>
                <a:latin typeface="Calibri Light" panose="020F0302020204030204" pitchFamily="34" charset="0"/>
              </a:defRPr>
            </a:lvl2pPr>
            <a:lvl3pPr marL="1143000" indent="-228600">
              <a:defRPr>
                <a:solidFill>
                  <a:schemeClr val="tx1"/>
                </a:solidFill>
                <a:latin typeface="Calibri Light" panose="020F0302020204030204" pitchFamily="34" charset="0"/>
              </a:defRPr>
            </a:lvl3pPr>
            <a:lvl4pPr marL="1600200" indent="-228600">
              <a:defRPr>
                <a:solidFill>
                  <a:schemeClr val="tx1"/>
                </a:solidFill>
                <a:latin typeface="Calibri Light" panose="020F0302020204030204" pitchFamily="34" charset="0"/>
              </a:defRPr>
            </a:lvl4pPr>
            <a:lvl5pPr marL="2057400" indent="-228600">
              <a:defRPr>
                <a:solidFill>
                  <a:schemeClr val="tx1"/>
                </a:solidFill>
                <a:latin typeface="Calibri Light" panose="020F0302020204030204" pitchFamily="34" charset="0"/>
              </a:defRPr>
            </a:lvl5pPr>
            <a:lvl6pPr marL="2514600" indent="-228600" defTabSz="457200" eaLnBrk="0" fontAlgn="base" hangingPunct="0">
              <a:spcBef>
                <a:spcPct val="0"/>
              </a:spcBef>
              <a:spcAft>
                <a:spcPct val="0"/>
              </a:spcAft>
              <a:defRPr>
                <a:solidFill>
                  <a:schemeClr val="tx1"/>
                </a:solidFill>
                <a:latin typeface="Calibri Light" panose="020F0302020204030204" pitchFamily="34" charset="0"/>
              </a:defRPr>
            </a:lvl6pPr>
            <a:lvl7pPr marL="2971800" indent="-228600" defTabSz="457200" eaLnBrk="0" fontAlgn="base" hangingPunct="0">
              <a:spcBef>
                <a:spcPct val="0"/>
              </a:spcBef>
              <a:spcAft>
                <a:spcPct val="0"/>
              </a:spcAft>
              <a:defRPr>
                <a:solidFill>
                  <a:schemeClr val="tx1"/>
                </a:solidFill>
                <a:latin typeface="Calibri Light" panose="020F0302020204030204" pitchFamily="34" charset="0"/>
              </a:defRPr>
            </a:lvl7pPr>
            <a:lvl8pPr marL="3429000" indent="-228600" defTabSz="457200" eaLnBrk="0" fontAlgn="base" hangingPunct="0">
              <a:spcBef>
                <a:spcPct val="0"/>
              </a:spcBef>
              <a:spcAft>
                <a:spcPct val="0"/>
              </a:spcAft>
              <a:defRPr>
                <a:solidFill>
                  <a:schemeClr val="tx1"/>
                </a:solidFill>
                <a:latin typeface="Calibri Light" panose="020F0302020204030204" pitchFamily="34" charset="0"/>
              </a:defRPr>
            </a:lvl8pPr>
            <a:lvl9pPr marL="3886200" indent="-228600" defTabSz="457200" eaLnBrk="0" fontAlgn="base" hangingPunct="0">
              <a:spcBef>
                <a:spcPct val="0"/>
              </a:spcBef>
              <a:spcAft>
                <a:spcPct val="0"/>
              </a:spcAft>
              <a:defRPr>
                <a:solidFill>
                  <a:schemeClr val="tx1"/>
                </a:solidFill>
                <a:latin typeface="Calibri Light" panose="020F0302020204030204" pitchFamily="34" charset="0"/>
              </a:defRPr>
            </a:lvl9pPr>
          </a:lstStyle>
          <a:p>
            <a:fld id="{35D5AB54-35E7-4A4B-AD30-89607AC307F9}" type="slidenum">
              <a:rPr lang="en-US" altLang="en-US" smtClean="0"/>
              <a:pPr/>
              <a:t>42</a:t>
            </a:fld>
            <a:endParaRPr lang="en-US"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818A91C5-3CC4-4098-8ECC-C9F40DD0E38E}"/>
              </a:ext>
            </a:extLst>
          </p:cNvPr>
          <p:cNvSpPr>
            <a:spLocks noGrp="1"/>
          </p:cNvSpPr>
          <p:nvPr>
            <p:ph type="title"/>
          </p:nvPr>
        </p:nvSpPr>
        <p:spPr>
          <a:xfrm>
            <a:off x="435429" y="420572"/>
            <a:ext cx="10408582" cy="647121"/>
          </a:xfrm>
        </p:spPr>
        <p:txBody>
          <a:bodyPr/>
          <a:lstStyle/>
          <a:p>
            <a:r>
              <a:rPr lang="en-US" altLang="en-US"/>
              <a:t>Employees and Trade Secrets</a:t>
            </a:r>
          </a:p>
        </p:txBody>
      </p:sp>
      <p:sp>
        <p:nvSpPr>
          <p:cNvPr id="64515" name="Content Placeholder 2">
            <a:extLst>
              <a:ext uri="{FF2B5EF4-FFF2-40B4-BE49-F238E27FC236}">
                <a16:creationId xmlns:a16="http://schemas.microsoft.com/office/drawing/2014/main" id="{C892A48F-F571-2740-1639-686CDC9BA9D4}"/>
              </a:ext>
            </a:extLst>
          </p:cNvPr>
          <p:cNvSpPr>
            <a:spLocks noGrp="1" noChangeArrowheads="1"/>
          </p:cNvSpPr>
          <p:nvPr>
            <p:ph idx="1"/>
          </p:nvPr>
        </p:nvSpPr>
        <p:spPr>
          <a:xfrm>
            <a:off x="435430" y="2362200"/>
            <a:ext cx="11306806" cy="3587839"/>
          </a:xfrm>
        </p:spPr>
        <p:txBody>
          <a:bodyPr>
            <a:normAutofit fontScale="92500" lnSpcReduction="10000"/>
          </a:bodyPr>
          <a:lstStyle/>
          <a:p>
            <a:r>
              <a:rPr lang="en-US" altLang="en-US" dirty="0"/>
              <a:t>Employees are the greatest threat to trade secrets</a:t>
            </a:r>
          </a:p>
          <a:p>
            <a:endParaRPr lang="en-US" altLang="en-US" dirty="0"/>
          </a:p>
          <a:p>
            <a:r>
              <a:rPr lang="en-US" altLang="en-US" dirty="0"/>
              <a:t>Unauthorized use of an employer’s customer list</a:t>
            </a:r>
          </a:p>
          <a:p>
            <a:pPr lvl="1"/>
            <a:r>
              <a:rPr lang="en-US" altLang="en-US" dirty="0"/>
              <a:t>Customer list is not automatically considered a trade secret</a:t>
            </a:r>
          </a:p>
          <a:p>
            <a:pPr lvl="1"/>
            <a:r>
              <a:rPr lang="en-US" altLang="en-US" dirty="0"/>
              <a:t>Educate workers about the confidentiality of lists</a:t>
            </a:r>
          </a:p>
          <a:p>
            <a:endParaRPr lang="en-US" altLang="en-US" dirty="0"/>
          </a:p>
          <a:p>
            <a:pPr lvl="1"/>
            <a:r>
              <a:rPr lang="en-US" altLang="en-US" dirty="0"/>
              <a:t>Court  must consider: </a:t>
            </a:r>
          </a:p>
          <a:p>
            <a:pPr lvl="1"/>
            <a:r>
              <a:rPr lang="en-US" altLang="en-US" dirty="0"/>
              <a:t> 	did the firm take steps to keep the list secret?</a:t>
            </a:r>
          </a:p>
          <a:p>
            <a:pPr lvl="1"/>
            <a:r>
              <a:rPr lang="en-US" altLang="en-US" dirty="0"/>
              <a:t>	did the firm expend money or effort to develop the customer list?</a:t>
            </a:r>
          </a:p>
          <a:p>
            <a:endParaRPr lang="en-US" altLang="en-US" dirty="0"/>
          </a:p>
        </p:txBody>
      </p:sp>
      <p:sp>
        <p:nvSpPr>
          <p:cNvPr id="64517" name="Slide Number Placeholder 4">
            <a:extLst>
              <a:ext uri="{FF2B5EF4-FFF2-40B4-BE49-F238E27FC236}">
                <a16:creationId xmlns:a16="http://schemas.microsoft.com/office/drawing/2014/main" id="{786C2A1E-9A15-41BE-7C31-D680F5B28919}"/>
              </a:ext>
            </a:extLst>
          </p:cNvPr>
          <p:cNvSpPr>
            <a:spLocks noGrp="1"/>
          </p:cNvSpPr>
          <p:nvPr>
            <p:ph type="sldNum" sz="quarter" idx="12"/>
          </p:nvPr>
        </p:nvSpPr>
        <p:spPr bwMode="auto">
          <a:xfrm>
            <a:off x="11523612" y="6432265"/>
            <a:ext cx="58057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Light" panose="020F0302020204030204" pitchFamily="34" charset="0"/>
              </a:defRPr>
            </a:lvl1pPr>
            <a:lvl2pPr marL="742950" indent="-285750">
              <a:defRPr>
                <a:solidFill>
                  <a:schemeClr val="tx1"/>
                </a:solidFill>
                <a:latin typeface="Calibri Light" panose="020F0302020204030204" pitchFamily="34" charset="0"/>
              </a:defRPr>
            </a:lvl2pPr>
            <a:lvl3pPr marL="1143000" indent="-228600">
              <a:defRPr>
                <a:solidFill>
                  <a:schemeClr val="tx1"/>
                </a:solidFill>
                <a:latin typeface="Calibri Light" panose="020F0302020204030204" pitchFamily="34" charset="0"/>
              </a:defRPr>
            </a:lvl3pPr>
            <a:lvl4pPr marL="1600200" indent="-228600">
              <a:defRPr>
                <a:solidFill>
                  <a:schemeClr val="tx1"/>
                </a:solidFill>
                <a:latin typeface="Calibri Light" panose="020F0302020204030204" pitchFamily="34" charset="0"/>
              </a:defRPr>
            </a:lvl4pPr>
            <a:lvl5pPr marL="2057400" indent="-228600">
              <a:defRPr>
                <a:solidFill>
                  <a:schemeClr val="tx1"/>
                </a:solidFill>
                <a:latin typeface="Calibri Light" panose="020F0302020204030204" pitchFamily="34" charset="0"/>
              </a:defRPr>
            </a:lvl5pPr>
            <a:lvl6pPr marL="2514600" indent="-228600" defTabSz="457200" eaLnBrk="0" fontAlgn="base" hangingPunct="0">
              <a:spcBef>
                <a:spcPct val="0"/>
              </a:spcBef>
              <a:spcAft>
                <a:spcPct val="0"/>
              </a:spcAft>
              <a:defRPr>
                <a:solidFill>
                  <a:schemeClr val="tx1"/>
                </a:solidFill>
                <a:latin typeface="Calibri Light" panose="020F0302020204030204" pitchFamily="34" charset="0"/>
              </a:defRPr>
            </a:lvl6pPr>
            <a:lvl7pPr marL="2971800" indent="-228600" defTabSz="457200" eaLnBrk="0" fontAlgn="base" hangingPunct="0">
              <a:spcBef>
                <a:spcPct val="0"/>
              </a:spcBef>
              <a:spcAft>
                <a:spcPct val="0"/>
              </a:spcAft>
              <a:defRPr>
                <a:solidFill>
                  <a:schemeClr val="tx1"/>
                </a:solidFill>
                <a:latin typeface="Calibri Light" panose="020F0302020204030204" pitchFamily="34" charset="0"/>
              </a:defRPr>
            </a:lvl7pPr>
            <a:lvl8pPr marL="3429000" indent="-228600" defTabSz="457200" eaLnBrk="0" fontAlgn="base" hangingPunct="0">
              <a:spcBef>
                <a:spcPct val="0"/>
              </a:spcBef>
              <a:spcAft>
                <a:spcPct val="0"/>
              </a:spcAft>
              <a:defRPr>
                <a:solidFill>
                  <a:schemeClr val="tx1"/>
                </a:solidFill>
                <a:latin typeface="Calibri Light" panose="020F0302020204030204" pitchFamily="34" charset="0"/>
              </a:defRPr>
            </a:lvl8pPr>
            <a:lvl9pPr marL="3886200" indent="-228600" defTabSz="457200" eaLnBrk="0" fontAlgn="base" hangingPunct="0">
              <a:spcBef>
                <a:spcPct val="0"/>
              </a:spcBef>
              <a:spcAft>
                <a:spcPct val="0"/>
              </a:spcAft>
              <a:defRPr>
                <a:solidFill>
                  <a:schemeClr val="tx1"/>
                </a:solidFill>
                <a:latin typeface="Calibri Light" panose="020F0302020204030204" pitchFamily="34" charset="0"/>
              </a:defRPr>
            </a:lvl9pPr>
          </a:lstStyle>
          <a:p>
            <a:fld id="{BAB18388-EFB5-4777-8F54-90969A6CBD45}" type="slidenum">
              <a:rPr lang="en-US" altLang="en-US" smtClean="0"/>
              <a:pPr/>
              <a:t>43</a:t>
            </a:fld>
            <a:endParaRPr lang="en-US" altLang="en-US"/>
          </a:p>
        </p:txBody>
      </p:sp>
      <p:sp>
        <p:nvSpPr>
          <p:cNvPr id="4" name="Footer Placeholder 3">
            <a:extLst>
              <a:ext uri="{FF2B5EF4-FFF2-40B4-BE49-F238E27FC236}">
                <a16:creationId xmlns:a16="http://schemas.microsoft.com/office/drawing/2014/main" id="{1F6FADCB-9335-8869-E031-C449F9E6E9E4}"/>
              </a:ext>
            </a:extLst>
          </p:cNvPr>
          <p:cNvSpPr>
            <a:spLocks noGrp="1"/>
          </p:cNvSpPr>
          <p:nvPr>
            <p:ph type="ftr" sz="quarter" idx="4294967295"/>
          </p:nvPr>
        </p:nvSpPr>
        <p:spPr>
          <a:xfrm>
            <a:off x="0" y="6554788"/>
            <a:ext cx="3771900" cy="228600"/>
          </a:xfrm>
          <a:prstGeom prst="rect">
            <a:avLst/>
          </a:prstGeom>
        </p:spPr>
        <p:txBody>
          <a:bodyPr/>
          <a:lstStyle/>
          <a:p>
            <a:pPr>
              <a:defRPr/>
            </a:pPr>
            <a:r>
              <a:rPr lang="en-US"/>
              <a:t>Ethics in Information Technology, Fourth Edition</a:t>
            </a:r>
            <a:endParaRPr lang="en-US" sz="18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99230091-E1A2-9287-F0AA-85ED18C894F5}"/>
              </a:ext>
            </a:extLst>
          </p:cNvPr>
          <p:cNvSpPr>
            <a:spLocks noGrp="1"/>
          </p:cNvSpPr>
          <p:nvPr>
            <p:ph type="title"/>
          </p:nvPr>
        </p:nvSpPr>
        <p:spPr>
          <a:xfrm>
            <a:off x="435429" y="420572"/>
            <a:ext cx="10408582" cy="647121"/>
          </a:xfrm>
        </p:spPr>
        <p:txBody>
          <a:bodyPr/>
          <a:lstStyle/>
          <a:p>
            <a:r>
              <a:rPr lang="en-US" altLang="en-US" dirty="0"/>
              <a:t>Non-disclosure Agreement (NDA)</a:t>
            </a:r>
          </a:p>
        </p:txBody>
      </p:sp>
      <p:sp>
        <p:nvSpPr>
          <p:cNvPr id="65539" name="Content Placeholder 2">
            <a:extLst>
              <a:ext uri="{FF2B5EF4-FFF2-40B4-BE49-F238E27FC236}">
                <a16:creationId xmlns:a16="http://schemas.microsoft.com/office/drawing/2014/main" id="{DE023DAF-A4D2-7F12-D53B-483C9E4C1092}"/>
              </a:ext>
            </a:extLst>
          </p:cNvPr>
          <p:cNvSpPr>
            <a:spLocks noGrp="1" noChangeArrowheads="1"/>
          </p:cNvSpPr>
          <p:nvPr>
            <p:ph idx="1"/>
          </p:nvPr>
        </p:nvSpPr>
        <p:spPr>
          <a:xfrm>
            <a:off x="435430" y="1436914"/>
            <a:ext cx="11306806" cy="4513125"/>
          </a:xfrm>
        </p:spPr>
        <p:txBody>
          <a:bodyPr/>
          <a:lstStyle/>
          <a:p>
            <a:endParaRPr lang="en-US" altLang="en-US" dirty="0"/>
          </a:p>
          <a:p>
            <a:r>
              <a:rPr lang="en-US" altLang="en-US" b="1" dirty="0"/>
              <a:t>Nondisclosure clauses in employee’s contract</a:t>
            </a:r>
          </a:p>
          <a:p>
            <a:pPr lvl="1"/>
            <a:r>
              <a:rPr lang="en-US" altLang="en-US" dirty="0"/>
              <a:t>The employees cannot take copies of software programs</a:t>
            </a:r>
          </a:p>
          <a:p>
            <a:pPr lvl="1"/>
            <a:r>
              <a:rPr lang="en-US" altLang="en-US" dirty="0"/>
              <a:t>The employees cannot reveal details of software owned by the organization. </a:t>
            </a:r>
          </a:p>
          <a:p>
            <a:pPr lvl="1"/>
            <a:endParaRPr lang="en-US" altLang="en-US" dirty="0"/>
          </a:p>
          <a:p>
            <a:r>
              <a:rPr lang="en-US" altLang="en-US" b="1" dirty="0"/>
              <a:t>Enforcement can be difficult</a:t>
            </a:r>
          </a:p>
          <a:p>
            <a:r>
              <a:rPr lang="en-US" altLang="en-US" b="1" dirty="0"/>
              <a:t>Confidentiality issues are reviewed at the exit interview</a:t>
            </a:r>
          </a:p>
          <a:p>
            <a:pPr lvl="1"/>
            <a:endParaRPr lang="en-US" altLang="en-US" dirty="0"/>
          </a:p>
          <a:p>
            <a:endParaRPr lang="en-US" altLang="en-US" dirty="0"/>
          </a:p>
        </p:txBody>
      </p:sp>
      <p:sp>
        <p:nvSpPr>
          <p:cNvPr id="65541" name="Slide Number Placeholder 4">
            <a:extLst>
              <a:ext uri="{FF2B5EF4-FFF2-40B4-BE49-F238E27FC236}">
                <a16:creationId xmlns:a16="http://schemas.microsoft.com/office/drawing/2014/main" id="{D530EC51-3CE3-57B7-F8A5-7659A892FD07}"/>
              </a:ext>
            </a:extLst>
          </p:cNvPr>
          <p:cNvSpPr>
            <a:spLocks noGrp="1"/>
          </p:cNvSpPr>
          <p:nvPr>
            <p:ph type="sldNum" sz="quarter" idx="12"/>
          </p:nvPr>
        </p:nvSpPr>
        <p:spPr bwMode="auto">
          <a:xfrm>
            <a:off x="11523612" y="6432265"/>
            <a:ext cx="58057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Light" panose="020F0302020204030204" pitchFamily="34" charset="0"/>
              </a:defRPr>
            </a:lvl1pPr>
            <a:lvl2pPr marL="742950" indent="-285750">
              <a:defRPr>
                <a:solidFill>
                  <a:schemeClr val="tx1"/>
                </a:solidFill>
                <a:latin typeface="Calibri Light" panose="020F0302020204030204" pitchFamily="34" charset="0"/>
              </a:defRPr>
            </a:lvl2pPr>
            <a:lvl3pPr marL="1143000" indent="-228600">
              <a:defRPr>
                <a:solidFill>
                  <a:schemeClr val="tx1"/>
                </a:solidFill>
                <a:latin typeface="Calibri Light" panose="020F0302020204030204" pitchFamily="34" charset="0"/>
              </a:defRPr>
            </a:lvl3pPr>
            <a:lvl4pPr marL="1600200" indent="-228600">
              <a:defRPr>
                <a:solidFill>
                  <a:schemeClr val="tx1"/>
                </a:solidFill>
                <a:latin typeface="Calibri Light" panose="020F0302020204030204" pitchFamily="34" charset="0"/>
              </a:defRPr>
            </a:lvl4pPr>
            <a:lvl5pPr marL="2057400" indent="-228600">
              <a:defRPr>
                <a:solidFill>
                  <a:schemeClr val="tx1"/>
                </a:solidFill>
                <a:latin typeface="Calibri Light" panose="020F0302020204030204" pitchFamily="34" charset="0"/>
              </a:defRPr>
            </a:lvl5pPr>
            <a:lvl6pPr marL="2514600" indent="-228600" defTabSz="457200" eaLnBrk="0" fontAlgn="base" hangingPunct="0">
              <a:spcBef>
                <a:spcPct val="0"/>
              </a:spcBef>
              <a:spcAft>
                <a:spcPct val="0"/>
              </a:spcAft>
              <a:defRPr>
                <a:solidFill>
                  <a:schemeClr val="tx1"/>
                </a:solidFill>
                <a:latin typeface="Calibri Light" panose="020F0302020204030204" pitchFamily="34" charset="0"/>
              </a:defRPr>
            </a:lvl6pPr>
            <a:lvl7pPr marL="2971800" indent="-228600" defTabSz="457200" eaLnBrk="0" fontAlgn="base" hangingPunct="0">
              <a:spcBef>
                <a:spcPct val="0"/>
              </a:spcBef>
              <a:spcAft>
                <a:spcPct val="0"/>
              </a:spcAft>
              <a:defRPr>
                <a:solidFill>
                  <a:schemeClr val="tx1"/>
                </a:solidFill>
                <a:latin typeface="Calibri Light" panose="020F0302020204030204" pitchFamily="34" charset="0"/>
              </a:defRPr>
            </a:lvl7pPr>
            <a:lvl8pPr marL="3429000" indent="-228600" defTabSz="457200" eaLnBrk="0" fontAlgn="base" hangingPunct="0">
              <a:spcBef>
                <a:spcPct val="0"/>
              </a:spcBef>
              <a:spcAft>
                <a:spcPct val="0"/>
              </a:spcAft>
              <a:defRPr>
                <a:solidFill>
                  <a:schemeClr val="tx1"/>
                </a:solidFill>
                <a:latin typeface="Calibri Light" panose="020F0302020204030204" pitchFamily="34" charset="0"/>
              </a:defRPr>
            </a:lvl8pPr>
            <a:lvl9pPr marL="3886200" indent="-228600" defTabSz="457200" eaLnBrk="0" fontAlgn="base" hangingPunct="0">
              <a:spcBef>
                <a:spcPct val="0"/>
              </a:spcBef>
              <a:spcAft>
                <a:spcPct val="0"/>
              </a:spcAft>
              <a:defRPr>
                <a:solidFill>
                  <a:schemeClr val="tx1"/>
                </a:solidFill>
                <a:latin typeface="Calibri Light" panose="020F0302020204030204" pitchFamily="34" charset="0"/>
              </a:defRPr>
            </a:lvl9pPr>
          </a:lstStyle>
          <a:p>
            <a:fld id="{299D5976-AEF8-4E76-BD9E-FB0DD7E8642E}" type="slidenum">
              <a:rPr lang="en-US" altLang="en-US" smtClean="0"/>
              <a:pPr/>
              <a:t>44</a:t>
            </a:fld>
            <a:endParaRPr lang="en-US" altLang="en-US"/>
          </a:p>
        </p:txBody>
      </p:sp>
      <p:sp>
        <p:nvSpPr>
          <p:cNvPr id="4" name="Footer Placeholder 3">
            <a:extLst>
              <a:ext uri="{FF2B5EF4-FFF2-40B4-BE49-F238E27FC236}">
                <a16:creationId xmlns:a16="http://schemas.microsoft.com/office/drawing/2014/main" id="{D55C5265-958E-495A-4C98-B46310C1BC97}"/>
              </a:ext>
            </a:extLst>
          </p:cNvPr>
          <p:cNvSpPr>
            <a:spLocks noGrp="1"/>
          </p:cNvSpPr>
          <p:nvPr>
            <p:ph type="ftr" sz="quarter" idx="4294967295"/>
          </p:nvPr>
        </p:nvSpPr>
        <p:spPr>
          <a:xfrm>
            <a:off x="0" y="6554788"/>
            <a:ext cx="3771900" cy="228600"/>
          </a:xfrm>
          <a:prstGeom prst="rect">
            <a:avLst/>
          </a:prstGeom>
        </p:spPr>
        <p:txBody>
          <a:bodyPr/>
          <a:lstStyle/>
          <a:p>
            <a:pPr>
              <a:defRPr/>
            </a:pPr>
            <a:r>
              <a:rPr lang="en-US"/>
              <a:t>Ethics in Information Technology, Fourth Edition</a:t>
            </a:r>
            <a:endParaRPr lang="en-US" sz="18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D7F86CAC-58E5-F920-DB51-1935B0666B58}"/>
              </a:ext>
            </a:extLst>
          </p:cNvPr>
          <p:cNvSpPr>
            <a:spLocks noGrp="1" noChangeArrowheads="1"/>
          </p:cNvSpPr>
          <p:nvPr>
            <p:ph type="title"/>
          </p:nvPr>
        </p:nvSpPr>
        <p:spPr>
          <a:xfrm>
            <a:off x="435429" y="420572"/>
            <a:ext cx="10408582" cy="647121"/>
          </a:xfrm>
        </p:spPr>
        <p:txBody>
          <a:bodyPr/>
          <a:lstStyle/>
          <a:p>
            <a:r>
              <a:rPr lang="en-US" altLang="en-US" dirty="0"/>
              <a:t>Non-compete agreements</a:t>
            </a:r>
          </a:p>
        </p:txBody>
      </p:sp>
      <p:sp>
        <p:nvSpPr>
          <p:cNvPr id="66563" name="Rectangle 3">
            <a:extLst>
              <a:ext uri="{FF2B5EF4-FFF2-40B4-BE49-F238E27FC236}">
                <a16:creationId xmlns:a16="http://schemas.microsoft.com/office/drawing/2014/main" id="{D895C664-13DE-B625-BC9D-0B55E6DEEB26}"/>
              </a:ext>
            </a:extLst>
          </p:cNvPr>
          <p:cNvSpPr>
            <a:spLocks noGrp="1" noChangeArrowheads="1"/>
          </p:cNvSpPr>
          <p:nvPr>
            <p:ph idx="1"/>
          </p:nvPr>
        </p:nvSpPr>
        <p:spPr>
          <a:xfrm>
            <a:off x="435430" y="1905000"/>
            <a:ext cx="11306806" cy="4045039"/>
          </a:xfrm>
        </p:spPr>
        <p:txBody>
          <a:bodyPr>
            <a:normAutofit lnSpcReduction="10000"/>
          </a:bodyPr>
          <a:lstStyle/>
          <a:p>
            <a:r>
              <a:rPr lang="en-US" altLang="en-US" dirty="0"/>
              <a:t>Protect intellectual property from being used by competitors when key employees leave</a:t>
            </a:r>
          </a:p>
          <a:p>
            <a:r>
              <a:rPr lang="en-US" altLang="en-US" dirty="0"/>
              <a:t>Require employees not to work for competitors for a period of time</a:t>
            </a:r>
          </a:p>
          <a:p>
            <a:pPr marL="0" indent="0">
              <a:buNone/>
            </a:pPr>
            <a:endParaRPr lang="en-US" altLang="en-US" b="1" dirty="0"/>
          </a:p>
          <a:p>
            <a:pPr marL="0" indent="0">
              <a:buNone/>
            </a:pPr>
            <a:r>
              <a:rPr lang="en-US" altLang="en-US" b="1" dirty="0">
                <a:solidFill>
                  <a:srgbClr val="FF0000"/>
                </a:solidFill>
              </a:rPr>
              <a:t>Example:</a:t>
            </a:r>
          </a:p>
          <a:p>
            <a:pPr lvl="1" algn="just"/>
            <a:r>
              <a:rPr lang="en-US" altLang="en-US" dirty="0"/>
              <a:t>The employee agrees as a condition of employment that in the event of termination for any reason, he or she will not engage in a similar or competitive business for a period of two years, nor will he or she contact or solicit any customer with whom Employer conducted business during his or her employment. This restrictive covenant shall be for a term of two years from termination, and shall encompass the geographic area within a 100-mile radius of Employer’s place of business.</a:t>
            </a:r>
          </a:p>
          <a:p>
            <a:endParaRPr lang="en-US" altLang="en-US" dirty="0"/>
          </a:p>
        </p:txBody>
      </p:sp>
      <p:sp>
        <p:nvSpPr>
          <p:cNvPr id="66565" name="Slide Number Placeholder 4">
            <a:extLst>
              <a:ext uri="{FF2B5EF4-FFF2-40B4-BE49-F238E27FC236}">
                <a16:creationId xmlns:a16="http://schemas.microsoft.com/office/drawing/2014/main" id="{6E34D0AA-9E07-2ED3-6A77-8E8A76570FC2}"/>
              </a:ext>
            </a:extLst>
          </p:cNvPr>
          <p:cNvSpPr>
            <a:spLocks noGrp="1"/>
          </p:cNvSpPr>
          <p:nvPr>
            <p:ph type="sldNum" sz="quarter" idx="12"/>
          </p:nvPr>
        </p:nvSpPr>
        <p:spPr bwMode="auto">
          <a:xfrm>
            <a:off x="11523612" y="6432265"/>
            <a:ext cx="58057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Light" panose="020F0302020204030204" pitchFamily="34" charset="0"/>
              </a:defRPr>
            </a:lvl1pPr>
            <a:lvl2pPr marL="742950" indent="-285750">
              <a:defRPr>
                <a:solidFill>
                  <a:schemeClr val="tx1"/>
                </a:solidFill>
                <a:latin typeface="Calibri Light" panose="020F0302020204030204" pitchFamily="34" charset="0"/>
              </a:defRPr>
            </a:lvl2pPr>
            <a:lvl3pPr marL="1143000" indent="-228600">
              <a:defRPr>
                <a:solidFill>
                  <a:schemeClr val="tx1"/>
                </a:solidFill>
                <a:latin typeface="Calibri Light" panose="020F0302020204030204" pitchFamily="34" charset="0"/>
              </a:defRPr>
            </a:lvl3pPr>
            <a:lvl4pPr marL="1600200" indent="-228600">
              <a:defRPr>
                <a:solidFill>
                  <a:schemeClr val="tx1"/>
                </a:solidFill>
                <a:latin typeface="Calibri Light" panose="020F0302020204030204" pitchFamily="34" charset="0"/>
              </a:defRPr>
            </a:lvl4pPr>
            <a:lvl5pPr marL="2057400" indent="-228600">
              <a:defRPr>
                <a:solidFill>
                  <a:schemeClr val="tx1"/>
                </a:solidFill>
                <a:latin typeface="Calibri Light" panose="020F0302020204030204" pitchFamily="34" charset="0"/>
              </a:defRPr>
            </a:lvl5pPr>
            <a:lvl6pPr marL="2514600" indent="-228600" defTabSz="457200" eaLnBrk="0" fontAlgn="base" hangingPunct="0">
              <a:spcBef>
                <a:spcPct val="0"/>
              </a:spcBef>
              <a:spcAft>
                <a:spcPct val="0"/>
              </a:spcAft>
              <a:defRPr>
                <a:solidFill>
                  <a:schemeClr val="tx1"/>
                </a:solidFill>
                <a:latin typeface="Calibri Light" panose="020F0302020204030204" pitchFamily="34" charset="0"/>
              </a:defRPr>
            </a:lvl6pPr>
            <a:lvl7pPr marL="2971800" indent="-228600" defTabSz="457200" eaLnBrk="0" fontAlgn="base" hangingPunct="0">
              <a:spcBef>
                <a:spcPct val="0"/>
              </a:spcBef>
              <a:spcAft>
                <a:spcPct val="0"/>
              </a:spcAft>
              <a:defRPr>
                <a:solidFill>
                  <a:schemeClr val="tx1"/>
                </a:solidFill>
                <a:latin typeface="Calibri Light" panose="020F0302020204030204" pitchFamily="34" charset="0"/>
              </a:defRPr>
            </a:lvl7pPr>
            <a:lvl8pPr marL="3429000" indent="-228600" defTabSz="457200" eaLnBrk="0" fontAlgn="base" hangingPunct="0">
              <a:spcBef>
                <a:spcPct val="0"/>
              </a:spcBef>
              <a:spcAft>
                <a:spcPct val="0"/>
              </a:spcAft>
              <a:defRPr>
                <a:solidFill>
                  <a:schemeClr val="tx1"/>
                </a:solidFill>
                <a:latin typeface="Calibri Light" panose="020F0302020204030204" pitchFamily="34" charset="0"/>
              </a:defRPr>
            </a:lvl8pPr>
            <a:lvl9pPr marL="3886200" indent="-228600" defTabSz="457200" eaLnBrk="0" fontAlgn="base" hangingPunct="0">
              <a:spcBef>
                <a:spcPct val="0"/>
              </a:spcBef>
              <a:spcAft>
                <a:spcPct val="0"/>
              </a:spcAft>
              <a:defRPr>
                <a:solidFill>
                  <a:schemeClr val="tx1"/>
                </a:solidFill>
                <a:latin typeface="Calibri Light" panose="020F0302020204030204" pitchFamily="34" charset="0"/>
              </a:defRPr>
            </a:lvl9pPr>
          </a:lstStyle>
          <a:p>
            <a:fld id="{E2E7F741-AB8B-4404-9FA0-7B080DA43D3D}" type="slidenum">
              <a:rPr lang="en-US" altLang="en-US" smtClean="0"/>
              <a:pPr/>
              <a:t>45</a:t>
            </a:fld>
            <a:endParaRPr lang="en-US" altLang="en-US"/>
          </a:p>
        </p:txBody>
      </p:sp>
      <p:sp>
        <p:nvSpPr>
          <p:cNvPr id="4" name="Footer Placeholder 3">
            <a:extLst>
              <a:ext uri="{FF2B5EF4-FFF2-40B4-BE49-F238E27FC236}">
                <a16:creationId xmlns:a16="http://schemas.microsoft.com/office/drawing/2014/main" id="{ED6597E5-7E8C-0E8E-1322-3A29062A237E}"/>
              </a:ext>
            </a:extLst>
          </p:cNvPr>
          <p:cNvSpPr>
            <a:spLocks noGrp="1"/>
          </p:cNvSpPr>
          <p:nvPr>
            <p:ph type="ftr" sz="quarter" idx="4294967295"/>
          </p:nvPr>
        </p:nvSpPr>
        <p:spPr>
          <a:xfrm>
            <a:off x="0" y="6554788"/>
            <a:ext cx="3771900" cy="228600"/>
          </a:xfrm>
          <a:prstGeom prst="rect">
            <a:avLst/>
          </a:prstGeom>
        </p:spPr>
        <p:txBody>
          <a:bodyPr/>
          <a:lstStyle/>
          <a:p>
            <a:pPr>
              <a:defRPr/>
            </a:pPr>
            <a:r>
              <a:rPr lang="en-US"/>
              <a:t>Ethics in Information Technology, Fourth Edition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85409-79FD-69C0-BFE4-542F493DAA4F}"/>
              </a:ext>
            </a:extLst>
          </p:cNvPr>
          <p:cNvSpPr>
            <a:spLocks noGrp="1"/>
          </p:cNvSpPr>
          <p:nvPr>
            <p:ph type="title"/>
          </p:nvPr>
        </p:nvSpPr>
        <p:spPr/>
        <p:txBody>
          <a:bodyPr>
            <a:normAutofit/>
          </a:bodyPr>
          <a:lstStyle/>
          <a:p>
            <a:r>
              <a:rPr lang="en-US"/>
              <a:t>Can a Product or Service Have Multiple Forms of IP?</a:t>
            </a:r>
            <a:endParaRPr lang="en-US" dirty="0"/>
          </a:p>
        </p:txBody>
      </p:sp>
      <p:sp>
        <p:nvSpPr>
          <p:cNvPr id="70659" name="Content Placeholder 2">
            <a:extLst>
              <a:ext uri="{FF2B5EF4-FFF2-40B4-BE49-F238E27FC236}">
                <a16:creationId xmlns:a16="http://schemas.microsoft.com/office/drawing/2014/main" id="{A0464496-ACBD-0B68-2C6B-5829124DEA03}"/>
              </a:ext>
            </a:extLst>
          </p:cNvPr>
          <p:cNvSpPr>
            <a:spLocks noGrp="1" noChangeArrowheads="1"/>
          </p:cNvSpPr>
          <p:nvPr>
            <p:ph idx="1"/>
          </p:nvPr>
        </p:nvSpPr>
        <p:spPr/>
        <p:txBody>
          <a:bodyPr/>
          <a:lstStyle/>
          <a:p>
            <a:r>
              <a:rPr lang="en-US" altLang="en-US" dirty="0"/>
              <a:t>Yes.</a:t>
            </a:r>
          </a:p>
          <a:p>
            <a:r>
              <a:rPr lang="en-US" altLang="en-US" dirty="0"/>
              <a:t> For example, a mobile phone might use technology (data encryption) and include features (a camera) that have been patented. The phone may be marketed under a brand name that has a registered trademark. The look and feel of the phone’s home screen design may be the subject of a copyright registration. If the phone’s manufacturer hasn’t created all of the phone’s IP by itself, it may have licensed some of the IP from others.</a:t>
            </a:r>
          </a:p>
          <a:p>
            <a:endParaRPr lang="en-US" altLang="en-US" dirty="0"/>
          </a:p>
        </p:txBody>
      </p:sp>
      <p:sp>
        <p:nvSpPr>
          <p:cNvPr id="7" name="Slide Number Placeholder 6">
            <a:extLst>
              <a:ext uri="{FF2B5EF4-FFF2-40B4-BE49-F238E27FC236}">
                <a16:creationId xmlns:a16="http://schemas.microsoft.com/office/drawing/2014/main" id="{20CDE6B5-DA63-1FA2-2056-6341A4C203FE}"/>
              </a:ext>
            </a:extLst>
          </p:cNvPr>
          <p:cNvSpPr>
            <a:spLocks noGrp="1"/>
          </p:cNvSpPr>
          <p:nvPr>
            <p:ph type="sldNum" sz="quarter" idx="12"/>
          </p:nvPr>
        </p:nvSpPr>
        <p:spPr/>
        <p:txBody>
          <a:bodyPr/>
          <a:lstStyle/>
          <a:p>
            <a:pPr>
              <a:defRPr/>
            </a:pPr>
            <a:fld id="{A3ACB5C1-21FF-4B0B-93FC-A7F2195E8F7F}" type="slidenum">
              <a:rPr lang="en-US" altLang="en-US" smtClean="0"/>
              <a:pPr>
                <a:defRPr/>
              </a:pPr>
              <a:t>46</a:t>
            </a:fld>
            <a:endParaRPr lang="en-US" altLang="en-US" sz="20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1DE2DC4-9291-4A0E-B035-8BD8DDCF50D2}"/>
              </a:ext>
            </a:extLst>
          </p:cNvPr>
          <p:cNvSpPr>
            <a:spLocks noGrp="1"/>
          </p:cNvSpPr>
          <p:nvPr>
            <p:ph type="ctrTitle"/>
          </p:nvPr>
        </p:nvSpPr>
        <p:spPr/>
        <p:txBody>
          <a:bodyPr/>
          <a:lstStyle/>
          <a:p>
            <a:r>
              <a:rPr lang="en-US" altLang="en-US" dirty="0"/>
              <a:t>Key Intellectual Property Issues</a:t>
            </a:r>
            <a:endParaRPr lang="en-PK" dirty="0"/>
          </a:p>
        </p:txBody>
      </p:sp>
      <p:sp>
        <p:nvSpPr>
          <p:cNvPr id="4" name="Slide Number Placeholder 3">
            <a:extLst>
              <a:ext uri="{FF2B5EF4-FFF2-40B4-BE49-F238E27FC236}">
                <a16:creationId xmlns:a16="http://schemas.microsoft.com/office/drawing/2014/main" id="{E3FAFB03-45C3-48D6-86CF-3214837A2923}"/>
              </a:ext>
            </a:extLst>
          </p:cNvPr>
          <p:cNvSpPr>
            <a:spLocks noGrp="1"/>
          </p:cNvSpPr>
          <p:nvPr>
            <p:ph type="sldNum" sz="quarter" idx="4294967295"/>
          </p:nvPr>
        </p:nvSpPr>
        <p:spPr>
          <a:xfrm>
            <a:off x="11610975" y="6432550"/>
            <a:ext cx="581025" cy="365125"/>
          </a:xfrm>
        </p:spPr>
        <p:txBody>
          <a:bodyPr/>
          <a:lstStyle/>
          <a:p>
            <a:pPr>
              <a:defRPr/>
            </a:pPr>
            <a:fld id="{A3ACB5C1-21FF-4B0B-93FC-A7F2195E8F7F}" type="slidenum">
              <a:rPr lang="en-US" altLang="en-US" smtClean="0"/>
              <a:pPr>
                <a:defRPr/>
              </a:pPr>
              <a:t>47</a:t>
            </a:fld>
            <a:endParaRPr lang="en-US" altLang="en-US" sz="2000"/>
          </a:p>
        </p:txBody>
      </p:sp>
    </p:spTree>
    <p:extLst>
      <p:ext uri="{BB962C8B-B14F-4D97-AF65-F5344CB8AC3E}">
        <p14:creationId xmlns:p14="http://schemas.microsoft.com/office/powerpoint/2010/main" val="39908491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FCCD1B79-5DC3-5D6E-03AA-5D5B55201133}"/>
              </a:ext>
            </a:extLst>
          </p:cNvPr>
          <p:cNvSpPr>
            <a:spLocks noGrp="1" noChangeArrowheads="1"/>
          </p:cNvSpPr>
          <p:nvPr>
            <p:ph type="title"/>
          </p:nvPr>
        </p:nvSpPr>
        <p:spPr>
          <a:xfrm>
            <a:off x="435429" y="420572"/>
            <a:ext cx="10408582" cy="647121"/>
          </a:xfrm>
        </p:spPr>
        <p:txBody>
          <a:bodyPr/>
          <a:lstStyle/>
          <a:p>
            <a:r>
              <a:rPr lang="en-US" altLang="en-US" dirty="0"/>
              <a:t>Key Intellectual Property Issues</a:t>
            </a:r>
          </a:p>
        </p:txBody>
      </p:sp>
      <p:sp>
        <p:nvSpPr>
          <p:cNvPr id="71683" name="Rectangle 3">
            <a:extLst>
              <a:ext uri="{FF2B5EF4-FFF2-40B4-BE49-F238E27FC236}">
                <a16:creationId xmlns:a16="http://schemas.microsoft.com/office/drawing/2014/main" id="{25366711-2130-CD09-6C90-A10AC351FB73}"/>
              </a:ext>
            </a:extLst>
          </p:cNvPr>
          <p:cNvSpPr>
            <a:spLocks noGrp="1" noChangeArrowheads="1"/>
          </p:cNvSpPr>
          <p:nvPr>
            <p:ph idx="1"/>
          </p:nvPr>
        </p:nvSpPr>
        <p:spPr>
          <a:xfrm>
            <a:off x="435430" y="1436914"/>
            <a:ext cx="11306806" cy="4513125"/>
          </a:xfrm>
        </p:spPr>
        <p:txBody>
          <a:bodyPr/>
          <a:lstStyle/>
          <a:p>
            <a:r>
              <a:rPr lang="en-US" altLang="en-US" b="1" dirty="0"/>
              <a:t>Issues that apply to intellectual property and information technology</a:t>
            </a:r>
          </a:p>
          <a:p>
            <a:pPr lvl="1"/>
            <a:r>
              <a:rPr lang="en-US" altLang="en-US" dirty="0"/>
              <a:t>Plagiarism</a:t>
            </a:r>
          </a:p>
          <a:p>
            <a:pPr lvl="1"/>
            <a:r>
              <a:rPr lang="en-US" altLang="en-US" dirty="0"/>
              <a:t>Reverse engineering</a:t>
            </a:r>
          </a:p>
          <a:p>
            <a:pPr lvl="1"/>
            <a:r>
              <a:rPr lang="en-US" altLang="en-US" dirty="0"/>
              <a:t>Open-source code</a:t>
            </a:r>
          </a:p>
          <a:p>
            <a:pPr lvl="1"/>
            <a:r>
              <a:rPr lang="en-US" altLang="en-US" dirty="0"/>
              <a:t>Competitive intelligence</a:t>
            </a:r>
          </a:p>
          <a:p>
            <a:pPr lvl="1"/>
            <a:r>
              <a:rPr lang="en-US" altLang="en-US" dirty="0"/>
              <a:t>Trademark infringement</a:t>
            </a:r>
          </a:p>
          <a:p>
            <a:pPr lvl="1"/>
            <a:r>
              <a:rPr lang="en-US" altLang="en-US" dirty="0"/>
              <a:t>Cybersquatting</a:t>
            </a:r>
          </a:p>
          <a:p>
            <a:endParaRPr lang="en-US" altLang="en-US" dirty="0"/>
          </a:p>
        </p:txBody>
      </p:sp>
      <p:sp>
        <p:nvSpPr>
          <p:cNvPr id="71685" name="Slide Number Placeholder 4">
            <a:extLst>
              <a:ext uri="{FF2B5EF4-FFF2-40B4-BE49-F238E27FC236}">
                <a16:creationId xmlns:a16="http://schemas.microsoft.com/office/drawing/2014/main" id="{4E1E7BDC-06F5-F852-96F2-C2CCAA1D4182}"/>
              </a:ext>
            </a:extLst>
          </p:cNvPr>
          <p:cNvSpPr>
            <a:spLocks noGrp="1"/>
          </p:cNvSpPr>
          <p:nvPr>
            <p:ph type="sldNum" sz="quarter" idx="12"/>
          </p:nvPr>
        </p:nvSpPr>
        <p:spPr bwMode="auto">
          <a:xfrm>
            <a:off x="11523612" y="6432265"/>
            <a:ext cx="58057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Light" panose="020F0302020204030204" pitchFamily="34" charset="0"/>
              </a:defRPr>
            </a:lvl1pPr>
            <a:lvl2pPr marL="742950" indent="-285750">
              <a:defRPr>
                <a:solidFill>
                  <a:schemeClr val="tx1"/>
                </a:solidFill>
                <a:latin typeface="Calibri Light" panose="020F0302020204030204" pitchFamily="34" charset="0"/>
              </a:defRPr>
            </a:lvl2pPr>
            <a:lvl3pPr marL="1143000" indent="-228600">
              <a:defRPr>
                <a:solidFill>
                  <a:schemeClr val="tx1"/>
                </a:solidFill>
                <a:latin typeface="Calibri Light" panose="020F0302020204030204" pitchFamily="34" charset="0"/>
              </a:defRPr>
            </a:lvl3pPr>
            <a:lvl4pPr marL="1600200" indent="-228600">
              <a:defRPr>
                <a:solidFill>
                  <a:schemeClr val="tx1"/>
                </a:solidFill>
                <a:latin typeface="Calibri Light" panose="020F0302020204030204" pitchFamily="34" charset="0"/>
              </a:defRPr>
            </a:lvl4pPr>
            <a:lvl5pPr marL="2057400" indent="-228600">
              <a:defRPr>
                <a:solidFill>
                  <a:schemeClr val="tx1"/>
                </a:solidFill>
                <a:latin typeface="Calibri Light" panose="020F0302020204030204" pitchFamily="34" charset="0"/>
              </a:defRPr>
            </a:lvl5pPr>
            <a:lvl6pPr marL="2514600" indent="-228600" defTabSz="457200" eaLnBrk="0" fontAlgn="base" hangingPunct="0">
              <a:spcBef>
                <a:spcPct val="0"/>
              </a:spcBef>
              <a:spcAft>
                <a:spcPct val="0"/>
              </a:spcAft>
              <a:defRPr>
                <a:solidFill>
                  <a:schemeClr val="tx1"/>
                </a:solidFill>
                <a:latin typeface="Calibri Light" panose="020F0302020204030204" pitchFamily="34" charset="0"/>
              </a:defRPr>
            </a:lvl6pPr>
            <a:lvl7pPr marL="2971800" indent="-228600" defTabSz="457200" eaLnBrk="0" fontAlgn="base" hangingPunct="0">
              <a:spcBef>
                <a:spcPct val="0"/>
              </a:spcBef>
              <a:spcAft>
                <a:spcPct val="0"/>
              </a:spcAft>
              <a:defRPr>
                <a:solidFill>
                  <a:schemeClr val="tx1"/>
                </a:solidFill>
                <a:latin typeface="Calibri Light" panose="020F0302020204030204" pitchFamily="34" charset="0"/>
              </a:defRPr>
            </a:lvl7pPr>
            <a:lvl8pPr marL="3429000" indent="-228600" defTabSz="457200" eaLnBrk="0" fontAlgn="base" hangingPunct="0">
              <a:spcBef>
                <a:spcPct val="0"/>
              </a:spcBef>
              <a:spcAft>
                <a:spcPct val="0"/>
              </a:spcAft>
              <a:defRPr>
                <a:solidFill>
                  <a:schemeClr val="tx1"/>
                </a:solidFill>
                <a:latin typeface="Calibri Light" panose="020F0302020204030204" pitchFamily="34" charset="0"/>
              </a:defRPr>
            </a:lvl8pPr>
            <a:lvl9pPr marL="3886200" indent="-228600" defTabSz="457200" eaLnBrk="0" fontAlgn="base" hangingPunct="0">
              <a:spcBef>
                <a:spcPct val="0"/>
              </a:spcBef>
              <a:spcAft>
                <a:spcPct val="0"/>
              </a:spcAft>
              <a:defRPr>
                <a:solidFill>
                  <a:schemeClr val="tx1"/>
                </a:solidFill>
                <a:latin typeface="Calibri Light" panose="020F0302020204030204" pitchFamily="34" charset="0"/>
              </a:defRPr>
            </a:lvl9pPr>
          </a:lstStyle>
          <a:p>
            <a:fld id="{E16F68E9-7320-4022-9929-FA471F9826F7}" type="slidenum">
              <a:rPr lang="en-US" altLang="en-US" smtClean="0"/>
              <a:pPr/>
              <a:t>48</a:t>
            </a:fld>
            <a:endParaRPr lang="en-US" altLang="en-US"/>
          </a:p>
        </p:txBody>
      </p:sp>
      <p:sp>
        <p:nvSpPr>
          <p:cNvPr id="4" name="Footer Placeholder 3">
            <a:extLst>
              <a:ext uri="{FF2B5EF4-FFF2-40B4-BE49-F238E27FC236}">
                <a16:creationId xmlns:a16="http://schemas.microsoft.com/office/drawing/2014/main" id="{416CBC93-A50F-1237-DEA8-560594240819}"/>
              </a:ext>
            </a:extLst>
          </p:cNvPr>
          <p:cNvSpPr>
            <a:spLocks noGrp="1"/>
          </p:cNvSpPr>
          <p:nvPr>
            <p:ph type="ftr" sz="quarter" idx="4294967295"/>
          </p:nvPr>
        </p:nvSpPr>
        <p:spPr>
          <a:xfrm>
            <a:off x="0" y="6554788"/>
            <a:ext cx="3771900" cy="228600"/>
          </a:xfrm>
          <a:prstGeom prst="rect">
            <a:avLst/>
          </a:prstGeom>
        </p:spPr>
        <p:txBody>
          <a:bodyPr/>
          <a:lstStyle/>
          <a:p>
            <a:pPr>
              <a:defRPr/>
            </a:pPr>
            <a:r>
              <a:rPr lang="en-US" sz="1200" dirty="0">
                <a:solidFill>
                  <a:schemeClr val="bg1"/>
                </a:solidFill>
              </a:rPr>
              <a:t>Ethics in Information Technology, Fourth Edition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4B216727-A97C-9836-B93C-BCB490526C4D}"/>
              </a:ext>
            </a:extLst>
          </p:cNvPr>
          <p:cNvSpPr>
            <a:spLocks noGrp="1" noChangeArrowheads="1"/>
          </p:cNvSpPr>
          <p:nvPr>
            <p:ph type="title"/>
          </p:nvPr>
        </p:nvSpPr>
        <p:spPr>
          <a:xfrm>
            <a:off x="435429" y="420572"/>
            <a:ext cx="10408582" cy="647121"/>
          </a:xfrm>
        </p:spPr>
        <p:txBody>
          <a:bodyPr/>
          <a:lstStyle/>
          <a:p>
            <a:r>
              <a:rPr lang="en-US" altLang="en-US" dirty="0"/>
              <a:t>Plagiarism</a:t>
            </a:r>
          </a:p>
        </p:txBody>
      </p:sp>
      <p:sp>
        <p:nvSpPr>
          <p:cNvPr id="73731" name="Rectangle 3">
            <a:extLst>
              <a:ext uri="{FF2B5EF4-FFF2-40B4-BE49-F238E27FC236}">
                <a16:creationId xmlns:a16="http://schemas.microsoft.com/office/drawing/2014/main" id="{CD848FE0-72A1-1AD4-7A2A-DC2374683409}"/>
              </a:ext>
            </a:extLst>
          </p:cNvPr>
          <p:cNvSpPr>
            <a:spLocks noGrp="1" noChangeArrowheads="1"/>
          </p:cNvSpPr>
          <p:nvPr>
            <p:ph idx="1"/>
          </p:nvPr>
        </p:nvSpPr>
        <p:spPr>
          <a:xfrm>
            <a:off x="435430" y="2057400"/>
            <a:ext cx="11306806" cy="3892639"/>
          </a:xfrm>
        </p:spPr>
        <p:txBody>
          <a:bodyPr/>
          <a:lstStyle/>
          <a:p>
            <a:r>
              <a:rPr lang="en-US" b="1" dirty="0"/>
              <a:t>Plagiarism</a:t>
            </a:r>
            <a:r>
              <a:rPr lang="en-US" dirty="0"/>
              <a:t> means </a:t>
            </a:r>
            <a:r>
              <a:rPr lang="en-US" b="1" dirty="0"/>
              <a:t>using someone else’s words, ideas, or work without giving proper credit</a:t>
            </a:r>
            <a:r>
              <a:rPr lang="en-US" dirty="0"/>
              <a:t> — and pretending it’s your own.</a:t>
            </a:r>
          </a:p>
          <a:p>
            <a:endParaRPr lang="en-US" dirty="0"/>
          </a:p>
          <a:p>
            <a:pPr marL="0" indent="0">
              <a:buNone/>
            </a:pPr>
            <a:r>
              <a:rPr lang="en-US" b="1" dirty="0">
                <a:solidFill>
                  <a:srgbClr val="FF0000"/>
                </a:solidFill>
              </a:rPr>
              <a:t>Examples:</a:t>
            </a:r>
          </a:p>
          <a:p>
            <a:pPr>
              <a:buFont typeface="+mj-lt"/>
              <a:buAutoNum type="arabicPeriod"/>
            </a:pPr>
            <a:r>
              <a:rPr lang="en-US" dirty="0"/>
              <a:t>Copying a paragraph from Wikipedia into your assignment without mentioning the source.</a:t>
            </a:r>
          </a:p>
          <a:p>
            <a:pPr>
              <a:buFont typeface="+mj-lt"/>
              <a:buAutoNum type="arabicPeriod"/>
            </a:pPr>
            <a:r>
              <a:rPr lang="en-US" dirty="0"/>
              <a:t>Using another student’s project and submitting it as yours.</a:t>
            </a:r>
          </a:p>
          <a:p>
            <a:pPr>
              <a:buFont typeface="+mj-lt"/>
              <a:buAutoNum type="arabicPeriod"/>
            </a:pPr>
            <a:r>
              <a:rPr lang="en-US" dirty="0"/>
              <a:t>Taking ideas from a research paper but not citing the author.</a:t>
            </a:r>
          </a:p>
          <a:p>
            <a:endParaRPr lang="en-US" altLang="en-US" dirty="0"/>
          </a:p>
        </p:txBody>
      </p:sp>
      <p:sp>
        <p:nvSpPr>
          <p:cNvPr id="73733" name="Slide Number Placeholder 4">
            <a:extLst>
              <a:ext uri="{FF2B5EF4-FFF2-40B4-BE49-F238E27FC236}">
                <a16:creationId xmlns:a16="http://schemas.microsoft.com/office/drawing/2014/main" id="{7E3D1D5E-8C5A-F9DB-4CE6-E909917FFE13}"/>
              </a:ext>
            </a:extLst>
          </p:cNvPr>
          <p:cNvSpPr>
            <a:spLocks noGrp="1"/>
          </p:cNvSpPr>
          <p:nvPr>
            <p:ph type="sldNum" sz="quarter" idx="12"/>
          </p:nvPr>
        </p:nvSpPr>
        <p:spPr bwMode="auto">
          <a:xfrm>
            <a:off x="11523612" y="6432265"/>
            <a:ext cx="58057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Light" panose="020F0302020204030204" pitchFamily="34" charset="0"/>
              </a:defRPr>
            </a:lvl1pPr>
            <a:lvl2pPr marL="742950" indent="-285750">
              <a:defRPr>
                <a:solidFill>
                  <a:schemeClr val="tx1"/>
                </a:solidFill>
                <a:latin typeface="Calibri Light" panose="020F0302020204030204" pitchFamily="34" charset="0"/>
              </a:defRPr>
            </a:lvl2pPr>
            <a:lvl3pPr marL="1143000" indent="-228600">
              <a:defRPr>
                <a:solidFill>
                  <a:schemeClr val="tx1"/>
                </a:solidFill>
                <a:latin typeface="Calibri Light" panose="020F0302020204030204" pitchFamily="34" charset="0"/>
              </a:defRPr>
            </a:lvl3pPr>
            <a:lvl4pPr marL="1600200" indent="-228600">
              <a:defRPr>
                <a:solidFill>
                  <a:schemeClr val="tx1"/>
                </a:solidFill>
                <a:latin typeface="Calibri Light" panose="020F0302020204030204" pitchFamily="34" charset="0"/>
              </a:defRPr>
            </a:lvl4pPr>
            <a:lvl5pPr marL="2057400" indent="-228600">
              <a:defRPr>
                <a:solidFill>
                  <a:schemeClr val="tx1"/>
                </a:solidFill>
                <a:latin typeface="Calibri Light" panose="020F0302020204030204" pitchFamily="34" charset="0"/>
              </a:defRPr>
            </a:lvl5pPr>
            <a:lvl6pPr marL="2514600" indent="-228600" defTabSz="457200" eaLnBrk="0" fontAlgn="base" hangingPunct="0">
              <a:spcBef>
                <a:spcPct val="0"/>
              </a:spcBef>
              <a:spcAft>
                <a:spcPct val="0"/>
              </a:spcAft>
              <a:defRPr>
                <a:solidFill>
                  <a:schemeClr val="tx1"/>
                </a:solidFill>
                <a:latin typeface="Calibri Light" panose="020F0302020204030204" pitchFamily="34" charset="0"/>
              </a:defRPr>
            </a:lvl6pPr>
            <a:lvl7pPr marL="2971800" indent="-228600" defTabSz="457200" eaLnBrk="0" fontAlgn="base" hangingPunct="0">
              <a:spcBef>
                <a:spcPct val="0"/>
              </a:spcBef>
              <a:spcAft>
                <a:spcPct val="0"/>
              </a:spcAft>
              <a:defRPr>
                <a:solidFill>
                  <a:schemeClr val="tx1"/>
                </a:solidFill>
                <a:latin typeface="Calibri Light" panose="020F0302020204030204" pitchFamily="34" charset="0"/>
              </a:defRPr>
            </a:lvl7pPr>
            <a:lvl8pPr marL="3429000" indent="-228600" defTabSz="457200" eaLnBrk="0" fontAlgn="base" hangingPunct="0">
              <a:spcBef>
                <a:spcPct val="0"/>
              </a:spcBef>
              <a:spcAft>
                <a:spcPct val="0"/>
              </a:spcAft>
              <a:defRPr>
                <a:solidFill>
                  <a:schemeClr val="tx1"/>
                </a:solidFill>
                <a:latin typeface="Calibri Light" panose="020F0302020204030204" pitchFamily="34" charset="0"/>
              </a:defRPr>
            </a:lvl8pPr>
            <a:lvl9pPr marL="3886200" indent="-228600" defTabSz="457200" eaLnBrk="0" fontAlgn="base" hangingPunct="0">
              <a:spcBef>
                <a:spcPct val="0"/>
              </a:spcBef>
              <a:spcAft>
                <a:spcPct val="0"/>
              </a:spcAft>
              <a:defRPr>
                <a:solidFill>
                  <a:schemeClr val="tx1"/>
                </a:solidFill>
                <a:latin typeface="Calibri Light" panose="020F0302020204030204" pitchFamily="34" charset="0"/>
              </a:defRPr>
            </a:lvl9pPr>
          </a:lstStyle>
          <a:p>
            <a:fld id="{7432C098-3300-4C0B-A6B2-125D382B4190}" type="slidenum">
              <a:rPr lang="en-US" altLang="en-US" smtClean="0"/>
              <a:pPr/>
              <a:t>49</a:t>
            </a:fld>
            <a:endParaRPr lang="en-US" altLang="en-US"/>
          </a:p>
        </p:txBody>
      </p:sp>
      <p:sp>
        <p:nvSpPr>
          <p:cNvPr id="4" name="Footer Placeholder 3">
            <a:extLst>
              <a:ext uri="{FF2B5EF4-FFF2-40B4-BE49-F238E27FC236}">
                <a16:creationId xmlns:a16="http://schemas.microsoft.com/office/drawing/2014/main" id="{03E42AE1-A76E-6407-81F2-3F944B7B0BA1}"/>
              </a:ext>
            </a:extLst>
          </p:cNvPr>
          <p:cNvSpPr>
            <a:spLocks noGrp="1"/>
          </p:cNvSpPr>
          <p:nvPr>
            <p:ph type="ftr" sz="quarter" idx="4294967295"/>
          </p:nvPr>
        </p:nvSpPr>
        <p:spPr>
          <a:xfrm>
            <a:off x="0" y="6554788"/>
            <a:ext cx="3771900" cy="228600"/>
          </a:xfrm>
          <a:prstGeom prst="rect">
            <a:avLst/>
          </a:prstGeom>
        </p:spPr>
        <p:txBody>
          <a:bodyPr/>
          <a:lstStyle/>
          <a:p>
            <a:pPr>
              <a:defRPr/>
            </a:pPr>
            <a:r>
              <a:rPr lang="en-US" sz="1200" dirty="0">
                <a:solidFill>
                  <a:schemeClr val="bg1"/>
                </a:solidFill>
              </a:rPr>
              <a:t>Ethics in Information Technology, Fourth Edition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026">
            <a:extLst>
              <a:ext uri="{FF2B5EF4-FFF2-40B4-BE49-F238E27FC236}">
                <a16:creationId xmlns:a16="http://schemas.microsoft.com/office/drawing/2014/main" id="{1682F931-FD11-CF9E-79C0-7A4A8919943D}"/>
              </a:ext>
            </a:extLst>
          </p:cNvPr>
          <p:cNvSpPr>
            <a:spLocks noGrp="1" noChangeArrowheads="1"/>
          </p:cNvSpPr>
          <p:nvPr>
            <p:ph type="title"/>
          </p:nvPr>
        </p:nvSpPr>
        <p:spPr>
          <a:xfrm>
            <a:off x="435429" y="420572"/>
            <a:ext cx="10408582" cy="647121"/>
          </a:xfrm>
        </p:spPr>
        <p:txBody>
          <a:bodyPr/>
          <a:lstStyle/>
          <a:p>
            <a:r>
              <a:rPr lang="en-US" altLang="en-US" dirty="0"/>
              <a:t>Plagiarism forms</a:t>
            </a:r>
          </a:p>
        </p:txBody>
      </p:sp>
      <p:sp>
        <p:nvSpPr>
          <p:cNvPr id="79875" name="Rectangle 1027">
            <a:extLst>
              <a:ext uri="{FF2B5EF4-FFF2-40B4-BE49-F238E27FC236}">
                <a16:creationId xmlns:a16="http://schemas.microsoft.com/office/drawing/2014/main" id="{A6D7F3F6-CDDD-7CE1-8798-EB3DCCF77499}"/>
              </a:ext>
            </a:extLst>
          </p:cNvPr>
          <p:cNvSpPr>
            <a:spLocks noGrp="1" noChangeArrowheads="1"/>
          </p:cNvSpPr>
          <p:nvPr>
            <p:ph idx="1"/>
          </p:nvPr>
        </p:nvSpPr>
        <p:spPr>
          <a:xfrm>
            <a:off x="435430" y="1436914"/>
            <a:ext cx="11306806" cy="4513125"/>
          </a:xfrm>
        </p:spPr>
        <p:txBody>
          <a:bodyPr/>
          <a:lstStyle/>
          <a:p>
            <a:r>
              <a:rPr lang="en-US" altLang="en-US" b="1" dirty="0"/>
              <a:t>Verbatim copying:  </a:t>
            </a:r>
            <a:r>
              <a:rPr lang="en-US" dirty="0"/>
              <a:t>copying text or content word-for-word from another source without proper acknowledgment or quotation, which is a form of plagiarism. </a:t>
            </a:r>
            <a:r>
              <a:rPr lang="en-US" dirty="0">
                <a:solidFill>
                  <a:srgbClr val="FF0000"/>
                </a:solidFill>
              </a:rPr>
              <a:t>Example: </a:t>
            </a:r>
            <a:r>
              <a:rPr lang="en-US" dirty="0"/>
              <a:t>Copying code from an online source </a:t>
            </a:r>
            <a:r>
              <a:rPr lang="en-US" b="1" dirty="0"/>
              <a:t>without crediting the author</a:t>
            </a:r>
            <a:r>
              <a:rPr lang="en-US" dirty="0"/>
              <a:t>.</a:t>
            </a:r>
          </a:p>
          <a:p>
            <a:r>
              <a:rPr lang="en-US" altLang="en-US" b="1" dirty="0"/>
              <a:t>Self-plagiarism: </a:t>
            </a:r>
            <a:r>
              <a:rPr lang="en-US" b="1" dirty="0"/>
              <a:t>Self-plagiarism</a:t>
            </a:r>
            <a:r>
              <a:rPr lang="en-US" dirty="0"/>
              <a:t> is the act of </a:t>
            </a:r>
            <a:r>
              <a:rPr lang="en-US" b="1" dirty="0"/>
              <a:t>reusing one’s own previous work or writing</a:t>
            </a:r>
            <a:r>
              <a:rPr lang="en-US" dirty="0"/>
              <a:t> and submitting it as new without proper acknowledgment or permission. </a:t>
            </a:r>
            <a:r>
              <a:rPr lang="en-US" dirty="0">
                <a:solidFill>
                  <a:srgbClr val="FF0000"/>
                </a:solidFill>
              </a:rPr>
              <a:t>Example:</a:t>
            </a:r>
            <a:r>
              <a:rPr lang="en-US" dirty="0"/>
              <a:t> Submitting the same assignment in two different courses.</a:t>
            </a:r>
            <a:endParaRPr lang="en-US" altLang="en-US" b="1" dirty="0"/>
          </a:p>
        </p:txBody>
      </p:sp>
      <p:sp>
        <p:nvSpPr>
          <p:cNvPr id="79877" name="Slide Number Placeholder 4">
            <a:extLst>
              <a:ext uri="{FF2B5EF4-FFF2-40B4-BE49-F238E27FC236}">
                <a16:creationId xmlns:a16="http://schemas.microsoft.com/office/drawing/2014/main" id="{E729CA89-1230-670E-5A5A-915D70864807}"/>
              </a:ext>
            </a:extLst>
          </p:cNvPr>
          <p:cNvSpPr>
            <a:spLocks noGrp="1"/>
          </p:cNvSpPr>
          <p:nvPr>
            <p:ph type="sldNum" sz="quarter" idx="12"/>
          </p:nvPr>
        </p:nvSpPr>
        <p:spPr bwMode="auto">
          <a:xfrm>
            <a:off x="11523612" y="6432265"/>
            <a:ext cx="58057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Light" panose="020F0302020204030204" pitchFamily="34" charset="0"/>
              </a:defRPr>
            </a:lvl1pPr>
            <a:lvl2pPr marL="742950" indent="-285750">
              <a:defRPr>
                <a:solidFill>
                  <a:schemeClr val="tx1"/>
                </a:solidFill>
                <a:latin typeface="Calibri Light" panose="020F0302020204030204" pitchFamily="34" charset="0"/>
              </a:defRPr>
            </a:lvl2pPr>
            <a:lvl3pPr marL="1143000" indent="-228600">
              <a:defRPr>
                <a:solidFill>
                  <a:schemeClr val="tx1"/>
                </a:solidFill>
                <a:latin typeface="Calibri Light" panose="020F0302020204030204" pitchFamily="34" charset="0"/>
              </a:defRPr>
            </a:lvl3pPr>
            <a:lvl4pPr marL="1600200" indent="-228600">
              <a:defRPr>
                <a:solidFill>
                  <a:schemeClr val="tx1"/>
                </a:solidFill>
                <a:latin typeface="Calibri Light" panose="020F0302020204030204" pitchFamily="34" charset="0"/>
              </a:defRPr>
            </a:lvl4pPr>
            <a:lvl5pPr marL="2057400" indent="-228600">
              <a:defRPr>
                <a:solidFill>
                  <a:schemeClr val="tx1"/>
                </a:solidFill>
                <a:latin typeface="Calibri Light" panose="020F0302020204030204" pitchFamily="34" charset="0"/>
              </a:defRPr>
            </a:lvl5pPr>
            <a:lvl6pPr marL="2514600" indent="-228600" defTabSz="457200" eaLnBrk="0" fontAlgn="base" hangingPunct="0">
              <a:spcBef>
                <a:spcPct val="0"/>
              </a:spcBef>
              <a:spcAft>
                <a:spcPct val="0"/>
              </a:spcAft>
              <a:defRPr>
                <a:solidFill>
                  <a:schemeClr val="tx1"/>
                </a:solidFill>
                <a:latin typeface="Calibri Light" panose="020F0302020204030204" pitchFamily="34" charset="0"/>
              </a:defRPr>
            </a:lvl6pPr>
            <a:lvl7pPr marL="2971800" indent="-228600" defTabSz="457200" eaLnBrk="0" fontAlgn="base" hangingPunct="0">
              <a:spcBef>
                <a:spcPct val="0"/>
              </a:spcBef>
              <a:spcAft>
                <a:spcPct val="0"/>
              </a:spcAft>
              <a:defRPr>
                <a:solidFill>
                  <a:schemeClr val="tx1"/>
                </a:solidFill>
                <a:latin typeface="Calibri Light" panose="020F0302020204030204" pitchFamily="34" charset="0"/>
              </a:defRPr>
            </a:lvl7pPr>
            <a:lvl8pPr marL="3429000" indent="-228600" defTabSz="457200" eaLnBrk="0" fontAlgn="base" hangingPunct="0">
              <a:spcBef>
                <a:spcPct val="0"/>
              </a:spcBef>
              <a:spcAft>
                <a:spcPct val="0"/>
              </a:spcAft>
              <a:defRPr>
                <a:solidFill>
                  <a:schemeClr val="tx1"/>
                </a:solidFill>
                <a:latin typeface="Calibri Light" panose="020F0302020204030204" pitchFamily="34" charset="0"/>
              </a:defRPr>
            </a:lvl8pPr>
            <a:lvl9pPr marL="3886200" indent="-228600" defTabSz="457200" eaLnBrk="0" fontAlgn="base" hangingPunct="0">
              <a:spcBef>
                <a:spcPct val="0"/>
              </a:spcBef>
              <a:spcAft>
                <a:spcPct val="0"/>
              </a:spcAft>
              <a:defRPr>
                <a:solidFill>
                  <a:schemeClr val="tx1"/>
                </a:solidFill>
                <a:latin typeface="Calibri Light" panose="020F0302020204030204" pitchFamily="34" charset="0"/>
              </a:defRPr>
            </a:lvl9pPr>
          </a:lstStyle>
          <a:p>
            <a:fld id="{63C7A0F1-C970-47E4-8054-603E3C15F193}" type="slidenum">
              <a:rPr lang="en-US" altLang="en-US" smtClean="0"/>
              <a:pPr/>
              <a:t>50</a:t>
            </a:fld>
            <a:endParaRPr lang="en-US" altLang="en-US"/>
          </a:p>
        </p:txBody>
      </p:sp>
      <p:sp>
        <p:nvSpPr>
          <p:cNvPr id="4" name="Footer Placeholder 3">
            <a:extLst>
              <a:ext uri="{FF2B5EF4-FFF2-40B4-BE49-F238E27FC236}">
                <a16:creationId xmlns:a16="http://schemas.microsoft.com/office/drawing/2014/main" id="{5531E6C4-99A3-A51C-0167-7AE0AED435A5}"/>
              </a:ext>
            </a:extLst>
          </p:cNvPr>
          <p:cNvSpPr>
            <a:spLocks noGrp="1"/>
          </p:cNvSpPr>
          <p:nvPr>
            <p:ph type="ftr" sz="quarter" idx="4294967295"/>
          </p:nvPr>
        </p:nvSpPr>
        <p:spPr>
          <a:xfrm>
            <a:off x="0" y="6554788"/>
            <a:ext cx="3771900" cy="228600"/>
          </a:xfrm>
          <a:prstGeom prst="rect">
            <a:avLst/>
          </a:prstGeom>
        </p:spPr>
        <p:txBody>
          <a:bodyPr/>
          <a:lstStyle/>
          <a:p>
            <a:pPr>
              <a:defRPr/>
            </a:pPr>
            <a:r>
              <a:rPr lang="en-US" sz="1100" dirty="0">
                <a:solidFill>
                  <a:schemeClr val="bg1"/>
                </a:solidFill>
              </a:rPr>
              <a:t>Ethics in Information Technology, Fourth Edition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D1D-3C73-429B-90B2-348E25C6FB63}"/>
              </a:ext>
            </a:extLst>
          </p:cNvPr>
          <p:cNvSpPr>
            <a:spLocks noGrp="1"/>
          </p:cNvSpPr>
          <p:nvPr>
            <p:ph type="title"/>
          </p:nvPr>
        </p:nvSpPr>
        <p:spPr/>
        <p:txBody>
          <a:bodyPr/>
          <a:lstStyle/>
          <a:p>
            <a:r>
              <a:rPr lang="en-US" dirty="0"/>
              <a:t>Difference </a:t>
            </a:r>
            <a:endParaRPr lang="en-PK" dirty="0"/>
          </a:p>
        </p:txBody>
      </p:sp>
      <p:graphicFrame>
        <p:nvGraphicFramePr>
          <p:cNvPr id="5" name="Content Placeholder 4">
            <a:extLst>
              <a:ext uri="{FF2B5EF4-FFF2-40B4-BE49-F238E27FC236}">
                <a16:creationId xmlns:a16="http://schemas.microsoft.com/office/drawing/2014/main" id="{561A5BDD-EDCE-4C4F-A9FA-F8689E0F57BA}"/>
              </a:ext>
            </a:extLst>
          </p:cNvPr>
          <p:cNvGraphicFramePr>
            <a:graphicFrameLocks noGrp="1"/>
          </p:cNvGraphicFramePr>
          <p:nvPr>
            <p:ph idx="1"/>
            <p:extLst>
              <p:ext uri="{D42A27DB-BD31-4B8C-83A1-F6EECF244321}">
                <p14:modId xmlns:p14="http://schemas.microsoft.com/office/powerpoint/2010/main" val="2363952623"/>
              </p:ext>
            </p:extLst>
          </p:nvPr>
        </p:nvGraphicFramePr>
        <p:xfrm>
          <a:off x="506134" y="2133600"/>
          <a:ext cx="11307764" cy="3657600"/>
        </p:xfrm>
        <a:graphic>
          <a:graphicData uri="http://schemas.openxmlformats.org/drawingml/2006/table">
            <a:tbl>
              <a:tblPr>
                <a:tableStyleId>{69C7853C-536D-4A76-A0AE-DD22124D55A5}</a:tableStyleId>
              </a:tblPr>
              <a:tblGrid>
                <a:gridCol w="2826941">
                  <a:extLst>
                    <a:ext uri="{9D8B030D-6E8A-4147-A177-3AD203B41FA5}">
                      <a16:colId xmlns:a16="http://schemas.microsoft.com/office/drawing/2014/main" val="3943059598"/>
                    </a:ext>
                  </a:extLst>
                </a:gridCol>
                <a:gridCol w="2826941">
                  <a:extLst>
                    <a:ext uri="{9D8B030D-6E8A-4147-A177-3AD203B41FA5}">
                      <a16:colId xmlns:a16="http://schemas.microsoft.com/office/drawing/2014/main" val="1882261443"/>
                    </a:ext>
                  </a:extLst>
                </a:gridCol>
                <a:gridCol w="2826941">
                  <a:extLst>
                    <a:ext uri="{9D8B030D-6E8A-4147-A177-3AD203B41FA5}">
                      <a16:colId xmlns:a16="http://schemas.microsoft.com/office/drawing/2014/main" val="1873189285"/>
                    </a:ext>
                  </a:extLst>
                </a:gridCol>
                <a:gridCol w="2826941">
                  <a:extLst>
                    <a:ext uri="{9D8B030D-6E8A-4147-A177-3AD203B41FA5}">
                      <a16:colId xmlns:a16="http://schemas.microsoft.com/office/drawing/2014/main" val="2627803491"/>
                    </a:ext>
                  </a:extLst>
                </a:gridCol>
              </a:tblGrid>
              <a:tr h="365760">
                <a:tc>
                  <a:txBody>
                    <a:bodyPr/>
                    <a:lstStyle/>
                    <a:p>
                      <a:r>
                        <a:rPr lang="en-US" sz="1800" b="1"/>
                        <a:t>Type</a:t>
                      </a:r>
                      <a:endParaRPr lang="en-US" sz="18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b="1"/>
                        <a:t>Meaning</a:t>
                      </a:r>
                      <a:endParaRPr lang="en-US" sz="18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b="1"/>
                        <a:t>Whose Work is Copied</a:t>
                      </a:r>
                      <a:endParaRPr lang="en-US" sz="18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b="1"/>
                        <a:t>Example</a:t>
                      </a:r>
                      <a:endParaRPr lang="en-US" sz="18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9927824"/>
                  </a:ext>
                </a:extLst>
              </a:tr>
              <a:tr h="1188720">
                <a:tc>
                  <a:txBody>
                    <a:bodyPr/>
                    <a:lstStyle/>
                    <a:p>
                      <a:r>
                        <a:rPr lang="en-US" sz="1800" b="1"/>
                        <a:t>Plagiarism</a:t>
                      </a:r>
                      <a:endParaRPr lang="en-US" sz="18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t>Using someone else’s ideas, words, or work without giving credit.</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a:t>Someone else’s work</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a:t>Copying a paragraph from a website into your assignment without citation.</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8427214"/>
                  </a:ext>
                </a:extLst>
              </a:tr>
              <a:tr h="914400">
                <a:tc>
                  <a:txBody>
                    <a:bodyPr/>
                    <a:lstStyle/>
                    <a:p>
                      <a:r>
                        <a:rPr lang="en-US" sz="1800" b="1"/>
                        <a:t>Verbatim Copying</a:t>
                      </a:r>
                      <a:endParaRPr lang="en-US" sz="18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t>Copying text word-for-word (exact same words) without quotation or credit.</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a:t>Someone else’s work</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a:t>Copy-pasting a whole paragraph from a book exactly as it is.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1406345"/>
                  </a:ext>
                </a:extLst>
              </a:tr>
              <a:tr h="914400">
                <a:tc>
                  <a:txBody>
                    <a:bodyPr/>
                    <a:lstStyle/>
                    <a:p>
                      <a:r>
                        <a:rPr lang="en-US" sz="1800" b="1"/>
                        <a:t>Self-Plagiarism</a:t>
                      </a:r>
                      <a:endParaRPr lang="en-US" sz="18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a:t>Reusing your own previously submitted work without permission or citation.</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a:t>Your own past work</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800" dirty="0"/>
                        <a:t>Submitting the same essay in two different courses.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6822821"/>
                  </a:ext>
                </a:extLst>
              </a:tr>
            </a:tbl>
          </a:graphicData>
        </a:graphic>
      </p:graphicFrame>
      <p:sp>
        <p:nvSpPr>
          <p:cNvPr id="4" name="Slide Number Placeholder 3">
            <a:extLst>
              <a:ext uri="{FF2B5EF4-FFF2-40B4-BE49-F238E27FC236}">
                <a16:creationId xmlns:a16="http://schemas.microsoft.com/office/drawing/2014/main" id="{F6609B52-3E74-49E7-9E65-E6C5E7D1DA1F}"/>
              </a:ext>
            </a:extLst>
          </p:cNvPr>
          <p:cNvSpPr>
            <a:spLocks noGrp="1"/>
          </p:cNvSpPr>
          <p:nvPr>
            <p:ph type="sldNum" sz="quarter" idx="12"/>
          </p:nvPr>
        </p:nvSpPr>
        <p:spPr/>
        <p:txBody>
          <a:bodyPr/>
          <a:lstStyle/>
          <a:p>
            <a:pPr>
              <a:defRPr/>
            </a:pPr>
            <a:fld id="{A3ACB5C1-21FF-4B0B-93FC-A7F2195E8F7F}" type="slidenum">
              <a:rPr lang="en-US" altLang="en-US" smtClean="0"/>
              <a:pPr>
                <a:defRPr/>
              </a:pPr>
              <a:t>51</a:t>
            </a:fld>
            <a:endParaRPr lang="en-US" altLang="en-US" sz="2000"/>
          </a:p>
        </p:txBody>
      </p:sp>
    </p:spTree>
    <p:extLst>
      <p:ext uri="{BB962C8B-B14F-4D97-AF65-F5344CB8AC3E}">
        <p14:creationId xmlns:p14="http://schemas.microsoft.com/office/powerpoint/2010/main" val="28035256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8E97-8666-5E98-07A3-176F576323EE}"/>
              </a:ext>
            </a:extLst>
          </p:cNvPr>
          <p:cNvSpPr>
            <a:spLocks noGrp="1"/>
          </p:cNvSpPr>
          <p:nvPr>
            <p:ph type="title"/>
          </p:nvPr>
        </p:nvSpPr>
        <p:spPr/>
        <p:txBody>
          <a:bodyPr>
            <a:normAutofit/>
          </a:bodyPr>
          <a:lstStyle/>
          <a:p>
            <a:r>
              <a:rPr lang="en-US" altLang="en-US" b="1" dirty="0"/>
              <a:t>HEC Plagiarism policy for academic:</a:t>
            </a:r>
            <a:endParaRPr lang="en-US" dirty="0"/>
          </a:p>
        </p:txBody>
      </p:sp>
      <p:sp>
        <p:nvSpPr>
          <p:cNvPr id="3" name="Content Placeholder 2">
            <a:extLst>
              <a:ext uri="{FF2B5EF4-FFF2-40B4-BE49-F238E27FC236}">
                <a16:creationId xmlns:a16="http://schemas.microsoft.com/office/drawing/2014/main" id="{E51AE855-4526-4D79-1D8B-B5C7A6CE9D2B}"/>
              </a:ext>
            </a:extLst>
          </p:cNvPr>
          <p:cNvSpPr>
            <a:spLocks noGrp="1"/>
          </p:cNvSpPr>
          <p:nvPr>
            <p:ph idx="1"/>
          </p:nvPr>
        </p:nvSpPr>
        <p:spPr/>
        <p:txBody>
          <a:bodyPr>
            <a:normAutofit/>
          </a:bodyPr>
          <a:lstStyle/>
          <a:p>
            <a:pPr marL="0" indent="0">
              <a:buNone/>
            </a:pPr>
            <a:r>
              <a:rPr lang="en-US" b="1" dirty="0"/>
              <a:t>What is Plagiarism? (HEC Definition)</a:t>
            </a:r>
            <a:endParaRPr lang="en-US" dirty="0"/>
          </a:p>
          <a:p>
            <a:pPr lvl="1"/>
            <a:r>
              <a:rPr lang="en-US" dirty="0"/>
              <a:t>"The act of using or closely imitating the language, ideas, and thoughts of another author without authorization and representing it as one's own original work."</a:t>
            </a:r>
          </a:p>
          <a:p>
            <a:pPr marL="0" indent="0">
              <a:buNone/>
            </a:pPr>
            <a:r>
              <a:rPr lang="en-US" b="1" dirty="0"/>
              <a:t>This includes:</a:t>
            </a:r>
            <a:endParaRPr lang="en-US" dirty="0"/>
          </a:p>
          <a:p>
            <a:pPr lvl="1"/>
            <a:r>
              <a:rPr lang="en-US" dirty="0"/>
              <a:t>Copying text without quotation marks &amp; citation.</a:t>
            </a:r>
          </a:p>
          <a:p>
            <a:pPr lvl="1"/>
            <a:r>
              <a:rPr lang="en-US" dirty="0"/>
              <a:t>Paraphrasing ideas without acknowledgment.</a:t>
            </a:r>
          </a:p>
          <a:p>
            <a:pPr lvl="1"/>
            <a:r>
              <a:rPr lang="en-US" dirty="0"/>
              <a:t>Submitting someone else's work as your own.</a:t>
            </a:r>
          </a:p>
          <a:p>
            <a:pPr lvl="0"/>
            <a:r>
              <a:rPr lang="en-US" sz="2000" b="1" dirty="0"/>
              <a:t>Reusing your own previous work without disclosure (Self-Plagiarism).</a:t>
            </a:r>
            <a:endParaRPr lang="en-US" sz="2000" dirty="0"/>
          </a:p>
          <a:p>
            <a:pPr lvl="0"/>
            <a:r>
              <a:rPr lang="en-US" sz="2000" b="1" dirty="0"/>
              <a:t>For CS: Copying code without proper attribution.</a:t>
            </a:r>
            <a:endParaRPr lang="en-US" sz="2000" dirty="0"/>
          </a:p>
          <a:p>
            <a:r>
              <a:rPr lang="en-US" altLang="en-US" sz="2000" dirty="0">
                <a:hlinkClick r:id="rId2"/>
              </a:rPr>
              <a:t>Source: http://hec.gov.pk/english/services/faculty/Documents/Plagiarism/Plagiarism%20Policy.pdf</a:t>
            </a:r>
            <a:endParaRPr lang="en-US" altLang="en-US" sz="2000" dirty="0"/>
          </a:p>
        </p:txBody>
      </p:sp>
      <p:sp>
        <p:nvSpPr>
          <p:cNvPr id="4" name="Slide Number Placeholder 3">
            <a:extLst>
              <a:ext uri="{FF2B5EF4-FFF2-40B4-BE49-F238E27FC236}">
                <a16:creationId xmlns:a16="http://schemas.microsoft.com/office/drawing/2014/main" id="{627FB201-9F5A-0E1D-812D-56DB818E83CA}"/>
              </a:ext>
            </a:extLst>
          </p:cNvPr>
          <p:cNvSpPr>
            <a:spLocks noGrp="1"/>
          </p:cNvSpPr>
          <p:nvPr>
            <p:ph type="sldNum" sz="quarter" idx="12"/>
          </p:nvPr>
        </p:nvSpPr>
        <p:spPr/>
        <p:txBody>
          <a:bodyPr/>
          <a:lstStyle/>
          <a:p>
            <a:pPr>
              <a:defRPr/>
            </a:pPr>
            <a:fld id="{A3ACB5C1-21FF-4B0B-93FC-A7F2195E8F7F}" type="slidenum">
              <a:rPr lang="en-US" altLang="en-US" smtClean="0"/>
              <a:pPr>
                <a:defRPr/>
              </a:pPr>
              <a:t>52</a:t>
            </a:fld>
            <a:endParaRPr lang="en-US" altLang="en-US" sz="2000"/>
          </a:p>
        </p:txBody>
      </p:sp>
    </p:spTree>
    <p:extLst>
      <p:ext uri="{BB962C8B-B14F-4D97-AF65-F5344CB8AC3E}">
        <p14:creationId xmlns:p14="http://schemas.microsoft.com/office/powerpoint/2010/main" val="18024410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1AA49-AD29-CCFD-23F4-D17BFCA0CF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BB3613-8A37-CB48-D65F-DF2883876DD9}"/>
              </a:ext>
            </a:extLst>
          </p:cNvPr>
          <p:cNvSpPr>
            <a:spLocks noGrp="1"/>
          </p:cNvSpPr>
          <p:nvPr>
            <p:ph type="title"/>
          </p:nvPr>
        </p:nvSpPr>
        <p:spPr/>
        <p:txBody>
          <a:bodyPr>
            <a:normAutofit/>
          </a:bodyPr>
          <a:lstStyle/>
          <a:p>
            <a:r>
              <a:rPr lang="en-US" altLang="en-US" b="1" dirty="0"/>
              <a:t>HEC Plagiarism policy for academic:</a:t>
            </a:r>
            <a:endParaRPr lang="en-US" dirty="0"/>
          </a:p>
        </p:txBody>
      </p:sp>
      <p:sp>
        <p:nvSpPr>
          <p:cNvPr id="3" name="Content Placeholder 2">
            <a:extLst>
              <a:ext uri="{FF2B5EF4-FFF2-40B4-BE49-F238E27FC236}">
                <a16:creationId xmlns:a16="http://schemas.microsoft.com/office/drawing/2014/main" id="{19ACD886-0C1E-B9FF-A848-F2B3AD5999D7}"/>
              </a:ext>
            </a:extLst>
          </p:cNvPr>
          <p:cNvSpPr>
            <a:spLocks noGrp="1"/>
          </p:cNvSpPr>
          <p:nvPr>
            <p:ph idx="1"/>
          </p:nvPr>
        </p:nvSpPr>
        <p:spPr/>
        <p:txBody>
          <a:bodyPr>
            <a:normAutofit/>
          </a:bodyPr>
          <a:lstStyle/>
          <a:p>
            <a:r>
              <a:rPr lang="en-US" sz="2400" b="1" dirty="0"/>
              <a:t>The Similarity Index &amp; Categories</a:t>
            </a:r>
            <a:endParaRPr lang="en-US" sz="2400" dirty="0"/>
          </a:p>
          <a:p>
            <a:pPr lvl="1"/>
            <a:r>
              <a:rPr lang="en-US" sz="2000" dirty="0"/>
              <a:t>HEC uses plagiarism detection software (e.g., Turnitin) to generate a </a:t>
            </a:r>
            <a:r>
              <a:rPr lang="en-US" sz="2000" b="1" dirty="0"/>
              <a:t>Similarity Index</a:t>
            </a:r>
            <a:r>
              <a:rPr lang="en-US" sz="2000" dirty="0"/>
              <a:t> (% of matched text).</a:t>
            </a:r>
          </a:p>
          <a:p>
            <a:pPr lvl="1"/>
            <a:endParaRPr lang="en-US" sz="2000" dirty="0"/>
          </a:p>
          <a:p>
            <a:endParaRPr lang="en-US" sz="2400" dirty="0"/>
          </a:p>
          <a:p>
            <a:endParaRPr lang="en-US" sz="2400" dirty="0"/>
          </a:p>
          <a:p>
            <a:endParaRPr lang="en-US" sz="2400" dirty="0"/>
          </a:p>
          <a:p>
            <a:endParaRPr lang="en-US" sz="2400" dirty="0"/>
          </a:p>
          <a:p>
            <a:endParaRPr lang="en-US" sz="2400" dirty="0"/>
          </a:p>
          <a:p>
            <a:endParaRPr lang="en-US" sz="2400" dirty="0"/>
          </a:p>
        </p:txBody>
      </p:sp>
      <p:sp>
        <p:nvSpPr>
          <p:cNvPr id="4" name="Slide Number Placeholder 3">
            <a:extLst>
              <a:ext uri="{FF2B5EF4-FFF2-40B4-BE49-F238E27FC236}">
                <a16:creationId xmlns:a16="http://schemas.microsoft.com/office/drawing/2014/main" id="{38DF17A8-6A67-A0B8-8D49-7224A13C340C}"/>
              </a:ext>
            </a:extLst>
          </p:cNvPr>
          <p:cNvSpPr>
            <a:spLocks noGrp="1"/>
          </p:cNvSpPr>
          <p:nvPr>
            <p:ph type="sldNum" sz="quarter" idx="12"/>
          </p:nvPr>
        </p:nvSpPr>
        <p:spPr/>
        <p:txBody>
          <a:bodyPr/>
          <a:lstStyle/>
          <a:p>
            <a:pPr>
              <a:defRPr/>
            </a:pPr>
            <a:fld id="{A3ACB5C1-21FF-4B0B-93FC-A7F2195E8F7F}" type="slidenum">
              <a:rPr lang="en-US" altLang="en-US" smtClean="0"/>
              <a:pPr>
                <a:defRPr/>
              </a:pPr>
              <a:t>53</a:t>
            </a:fld>
            <a:endParaRPr lang="en-US" altLang="en-US" sz="2000"/>
          </a:p>
        </p:txBody>
      </p:sp>
      <p:pic>
        <p:nvPicPr>
          <p:cNvPr id="15" name="Picture 14">
            <a:extLst>
              <a:ext uri="{FF2B5EF4-FFF2-40B4-BE49-F238E27FC236}">
                <a16:creationId xmlns:a16="http://schemas.microsoft.com/office/drawing/2014/main" id="{F6472BC3-0974-501C-A7B8-5538DEB95082}"/>
              </a:ext>
            </a:extLst>
          </p:cNvPr>
          <p:cNvPicPr>
            <a:picLocks noChangeAspect="1"/>
          </p:cNvPicPr>
          <p:nvPr/>
        </p:nvPicPr>
        <p:blipFill>
          <a:blip r:embed="rId2"/>
          <a:stretch>
            <a:fillRect/>
          </a:stretch>
        </p:blipFill>
        <p:spPr>
          <a:xfrm>
            <a:off x="1143000" y="2895600"/>
            <a:ext cx="9829800" cy="3054439"/>
          </a:xfrm>
          <a:prstGeom prst="rect">
            <a:avLst/>
          </a:prstGeom>
        </p:spPr>
      </p:pic>
    </p:spTree>
    <p:extLst>
      <p:ext uri="{BB962C8B-B14F-4D97-AF65-F5344CB8AC3E}">
        <p14:creationId xmlns:p14="http://schemas.microsoft.com/office/powerpoint/2010/main" val="21859662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567D0-1921-1E26-C5CA-EDD80D1DAA96}"/>
              </a:ext>
            </a:extLst>
          </p:cNvPr>
          <p:cNvSpPr>
            <a:spLocks noGrp="1"/>
          </p:cNvSpPr>
          <p:nvPr>
            <p:ph type="title"/>
          </p:nvPr>
        </p:nvSpPr>
        <p:spPr/>
        <p:txBody>
          <a:bodyPr>
            <a:normAutofit/>
          </a:bodyPr>
          <a:lstStyle/>
          <a:p>
            <a:r>
              <a:rPr lang="en-US" b="1" dirty="0">
                <a:effectLst/>
              </a:rPr>
              <a:t>Implications for Computer Science Students</a:t>
            </a:r>
            <a:endParaRPr lang="en-US" dirty="0"/>
          </a:p>
        </p:txBody>
      </p:sp>
      <p:sp>
        <p:nvSpPr>
          <p:cNvPr id="3" name="Content Placeholder 2">
            <a:extLst>
              <a:ext uri="{FF2B5EF4-FFF2-40B4-BE49-F238E27FC236}">
                <a16:creationId xmlns:a16="http://schemas.microsoft.com/office/drawing/2014/main" id="{2B381DA7-7BC1-508F-30B1-FCDDD13AB6BC}"/>
              </a:ext>
            </a:extLst>
          </p:cNvPr>
          <p:cNvSpPr>
            <a:spLocks noGrp="1"/>
          </p:cNvSpPr>
          <p:nvPr>
            <p:ph idx="1"/>
          </p:nvPr>
        </p:nvSpPr>
        <p:spPr/>
        <p:txBody>
          <a:bodyPr>
            <a:normAutofit/>
          </a:bodyPr>
          <a:lstStyle/>
          <a:p>
            <a:r>
              <a:rPr lang="en-US" sz="2000" dirty="0"/>
              <a:t>The HEC policy covers </a:t>
            </a:r>
            <a:r>
              <a:rPr lang="en-US" sz="2000" b="1" dirty="0"/>
              <a:t>all academic work</a:t>
            </a:r>
            <a:r>
              <a:rPr lang="en-US" sz="2000" dirty="0"/>
              <a:t>, which includes </a:t>
            </a:r>
            <a:r>
              <a:rPr lang="en-US" sz="2000" b="1" dirty="0"/>
              <a:t>software code and technical projects.</a:t>
            </a:r>
            <a:endParaRPr lang="en-US" sz="2000" dirty="0"/>
          </a:p>
          <a:p>
            <a:pPr lvl="0"/>
            <a:r>
              <a:rPr lang="en-US" sz="2000" b="1" dirty="0">
                <a:highlight>
                  <a:srgbClr val="FFFF00"/>
                </a:highlight>
              </a:rPr>
              <a:t>Code Plagiarism is a Major Offense</a:t>
            </a:r>
            <a:r>
              <a:rPr lang="en-US" sz="2000" b="1" dirty="0"/>
              <a:t>:</a:t>
            </a:r>
            <a:r>
              <a:rPr lang="en-US" sz="2000" dirty="0"/>
              <a:t> Copying code from GitHub, Stack Overflow, or another student without proper attribution is considered plagiarism under this policy. This applies to assignments, projects, and thesis work.</a:t>
            </a:r>
          </a:p>
          <a:p>
            <a:pPr lvl="0"/>
            <a:r>
              <a:rPr lang="en-US" sz="2000" b="1" dirty="0"/>
              <a:t>How to Avoid It:</a:t>
            </a:r>
            <a:endParaRPr lang="en-US" sz="2000" dirty="0"/>
          </a:p>
          <a:p>
            <a:pPr lvl="1"/>
            <a:r>
              <a:rPr lang="en-US" sz="1800" b="1" dirty="0"/>
              <a:t>Cite Your Sources:</a:t>
            </a:r>
            <a:r>
              <a:rPr lang="en-US" sz="1800" dirty="0"/>
              <a:t> If you use code from an online source, clearly comment in your code to provide the URL and author.</a:t>
            </a:r>
          </a:p>
          <a:p>
            <a:pPr lvl="1"/>
            <a:r>
              <a:rPr lang="en-US" sz="1800" b="1" dirty="0"/>
              <a:t>Use Quotation Marks for Code:</a:t>
            </a:r>
            <a:r>
              <a:rPr lang="en-US" sz="1800" dirty="0"/>
              <a:t> For direct copying, use comments to "quote" the code and provide the source.</a:t>
            </a:r>
          </a:p>
          <a:p>
            <a:pPr lvl="1"/>
            <a:r>
              <a:rPr lang="en-US" sz="1800" b="1" dirty="0"/>
              <a:t>Write Your Own Algorithms:</a:t>
            </a:r>
            <a:r>
              <a:rPr lang="en-US" sz="1800" dirty="0"/>
              <a:t> Understand an algorithm and then implement it in your own style and logic, rather than copying it line-by-line.</a:t>
            </a:r>
          </a:p>
          <a:p>
            <a:pPr lvl="1"/>
            <a:r>
              <a:rPr lang="en-US" sz="1800" b="1" dirty="0"/>
              <a:t>Use Approved Collaboration:</a:t>
            </a:r>
            <a:r>
              <a:rPr lang="en-US" sz="1800" dirty="0"/>
              <a:t> Work with classmates only if the project is designated as a group project. Otherwise, your work must be your own.</a:t>
            </a:r>
          </a:p>
        </p:txBody>
      </p:sp>
      <p:sp>
        <p:nvSpPr>
          <p:cNvPr id="4" name="Slide Number Placeholder 3">
            <a:extLst>
              <a:ext uri="{FF2B5EF4-FFF2-40B4-BE49-F238E27FC236}">
                <a16:creationId xmlns:a16="http://schemas.microsoft.com/office/drawing/2014/main" id="{E332C200-790C-BBA2-B22E-EDB08458585F}"/>
              </a:ext>
            </a:extLst>
          </p:cNvPr>
          <p:cNvSpPr>
            <a:spLocks noGrp="1"/>
          </p:cNvSpPr>
          <p:nvPr>
            <p:ph type="sldNum" sz="quarter" idx="12"/>
          </p:nvPr>
        </p:nvSpPr>
        <p:spPr/>
        <p:txBody>
          <a:bodyPr/>
          <a:lstStyle/>
          <a:p>
            <a:pPr>
              <a:defRPr/>
            </a:pPr>
            <a:fld id="{A3ACB5C1-21FF-4B0B-93FC-A7F2195E8F7F}" type="slidenum">
              <a:rPr lang="en-US" altLang="en-US" smtClean="0"/>
              <a:pPr>
                <a:defRPr/>
              </a:pPr>
              <a:t>54</a:t>
            </a:fld>
            <a:endParaRPr lang="en-US" altLang="en-US" sz="2000"/>
          </a:p>
        </p:txBody>
      </p:sp>
    </p:spTree>
    <p:extLst>
      <p:ext uri="{BB962C8B-B14F-4D97-AF65-F5344CB8AC3E}">
        <p14:creationId xmlns:p14="http://schemas.microsoft.com/office/powerpoint/2010/main" val="1097473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2">
            <a:extLst>
              <a:ext uri="{FF2B5EF4-FFF2-40B4-BE49-F238E27FC236}">
                <a16:creationId xmlns:a16="http://schemas.microsoft.com/office/drawing/2014/main" id="{44E09D21-6C57-F51E-C000-140DAF31D4FA}"/>
              </a:ext>
            </a:extLst>
          </p:cNvPr>
          <p:cNvSpPr>
            <a:spLocks noGrp="1" noChangeArrowheads="1"/>
          </p:cNvSpPr>
          <p:nvPr>
            <p:ph type="title"/>
          </p:nvPr>
        </p:nvSpPr>
        <p:spPr>
          <a:xfrm>
            <a:off x="435429" y="420572"/>
            <a:ext cx="10408582" cy="647121"/>
          </a:xfrm>
        </p:spPr>
        <p:txBody>
          <a:bodyPr/>
          <a:lstStyle/>
          <a:p>
            <a:r>
              <a:rPr lang="en-US" altLang="en-US" dirty="0"/>
              <a:t>Plagiarism Detection Tools</a:t>
            </a:r>
          </a:p>
        </p:txBody>
      </p:sp>
      <p:sp>
        <p:nvSpPr>
          <p:cNvPr id="75780" name="Slide Number Placeholder 4">
            <a:extLst>
              <a:ext uri="{FF2B5EF4-FFF2-40B4-BE49-F238E27FC236}">
                <a16:creationId xmlns:a16="http://schemas.microsoft.com/office/drawing/2014/main" id="{3C28AFDB-10BE-0D69-5D89-464E17D036B5}"/>
              </a:ext>
            </a:extLst>
          </p:cNvPr>
          <p:cNvSpPr>
            <a:spLocks noGrp="1"/>
          </p:cNvSpPr>
          <p:nvPr>
            <p:ph type="sldNum" sz="quarter" idx="12"/>
          </p:nvPr>
        </p:nvSpPr>
        <p:spPr bwMode="auto">
          <a:xfrm>
            <a:off x="11523612" y="6432265"/>
            <a:ext cx="58057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Light" panose="020F0302020204030204" pitchFamily="34" charset="0"/>
              </a:defRPr>
            </a:lvl1pPr>
            <a:lvl2pPr marL="742950" indent="-285750">
              <a:defRPr>
                <a:solidFill>
                  <a:schemeClr val="tx1"/>
                </a:solidFill>
                <a:latin typeface="Calibri Light" panose="020F0302020204030204" pitchFamily="34" charset="0"/>
              </a:defRPr>
            </a:lvl2pPr>
            <a:lvl3pPr marL="1143000" indent="-228600">
              <a:defRPr>
                <a:solidFill>
                  <a:schemeClr val="tx1"/>
                </a:solidFill>
                <a:latin typeface="Calibri Light" panose="020F0302020204030204" pitchFamily="34" charset="0"/>
              </a:defRPr>
            </a:lvl3pPr>
            <a:lvl4pPr marL="1600200" indent="-228600">
              <a:defRPr>
                <a:solidFill>
                  <a:schemeClr val="tx1"/>
                </a:solidFill>
                <a:latin typeface="Calibri Light" panose="020F0302020204030204" pitchFamily="34" charset="0"/>
              </a:defRPr>
            </a:lvl4pPr>
            <a:lvl5pPr marL="2057400" indent="-228600">
              <a:defRPr>
                <a:solidFill>
                  <a:schemeClr val="tx1"/>
                </a:solidFill>
                <a:latin typeface="Calibri Light" panose="020F0302020204030204" pitchFamily="34" charset="0"/>
              </a:defRPr>
            </a:lvl5pPr>
            <a:lvl6pPr marL="2514600" indent="-228600" defTabSz="457200" eaLnBrk="0" fontAlgn="base" hangingPunct="0">
              <a:spcBef>
                <a:spcPct val="0"/>
              </a:spcBef>
              <a:spcAft>
                <a:spcPct val="0"/>
              </a:spcAft>
              <a:defRPr>
                <a:solidFill>
                  <a:schemeClr val="tx1"/>
                </a:solidFill>
                <a:latin typeface="Calibri Light" panose="020F0302020204030204" pitchFamily="34" charset="0"/>
              </a:defRPr>
            </a:lvl6pPr>
            <a:lvl7pPr marL="2971800" indent="-228600" defTabSz="457200" eaLnBrk="0" fontAlgn="base" hangingPunct="0">
              <a:spcBef>
                <a:spcPct val="0"/>
              </a:spcBef>
              <a:spcAft>
                <a:spcPct val="0"/>
              </a:spcAft>
              <a:defRPr>
                <a:solidFill>
                  <a:schemeClr val="tx1"/>
                </a:solidFill>
                <a:latin typeface="Calibri Light" panose="020F0302020204030204" pitchFamily="34" charset="0"/>
              </a:defRPr>
            </a:lvl7pPr>
            <a:lvl8pPr marL="3429000" indent="-228600" defTabSz="457200" eaLnBrk="0" fontAlgn="base" hangingPunct="0">
              <a:spcBef>
                <a:spcPct val="0"/>
              </a:spcBef>
              <a:spcAft>
                <a:spcPct val="0"/>
              </a:spcAft>
              <a:defRPr>
                <a:solidFill>
                  <a:schemeClr val="tx1"/>
                </a:solidFill>
                <a:latin typeface="Calibri Light" panose="020F0302020204030204" pitchFamily="34" charset="0"/>
              </a:defRPr>
            </a:lvl8pPr>
            <a:lvl9pPr marL="3886200" indent="-228600" defTabSz="457200" eaLnBrk="0" fontAlgn="base" hangingPunct="0">
              <a:spcBef>
                <a:spcPct val="0"/>
              </a:spcBef>
              <a:spcAft>
                <a:spcPct val="0"/>
              </a:spcAft>
              <a:defRPr>
                <a:solidFill>
                  <a:schemeClr val="tx1"/>
                </a:solidFill>
                <a:latin typeface="Calibri Light" panose="020F0302020204030204" pitchFamily="34" charset="0"/>
              </a:defRPr>
            </a:lvl9pPr>
          </a:lstStyle>
          <a:p>
            <a:fld id="{7A1F7FA4-8D53-4D95-A3EF-95BA179C88EE}" type="slidenum">
              <a:rPr lang="en-US" altLang="en-US" smtClean="0"/>
              <a:pPr/>
              <a:t>55</a:t>
            </a:fld>
            <a:endParaRPr lang="en-US" altLang="en-US"/>
          </a:p>
        </p:txBody>
      </p:sp>
      <p:sp>
        <p:nvSpPr>
          <p:cNvPr id="4" name="Footer Placeholder 3">
            <a:extLst>
              <a:ext uri="{FF2B5EF4-FFF2-40B4-BE49-F238E27FC236}">
                <a16:creationId xmlns:a16="http://schemas.microsoft.com/office/drawing/2014/main" id="{3FA33C31-26FB-6F6D-E32A-1A61D76F7F90}"/>
              </a:ext>
            </a:extLst>
          </p:cNvPr>
          <p:cNvSpPr>
            <a:spLocks noGrp="1"/>
          </p:cNvSpPr>
          <p:nvPr>
            <p:ph type="ftr" sz="quarter" idx="4294967295"/>
          </p:nvPr>
        </p:nvSpPr>
        <p:spPr>
          <a:xfrm>
            <a:off x="0" y="6554788"/>
            <a:ext cx="3771900" cy="228600"/>
          </a:xfrm>
          <a:prstGeom prst="rect">
            <a:avLst/>
          </a:prstGeom>
        </p:spPr>
        <p:txBody>
          <a:bodyPr/>
          <a:lstStyle/>
          <a:p>
            <a:pPr>
              <a:defRPr/>
            </a:pPr>
            <a:r>
              <a:rPr lang="en-US" sz="1100" dirty="0">
                <a:solidFill>
                  <a:schemeClr val="bg1"/>
                </a:solidFill>
              </a:rPr>
              <a:t>Ethics in Information Technology, Fourth Edition</a:t>
            </a:r>
          </a:p>
        </p:txBody>
      </p:sp>
      <p:pic>
        <p:nvPicPr>
          <p:cNvPr id="75781" name="Picture 6">
            <a:extLst>
              <a:ext uri="{FF2B5EF4-FFF2-40B4-BE49-F238E27FC236}">
                <a16:creationId xmlns:a16="http://schemas.microsoft.com/office/drawing/2014/main" id="{4F3FB9F0-46C3-9265-80EE-03EBC57411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539" y="1828800"/>
            <a:ext cx="11468655"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B187F954-BDD6-0EF3-2D68-28897DBB21F1}"/>
              </a:ext>
            </a:extLst>
          </p:cNvPr>
          <p:cNvSpPr>
            <a:spLocks noGrp="1" noChangeArrowheads="1"/>
          </p:cNvSpPr>
          <p:nvPr>
            <p:ph type="title"/>
          </p:nvPr>
        </p:nvSpPr>
        <p:spPr>
          <a:xfrm>
            <a:off x="435429" y="420572"/>
            <a:ext cx="10408582" cy="647121"/>
          </a:xfrm>
        </p:spPr>
        <p:txBody>
          <a:bodyPr/>
          <a:lstStyle/>
          <a:p>
            <a:r>
              <a:rPr lang="en-US" altLang="en-US"/>
              <a:t>Reverse Engineering</a:t>
            </a:r>
          </a:p>
        </p:txBody>
      </p:sp>
      <p:sp>
        <p:nvSpPr>
          <p:cNvPr id="47107" name="Rectangle 3">
            <a:extLst>
              <a:ext uri="{FF2B5EF4-FFF2-40B4-BE49-F238E27FC236}">
                <a16:creationId xmlns:a16="http://schemas.microsoft.com/office/drawing/2014/main" id="{34C40D8A-2688-DAF9-1936-5B9C7DFE610D}"/>
              </a:ext>
            </a:extLst>
          </p:cNvPr>
          <p:cNvSpPr>
            <a:spLocks noGrp="1" noChangeArrowheads="1"/>
          </p:cNvSpPr>
          <p:nvPr>
            <p:ph idx="1"/>
          </p:nvPr>
        </p:nvSpPr>
        <p:spPr>
          <a:xfrm>
            <a:off x="435430" y="1436914"/>
            <a:ext cx="11306806" cy="4513125"/>
          </a:xfrm>
        </p:spPr>
        <p:txBody>
          <a:bodyPr rtlCol="0">
            <a:normAutofit lnSpcReduction="10000"/>
          </a:bodyPr>
          <a:lstStyle/>
          <a:p>
            <a:r>
              <a:rPr lang="en-US" altLang="en-US" b="1" dirty="0"/>
              <a:t>Process of taking something apart in order to: </a:t>
            </a:r>
          </a:p>
          <a:p>
            <a:pPr lvl="1"/>
            <a:r>
              <a:rPr lang="en-US" altLang="en-US" dirty="0"/>
              <a:t>Understand it</a:t>
            </a:r>
          </a:p>
          <a:p>
            <a:pPr lvl="1"/>
            <a:r>
              <a:rPr lang="en-US" altLang="en-US" dirty="0"/>
              <a:t>Build a copy of it</a:t>
            </a:r>
          </a:p>
          <a:p>
            <a:pPr lvl="1"/>
            <a:r>
              <a:rPr lang="en-US" altLang="en-US" dirty="0"/>
              <a:t>Improve it</a:t>
            </a:r>
          </a:p>
          <a:p>
            <a:r>
              <a:rPr lang="en-US" altLang="en-US" b="1" dirty="0"/>
              <a:t>Applied to computer:</a:t>
            </a:r>
          </a:p>
          <a:p>
            <a:pPr lvl="1"/>
            <a:r>
              <a:rPr lang="en-US" altLang="en-US" dirty="0"/>
              <a:t>Hardware</a:t>
            </a:r>
          </a:p>
          <a:p>
            <a:pPr lvl="1"/>
            <a:r>
              <a:rPr lang="en-US" altLang="en-US" dirty="0"/>
              <a:t>Software</a:t>
            </a:r>
          </a:p>
          <a:p>
            <a:r>
              <a:rPr lang="en-US" altLang="en-US" b="1" dirty="0"/>
              <a:t>Convert a program code </a:t>
            </a:r>
          </a:p>
          <a:p>
            <a:pPr lvl="1"/>
            <a:r>
              <a:rPr lang="en-US" altLang="en-US" dirty="0"/>
              <a:t>To a higher-level design</a:t>
            </a:r>
          </a:p>
          <a:p>
            <a:pPr lvl="1"/>
            <a:r>
              <a:rPr lang="en-US" altLang="en-US" dirty="0"/>
              <a:t>To create a new representation</a:t>
            </a:r>
          </a:p>
          <a:p>
            <a:r>
              <a:rPr lang="en-US" altLang="en-US" b="1" dirty="0"/>
              <a:t>Begins by extracting design stage details</a:t>
            </a:r>
          </a:p>
        </p:txBody>
      </p:sp>
      <p:sp>
        <p:nvSpPr>
          <p:cNvPr id="83972" name="Slide Number Placeholder 4">
            <a:extLst>
              <a:ext uri="{FF2B5EF4-FFF2-40B4-BE49-F238E27FC236}">
                <a16:creationId xmlns:a16="http://schemas.microsoft.com/office/drawing/2014/main" id="{39421D0A-5F10-2415-B373-AC5D672FBE39}"/>
              </a:ext>
            </a:extLst>
          </p:cNvPr>
          <p:cNvSpPr>
            <a:spLocks noGrp="1"/>
          </p:cNvSpPr>
          <p:nvPr>
            <p:ph type="sldNum" sz="quarter" idx="12"/>
          </p:nvPr>
        </p:nvSpPr>
        <p:spPr bwMode="auto">
          <a:xfrm>
            <a:off x="11523612" y="6432265"/>
            <a:ext cx="58057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Light" panose="020F0302020204030204" pitchFamily="34" charset="0"/>
              </a:defRPr>
            </a:lvl1pPr>
            <a:lvl2pPr marL="742950" indent="-285750">
              <a:defRPr>
                <a:solidFill>
                  <a:schemeClr val="tx1"/>
                </a:solidFill>
                <a:latin typeface="Calibri Light" panose="020F0302020204030204" pitchFamily="34" charset="0"/>
              </a:defRPr>
            </a:lvl2pPr>
            <a:lvl3pPr marL="1143000" indent="-228600">
              <a:defRPr>
                <a:solidFill>
                  <a:schemeClr val="tx1"/>
                </a:solidFill>
                <a:latin typeface="Calibri Light" panose="020F0302020204030204" pitchFamily="34" charset="0"/>
              </a:defRPr>
            </a:lvl3pPr>
            <a:lvl4pPr marL="1600200" indent="-228600">
              <a:defRPr>
                <a:solidFill>
                  <a:schemeClr val="tx1"/>
                </a:solidFill>
                <a:latin typeface="Calibri Light" panose="020F0302020204030204" pitchFamily="34" charset="0"/>
              </a:defRPr>
            </a:lvl4pPr>
            <a:lvl5pPr marL="2057400" indent="-228600">
              <a:defRPr>
                <a:solidFill>
                  <a:schemeClr val="tx1"/>
                </a:solidFill>
                <a:latin typeface="Calibri Light" panose="020F0302020204030204" pitchFamily="34" charset="0"/>
              </a:defRPr>
            </a:lvl5pPr>
            <a:lvl6pPr marL="2514600" indent="-228600" defTabSz="457200" eaLnBrk="0" fontAlgn="base" hangingPunct="0">
              <a:spcBef>
                <a:spcPct val="0"/>
              </a:spcBef>
              <a:spcAft>
                <a:spcPct val="0"/>
              </a:spcAft>
              <a:defRPr>
                <a:solidFill>
                  <a:schemeClr val="tx1"/>
                </a:solidFill>
                <a:latin typeface="Calibri Light" panose="020F0302020204030204" pitchFamily="34" charset="0"/>
              </a:defRPr>
            </a:lvl6pPr>
            <a:lvl7pPr marL="2971800" indent="-228600" defTabSz="457200" eaLnBrk="0" fontAlgn="base" hangingPunct="0">
              <a:spcBef>
                <a:spcPct val="0"/>
              </a:spcBef>
              <a:spcAft>
                <a:spcPct val="0"/>
              </a:spcAft>
              <a:defRPr>
                <a:solidFill>
                  <a:schemeClr val="tx1"/>
                </a:solidFill>
                <a:latin typeface="Calibri Light" panose="020F0302020204030204" pitchFamily="34" charset="0"/>
              </a:defRPr>
            </a:lvl7pPr>
            <a:lvl8pPr marL="3429000" indent="-228600" defTabSz="457200" eaLnBrk="0" fontAlgn="base" hangingPunct="0">
              <a:spcBef>
                <a:spcPct val="0"/>
              </a:spcBef>
              <a:spcAft>
                <a:spcPct val="0"/>
              </a:spcAft>
              <a:defRPr>
                <a:solidFill>
                  <a:schemeClr val="tx1"/>
                </a:solidFill>
                <a:latin typeface="Calibri Light" panose="020F0302020204030204" pitchFamily="34" charset="0"/>
              </a:defRPr>
            </a:lvl8pPr>
            <a:lvl9pPr marL="3886200" indent="-228600" defTabSz="457200" eaLnBrk="0" fontAlgn="base" hangingPunct="0">
              <a:spcBef>
                <a:spcPct val="0"/>
              </a:spcBef>
              <a:spcAft>
                <a:spcPct val="0"/>
              </a:spcAft>
              <a:defRPr>
                <a:solidFill>
                  <a:schemeClr val="tx1"/>
                </a:solidFill>
                <a:latin typeface="Calibri Light" panose="020F0302020204030204" pitchFamily="34" charset="0"/>
              </a:defRPr>
            </a:lvl9pPr>
          </a:lstStyle>
          <a:p>
            <a:fld id="{FC5AEF4C-0C6C-411B-8974-CEA616A89B6A}" type="slidenum">
              <a:rPr lang="en-US" altLang="en-US" smtClean="0"/>
              <a:pPr/>
              <a:t>56</a:t>
            </a:fld>
            <a:endParaRPr lang="en-US"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26">
            <a:extLst>
              <a:ext uri="{FF2B5EF4-FFF2-40B4-BE49-F238E27FC236}">
                <a16:creationId xmlns:a16="http://schemas.microsoft.com/office/drawing/2014/main" id="{D4649D09-AA3C-6AD0-1174-9B5CF7821DA3}"/>
              </a:ext>
            </a:extLst>
          </p:cNvPr>
          <p:cNvSpPr>
            <a:spLocks noGrp="1" noChangeArrowheads="1"/>
          </p:cNvSpPr>
          <p:nvPr>
            <p:ph type="title"/>
          </p:nvPr>
        </p:nvSpPr>
        <p:spPr>
          <a:xfrm>
            <a:off x="435429" y="420572"/>
            <a:ext cx="10408582" cy="647121"/>
          </a:xfrm>
        </p:spPr>
        <p:txBody>
          <a:bodyPr/>
          <a:lstStyle/>
          <a:p>
            <a:r>
              <a:rPr lang="en-US" altLang="en-US"/>
              <a:t>Reverse Engineering (cont’d.)</a:t>
            </a:r>
          </a:p>
        </p:txBody>
      </p:sp>
      <p:sp>
        <p:nvSpPr>
          <p:cNvPr id="48131" name="Rectangle 1027">
            <a:extLst>
              <a:ext uri="{FF2B5EF4-FFF2-40B4-BE49-F238E27FC236}">
                <a16:creationId xmlns:a16="http://schemas.microsoft.com/office/drawing/2014/main" id="{1ABE40C3-E6CF-63DD-F468-A32C4299685E}"/>
              </a:ext>
            </a:extLst>
          </p:cNvPr>
          <p:cNvSpPr>
            <a:spLocks noGrp="1" noChangeArrowheads="1"/>
          </p:cNvSpPr>
          <p:nvPr>
            <p:ph idx="1"/>
          </p:nvPr>
        </p:nvSpPr>
        <p:spPr>
          <a:xfrm>
            <a:off x="435430" y="1436914"/>
            <a:ext cx="11306806" cy="4513125"/>
          </a:xfrm>
        </p:spPr>
        <p:txBody>
          <a:bodyPr rtlCol="0">
            <a:normAutofit lnSpcReduction="10000"/>
          </a:bodyPr>
          <a:lstStyle/>
          <a:p>
            <a:r>
              <a:rPr lang="en-US" altLang="en-US" dirty="0"/>
              <a:t>Convert an application that ran on one vendor’s database to run on another’s</a:t>
            </a:r>
          </a:p>
          <a:p>
            <a:r>
              <a:rPr lang="en-US" altLang="en-US" dirty="0"/>
              <a:t>Compiler</a:t>
            </a:r>
          </a:p>
          <a:p>
            <a:pPr lvl="1"/>
            <a:r>
              <a:rPr lang="en-US" altLang="en-US" dirty="0"/>
              <a:t>Language translator </a:t>
            </a:r>
          </a:p>
          <a:p>
            <a:pPr lvl="1"/>
            <a:r>
              <a:rPr lang="en-US" altLang="en-US" dirty="0"/>
              <a:t>Converts computer program statements expressed in a source language to machine language</a:t>
            </a:r>
          </a:p>
          <a:p>
            <a:r>
              <a:rPr lang="en-US" altLang="en-US" dirty="0"/>
              <a:t>Software manufacturer</a:t>
            </a:r>
          </a:p>
          <a:p>
            <a:pPr lvl="1"/>
            <a:r>
              <a:rPr lang="en-US" altLang="en-US" dirty="0"/>
              <a:t>Provides software in machine language form</a:t>
            </a:r>
          </a:p>
          <a:p>
            <a:r>
              <a:rPr lang="en-US" altLang="en-US" dirty="0"/>
              <a:t>Decompile</a:t>
            </a:r>
          </a:p>
          <a:p>
            <a:pPr lvl="1"/>
            <a:r>
              <a:rPr lang="en-US" altLang="en-US" dirty="0"/>
              <a:t>Reads machine language </a:t>
            </a:r>
          </a:p>
          <a:p>
            <a:pPr lvl="1"/>
            <a:r>
              <a:rPr lang="en-US" altLang="en-US" dirty="0"/>
              <a:t>Produces source code</a:t>
            </a:r>
          </a:p>
        </p:txBody>
      </p:sp>
      <p:sp>
        <p:nvSpPr>
          <p:cNvPr id="86021" name="Slide Number Placeholder 4">
            <a:extLst>
              <a:ext uri="{FF2B5EF4-FFF2-40B4-BE49-F238E27FC236}">
                <a16:creationId xmlns:a16="http://schemas.microsoft.com/office/drawing/2014/main" id="{A105042F-969B-DD12-E749-FC3411923D42}"/>
              </a:ext>
            </a:extLst>
          </p:cNvPr>
          <p:cNvSpPr>
            <a:spLocks noGrp="1"/>
          </p:cNvSpPr>
          <p:nvPr>
            <p:ph type="sldNum" sz="quarter" idx="12"/>
          </p:nvPr>
        </p:nvSpPr>
        <p:spPr bwMode="auto">
          <a:xfrm>
            <a:off x="11523612" y="6432265"/>
            <a:ext cx="58057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Light" panose="020F0302020204030204" pitchFamily="34" charset="0"/>
              </a:defRPr>
            </a:lvl1pPr>
            <a:lvl2pPr marL="742950" indent="-285750">
              <a:defRPr>
                <a:solidFill>
                  <a:schemeClr val="tx1"/>
                </a:solidFill>
                <a:latin typeface="Calibri Light" panose="020F0302020204030204" pitchFamily="34" charset="0"/>
              </a:defRPr>
            </a:lvl2pPr>
            <a:lvl3pPr marL="1143000" indent="-228600">
              <a:defRPr>
                <a:solidFill>
                  <a:schemeClr val="tx1"/>
                </a:solidFill>
                <a:latin typeface="Calibri Light" panose="020F0302020204030204" pitchFamily="34" charset="0"/>
              </a:defRPr>
            </a:lvl3pPr>
            <a:lvl4pPr marL="1600200" indent="-228600">
              <a:defRPr>
                <a:solidFill>
                  <a:schemeClr val="tx1"/>
                </a:solidFill>
                <a:latin typeface="Calibri Light" panose="020F0302020204030204" pitchFamily="34" charset="0"/>
              </a:defRPr>
            </a:lvl4pPr>
            <a:lvl5pPr marL="2057400" indent="-228600">
              <a:defRPr>
                <a:solidFill>
                  <a:schemeClr val="tx1"/>
                </a:solidFill>
                <a:latin typeface="Calibri Light" panose="020F0302020204030204" pitchFamily="34" charset="0"/>
              </a:defRPr>
            </a:lvl5pPr>
            <a:lvl6pPr marL="2514600" indent="-228600" defTabSz="457200" eaLnBrk="0" fontAlgn="base" hangingPunct="0">
              <a:spcBef>
                <a:spcPct val="0"/>
              </a:spcBef>
              <a:spcAft>
                <a:spcPct val="0"/>
              </a:spcAft>
              <a:defRPr>
                <a:solidFill>
                  <a:schemeClr val="tx1"/>
                </a:solidFill>
                <a:latin typeface="Calibri Light" panose="020F0302020204030204" pitchFamily="34" charset="0"/>
              </a:defRPr>
            </a:lvl6pPr>
            <a:lvl7pPr marL="2971800" indent="-228600" defTabSz="457200" eaLnBrk="0" fontAlgn="base" hangingPunct="0">
              <a:spcBef>
                <a:spcPct val="0"/>
              </a:spcBef>
              <a:spcAft>
                <a:spcPct val="0"/>
              </a:spcAft>
              <a:defRPr>
                <a:solidFill>
                  <a:schemeClr val="tx1"/>
                </a:solidFill>
                <a:latin typeface="Calibri Light" panose="020F0302020204030204" pitchFamily="34" charset="0"/>
              </a:defRPr>
            </a:lvl7pPr>
            <a:lvl8pPr marL="3429000" indent="-228600" defTabSz="457200" eaLnBrk="0" fontAlgn="base" hangingPunct="0">
              <a:spcBef>
                <a:spcPct val="0"/>
              </a:spcBef>
              <a:spcAft>
                <a:spcPct val="0"/>
              </a:spcAft>
              <a:defRPr>
                <a:solidFill>
                  <a:schemeClr val="tx1"/>
                </a:solidFill>
                <a:latin typeface="Calibri Light" panose="020F0302020204030204" pitchFamily="34" charset="0"/>
              </a:defRPr>
            </a:lvl8pPr>
            <a:lvl9pPr marL="3886200" indent="-228600" defTabSz="457200" eaLnBrk="0" fontAlgn="base" hangingPunct="0">
              <a:spcBef>
                <a:spcPct val="0"/>
              </a:spcBef>
              <a:spcAft>
                <a:spcPct val="0"/>
              </a:spcAft>
              <a:defRPr>
                <a:solidFill>
                  <a:schemeClr val="tx1"/>
                </a:solidFill>
                <a:latin typeface="Calibri Light" panose="020F0302020204030204" pitchFamily="34" charset="0"/>
              </a:defRPr>
            </a:lvl9pPr>
          </a:lstStyle>
          <a:p>
            <a:fld id="{C34F8363-88D7-4A35-94CC-7B7E6152D2D2}" type="slidenum">
              <a:rPr lang="en-US" altLang="en-US" smtClean="0"/>
              <a:pPr/>
              <a:t>57</a:t>
            </a:fld>
            <a:endParaRPr lang="en-US" altLang="en-US"/>
          </a:p>
        </p:txBody>
      </p:sp>
      <p:sp>
        <p:nvSpPr>
          <p:cNvPr id="4" name="Footer Placeholder 3">
            <a:extLst>
              <a:ext uri="{FF2B5EF4-FFF2-40B4-BE49-F238E27FC236}">
                <a16:creationId xmlns:a16="http://schemas.microsoft.com/office/drawing/2014/main" id="{5A5A54EC-56C9-F3C0-BFB3-E9F0BDC0EC4F}"/>
              </a:ext>
            </a:extLst>
          </p:cNvPr>
          <p:cNvSpPr>
            <a:spLocks noGrp="1"/>
          </p:cNvSpPr>
          <p:nvPr>
            <p:ph type="ftr" sz="quarter" idx="4294967295"/>
          </p:nvPr>
        </p:nvSpPr>
        <p:spPr>
          <a:xfrm>
            <a:off x="0" y="6554788"/>
            <a:ext cx="3771900" cy="228600"/>
          </a:xfrm>
          <a:prstGeom prst="rect">
            <a:avLst/>
          </a:prstGeom>
        </p:spPr>
        <p:txBody>
          <a:bodyPr/>
          <a:lstStyle/>
          <a:p>
            <a:pPr>
              <a:defRPr/>
            </a:pPr>
            <a:r>
              <a:rPr lang="en-US" sz="1100" dirty="0">
                <a:solidFill>
                  <a:schemeClr val="bg1"/>
                </a:solidFill>
              </a:rPr>
              <a:t>Ethics in Information Technology, Fourth Edition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6C406EE5-A5A6-51F1-7D0B-DB575C0EA5F0}"/>
              </a:ext>
            </a:extLst>
          </p:cNvPr>
          <p:cNvSpPr>
            <a:spLocks noGrp="1" noChangeArrowheads="1"/>
          </p:cNvSpPr>
          <p:nvPr>
            <p:ph type="title"/>
          </p:nvPr>
        </p:nvSpPr>
        <p:spPr>
          <a:xfrm>
            <a:off x="435429" y="420572"/>
            <a:ext cx="10408582" cy="647121"/>
          </a:xfrm>
        </p:spPr>
        <p:txBody>
          <a:bodyPr/>
          <a:lstStyle/>
          <a:p>
            <a:r>
              <a:rPr lang="en-US" altLang="en-US"/>
              <a:t>Reverse Engineering (cont’d.)</a:t>
            </a:r>
          </a:p>
        </p:txBody>
      </p:sp>
      <p:sp>
        <p:nvSpPr>
          <p:cNvPr id="88067" name="Rectangle 3">
            <a:extLst>
              <a:ext uri="{FF2B5EF4-FFF2-40B4-BE49-F238E27FC236}">
                <a16:creationId xmlns:a16="http://schemas.microsoft.com/office/drawing/2014/main" id="{5491365D-5E28-8DC9-BEB7-AEC8ADCD74BA}"/>
              </a:ext>
            </a:extLst>
          </p:cNvPr>
          <p:cNvSpPr>
            <a:spLocks noGrp="1" noChangeArrowheads="1"/>
          </p:cNvSpPr>
          <p:nvPr>
            <p:ph idx="1"/>
          </p:nvPr>
        </p:nvSpPr>
        <p:spPr>
          <a:xfrm>
            <a:off x="435430" y="1436914"/>
            <a:ext cx="11306806" cy="4513125"/>
          </a:xfrm>
        </p:spPr>
        <p:txBody>
          <a:bodyPr/>
          <a:lstStyle/>
          <a:p>
            <a:r>
              <a:rPr lang="en-US" altLang="en-US" dirty="0"/>
              <a:t>Courts have ruled in favor of reverse engineering: </a:t>
            </a:r>
          </a:p>
          <a:p>
            <a:pPr lvl="1"/>
            <a:r>
              <a:rPr lang="en-US" altLang="en-US" dirty="0"/>
              <a:t>To enable interoperability</a:t>
            </a:r>
          </a:p>
          <a:p>
            <a:r>
              <a:rPr lang="en-US" altLang="en-US" dirty="0"/>
              <a:t>Software license agreements forbid reverse engineering</a:t>
            </a:r>
          </a:p>
          <a:p>
            <a:r>
              <a:rPr lang="en-US" altLang="en-US" dirty="0"/>
              <a:t>Ethics of using reverse engineering are debated</a:t>
            </a:r>
          </a:p>
          <a:p>
            <a:pPr lvl="1"/>
            <a:r>
              <a:rPr lang="en-US" altLang="en-US" dirty="0"/>
              <a:t>Fair use if it provides useful function/interoperability</a:t>
            </a:r>
          </a:p>
          <a:p>
            <a:pPr lvl="1"/>
            <a:r>
              <a:rPr lang="en-US" altLang="en-US" dirty="0"/>
              <a:t>Can uncover designs that someone else has developed at great cost and taken care to protect</a:t>
            </a:r>
          </a:p>
        </p:txBody>
      </p:sp>
      <p:sp>
        <p:nvSpPr>
          <p:cNvPr id="88068" name="Slide Number Placeholder 4">
            <a:extLst>
              <a:ext uri="{FF2B5EF4-FFF2-40B4-BE49-F238E27FC236}">
                <a16:creationId xmlns:a16="http://schemas.microsoft.com/office/drawing/2014/main" id="{3DD526D9-CBA0-5B68-B388-EB328A547709}"/>
              </a:ext>
            </a:extLst>
          </p:cNvPr>
          <p:cNvSpPr>
            <a:spLocks noGrp="1"/>
          </p:cNvSpPr>
          <p:nvPr>
            <p:ph type="sldNum" sz="quarter" idx="12"/>
          </p:nvPr>
        </p:nvSpPr>
        <p:spPr bwMode="auto">
          <a:xfrm>
            <a:off x="11523612" y="6432265"/>
            <a:ext cx="58057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Light" panose="020F0302020204030204" pitchFamily="34" charset="0"/>
              </a:defRPr>
            </a:lvl1pPr>
            <a:lvl2pPr marL="742950" indent="-285750">
              <a:defRPr>
                <a:solidFill>
                  <a:schemeClr val="tx1"/>
                </a:solidFill>
                <a:latin typeface="Calibri Light" panose="020F0302020204030204" pitchFamily="34" charset="0"/>
              </a:defRPr>
            </a:lvl2pPr>
            <a:lvl3pPr marL="1143000" indent="-228600">
              <a:defRPr>
                <a:solidFill>
                  <a:schemeClr val="tx1"/>
                </a:solidFill>
                <a:latin typeface="Calibri Light" panose="020F0302020204030204" pitchFamily="34" charset="0"/>
              </a:defRPr>
            </a:lvl3pPr>
            <a:lvl4pPr marL="1600200" indent="-228600">
              <a:defRPr>
                <a:solidFill>
                  <a:schemeClr val="tx1"/>
                </a:solidFill>
                <a:latin typeface="Calibri Light" panose="020F0302020204030204" pitchFamily="34" charset="0"/>
              </a:defRPr>
            </a:lvl4pPr>
            <a:lvl5pPr marL="2057400" indent="-228600">
              <a:defRPr>
                <a:solidFill>
                  <a:schemeClr val="tx1"/>
                </a:solidFill>
                <a:latin typeface="Calibri Light" panose="020F0302020204030204" pitchFamily="34" charset="0"/>
              </a:defRPr>
            </a:lvl5pPr>
            <a:lvl6pPr marL="2514600" indent="-228600" defTabSz="457200" eaLnBrk="0" fontAlgn="base" hangingPunct="0">
              <a:spcBef>
                <a:spcPct val="0"/>
              </a:spcBef>
              <a:spcAft>
                <a:spcPct val="0"/>
              </a:spcAft>
              <a:defRPr>
                <a:solidFill>
                  <a:schemeClr val="tx1"/>
                </a:solidFill>
                <a:latin typeface="Calibri Light" panose="020F0302020204030204" pitchFamily="34" charset="0"/>
              </a:defRPr>
            </a:lvl6pPr>
            <a:lvl7pPr marL="2971800" indent="-228600" defTabSz="457200" eaLnBrk="0" fontAlgn="base" hangingPunct="0">
              <a:spcBef>
                <a:spcPct val="0"/>
              </a:spcBef>
              <a:spcAft>
                <a:spcPct val="0"/>
              </a:spcAft>
              <a:defRPr>
                <a:solidFill>
                  <a:schemeClr val="tx1"/>
                </a:solidFill>
                <a:latin typeface="Calibri Light" panose="020F0302020204030204" pitchFamily="34" charset="0"/>
              </a:defRPr>
            </a:lvl7pPr>
            <a:lvl8pPr marL="3429000" indent="-228600" defTabSz="457200" eaLnBrk="0" fontAlgn="base" hangingPunct="0">
              <a:spcBef>
                <a:spcPct val="0"/>
              </a:spcBef>
              <a:spcAft>
                <a:spcPct val="0"/>
              </a:spcAft>
              <a:defRPr>
                <a:solidFill>
                  <a:schemeClr val="tx1"/>
                </a:solidFill>
                <a:latin typeface="Calibri Light" panose="020F0302020204030204" pitchFamily="34" charset="0"/>
              </a:defRPr>
            </a:lvl8pPr>
            <a:lvl9pPr marL="3886200" indent="-228600" defTabSz="457200" eaLnBrk="0" fontAlgn="base" hangingPunct="0">
              <a:spcBef>
                <a:spcPct val="0"/>
              </a:spcBef>
              <a:spcAft>
                <a:spcPct val="0"/>
              </a:spcAft>
              <a:defRPr>
                <a:solidFill>
                  <a:schemeClr val="tx1"/>
                </a:solidFill>
                <a:latin typeface="Calibri Light" panose="020F0302020204030204" pitchFamily="34" charset="0"/>
              </a:defRPr>
            </a:lvl9pPr>
          </a:lstStyle>
          <a:p>
            <a:fld id="{43DC18B4-E1B6-434D-A3FA-95A45FC1F12B}" type="slidenum">
              <a:rPr lang="en-US" altLang="en-US" smtClean="0"/>
              <a:pPr/>
              <a:t>58</a:t>
            </a:fld>
            <a:endParaRPr lang="en-US"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3EEFC8AE-DE85-908D-0BEC-AD22FFF30AD4}"/>
              </a:ext>
            </a:extLst>
          </p:cNvPr>
          <p:cNvSpPr>
            <a:spLocks noGrp="1" noChangeArrowheads="1"/>
          </p:cNvSpPr>
          <p:nvPr>
            <p:ph type="title"/>
          </p:nvPr>
        </p:nvSpPr>
        <p:spPr>
          <a:xfrm>
            <a:off x="435429" y="420572"/>
            <a:ext cx="10408582" cy="647121"/>
          </a:xfrm>
        </p:spPr>
        <p:txBody>
          <a:bodyPr/>
          <a:lstStyle/>
          <a:p>
            <a:r>
              <a:rPr lang="en-US" altLang="en-US" dirty="0"/>
              <a:t>Open-Source Code</a:t>
            </a:r>
          </a:p>
        </p:txBody>
      </p:sp>
      <p:sp>
        <p:nvSpPr>
          <p:cNvPr id="90115" name="Rectangle 3">
            <a:extLst>
              <a:ext uri="{FF2B5EF4-FFF2-40B4-BE49-F238E27FC236}">
                <a16:creationId xmlns:a16="http://schemas.microsoft.com/office/drawing/2014/main" id="{04F91385-CADF-BF6D-BFBF-454697D3E9D3}"/>
              </a:ext>
            </a:extLst>
          </p:cNvPr>
          <p:cNvSpPr>
            <a:spLocks noGrp="1" noChangeArrowheads="1"/>
          </p:cNvSpPr>
          <p:nvPr>
            <p:ph idx="1"/>
          </p:nvPr>
        </p:nvSpPr>
        <p:spPr>
          <a:xfrm>
            <a:off x="435430" y="1436914"/>
            <a:ext cx="11306806" cy="4513125"/>
          </a:xfrm>
        </p:spPr>
        <p:txBody>
          <a:bodyPr/>
          <a:lstStyle/>
          <a:p>
            <a:r>
              <a:rPr lang="en-US" altLang="en-US" b="1" dirty="0"/>
              <a:t>Program source code made available for use or modification: </a:t>
            </a:r>
          </a:p>
          <a:p>
            <a:pPr lvl="1"/>
            <a:r>
              <a:rPr lang="en-US" altLang="en-US" dirty="0"/>
              <a:t>As users or other developers see fit</a:t>
            </a:r>
          </a:p>
          <a:p>
            <a:r>
              <a:rPr lang="en-US" altLang="en-US" b="1" dirty="0"/>
              <a:t>Basic premise</a:t>
            </a:r>
          </a:p>
          <a:p>
            <a:pPr lvl="1"/>
            <a:r>
              <a:rPr lang="en-US" altLang="en-US" dirty="0"/>
              <a:t>Many programmers can help software improve</a:t>
            </a:r>
          </a:p>
          <a:p>
            <a:pPr lvl="1"/>
            <a:r>
              <a:rPr lang="en-US" altLang="en-US" dirty="0"/>
              <a:t>Can be adapted to meet new needs</a:t>
            </a:r>
          </a:p>
          <a:p>
            <a:pPr lvl="1"/>
            <a:r>
              <a:rPr lang="en-US" altLang="en-US" dirty="0"/>
              <a:t>Bugs rapidly identified and fixed</a:t>
            </a:r>
          </a:p>
          <a:p>
            <a:pPr lvl="1"/>
            <a:r>
              <a:rPr lang="en-US" altLang="en-US" dirty="0"/>
              <a:t>High reliability</a:t>
            </a:r>
          </a:p>
        </p:txBody>
      </p:sp>
      <p:sp>
        <p:nvSpPr>
          <p:cNvPr id="90117" name="Slide Number Placeholder 4">
            <a:extLst>
              <a:ext uri="{FF2B5EF4-FFF2-40B4-BE49-F238E27FC236}">
                <a16:creationId xmlns:a16="http://schemas.microsoft.com/office/drawing/2014/main" id="{29C6735A-BBB3-648E-B6A3-9BD5AE114152}"/>
              </a:ext>
            </a:extLst>
          </p:cNvPr>
          <p:cNvSpPr>
            <a:spLocks noGrp="1"/>
          </p:cNvSpPr>
          <p:nvPr>
            <p:ph type="sldNum" sz="quarter" idx="12"/>
          </p:nvPr>
        </p:nvSpPr>
        <p:spPr bwMode="auto">
          <a:xfrm>
            <a:off x="11523612" y="6432265"/>
            <a:ext cx="58057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Light" panose="020F0302020204030204" pitchFamily="34" charset="0"/>
              </a:defRPr>
            </a:lvl1pPr>
            <a:lvl2pPr marL="742950" indent="-285750">
              <a:defRPr>
                <a:solidFill>
                  <a:schemeClr val="tx1"/>
                </a:solidFill>
                <a:latin typeface="Calibri Light" panose="020F0302020204030204" pitchFamily="34" charset="0"/>
              </a:defRPr>
            </a:lvl2pPr>
            <a:lvl3pPr marL="1143000" indent="-228600">
              <a:defRPr>
                <a:solidFill>
                  <a:schemeClr val="tx1"/>
                </a:solidFill>
                <a:latin typeface="Calibri Light" panose="020F0302020204030204" pitchFamily="34" charset="0"/>
              </a:defRPr>
            </a:lvl3pPr>
            <a:lvl4pPr marL="1600200" indent="-228600">
              <a:defRPr>
                <a:solidFill>
                  <a:schemeClr val="tx1"/>
                </a:solidFill>
                <a:latin typeface="Calibri Light" panose="020F0302020204030204" pitchFamily="34" charset="0"/>
              </a:defRPr>
            </a:lvl4pPr>
            <a:lvl5pPr marL="2057400" indent="-228600">
              <a:defRPr>
                <a:solidFill>
                  <a:schemeClr val="tx1"/>
                </a:solidFill>
                <a:latin typeface="Calibri Light" panose="020F0302020204030204" pitchFamily="34" charset="0"/>
              </a:defRPr>
            </a:lvl5pPr>
            <a:lvl6pPr marL="2514600" indent="-228600" defTabSz="457200" eaLnBrk="0" fontAlgn="base" hangingPunct="0">
              <a:spcBef>
                <a:spcPct val="0"/>
              </a:spcBef>
              <a:spcAft>
                <a:spcPct val="0"/>
              </a:spcAft>
              <a:defRPr>
                <a:solidFill>
                  <a:schemeClr val="tx1"/>
                </a:solidFill>
                <a:latin typeface="Calibri Light" panose="020F0302020204030204" pitchFamily="34" charset="0"/>
              </a:defRPr>
            </a:lvl6pPr>
            <a:lvl7pPr marL="2971800" indent="-228600" defTabSz="457200" eaLnBrk="0" fontAlgn="base" hangingPunct="0">
              <a:spcBef>
                <a:spcPct val="0"/>
              </a:spcBef>
              <a:spcAft>
                <a:spcPct val="0"/>
              </a:spcAft>
              <a:defRPr>
                <a:solidFill>
                  <a:schemeClr val="tx1"/>
                </a:solidFill>
                <a:latin typeface="Calibri Light" panose="020F0302020204030204" pitchFamily="34" charset="0"/>
              </a:defRPr>
            </a:lvl7pPr>
            <a:lvl8pPr marL="3429000" indent="-228600" defTabSz="457200" eaLnBrk="0" fontAlgn="base" hangingPunct="0">
              <a:spcBef>
                <a:spcPct val="0"/>
              </a:spcBef>
              <a:spcAft>
                <a:spcPct val="0"/>
              </a:spcAft>
              <a:defRPr>
                <a:solidFill>
                  <a:schemeClr val="tx1"/>
                </a:solidFill>
                <a:latin typeface="Calibri Light" panose="020F0302020204030204" pitchFamily="34" charset="0"/>
              </a:defRPr>
            </a:lvl8pPr>
            <a:lvl9pPr marL="3886200" indent="-228600" defTabSz="457200" eaLnBrk="0" fontAlgn="base" hangingPunct="0">
              <a:spcBef>
                <a:spcPct val="0"/>
              </a:spcBef>
              <a:spcAft>
                <a:spcPct val="0"/>
              </a:spcAft>
              <a:defRPr>
                <a:solidFill>
                  <a:schemeClr val="tx1"/>
                </a:solidFill>
                <a:latin typeface="Calibri Light" panose="020F0302020204030204" pitchFamily="34" charset="0"/>
              </a:defRPr>
            </a:lvl9pPr>
          </a:lstStyle>
          <a:p>
            <a:fld id="{C102D492-4B85-4A4C-AE13-2022DAC508BC}" type="slidenum">
              <a:rPr lang="en-US" altLang="en-US" smtClean="0"/>
              <a:pPr/>
              <a:t>59</a:t>
            </a:fld>
            <a:endParaRPr lang="en-US" altLang="en-US"/>
          </a:p>
        </p:txBody>
      </p:sp>
      <p:sp>
        <p:nvSpPr>
          <p:cNvPr id="4" name="Footer Placeholder 3">
            <a:extLst>
              <a:ext uri="{FF2B5EF4-FFF2-40B4-BE49-F238E27FC236}">
                <a16:creationId xmlns:a16="http://schemas.microsoft.com/office/drawing/2014/main" id="{1AF58432-F22A-AD76-CDAA-FE53AF49B7A9}"/>
              </a:ext>
            </a:extLst>
          </p:cNvPr>
          <p:cNvSpPr>
            <a:spLocks noGrp="1"/>
          </p:cNvSpPr>
          <p:nvPr>
            <p:ph type="ftr" sz="quarter" idx="4294967295"/>
          </p:nvPr>
        </p:nvSpPr>
        <p:spPr>
          <a:xfrm>
            <a:off x="0" y="6554788"/>
            <a:ext cx="3771900" cy="228600"/>
          </a:xfrm>
          <a:prstGeom prst="rect">
            <a:avLst/>
          </a:prstGeom>
        </p:spPr>
        <p:txBody>
          <a:bodyPr/>
          <a:lstStyle/>
          <a:p>
            <a:pPr>
              <a:defRPr/>
            </a:pPr>
            <a:r>
              <a:rPr lang="en-US" sz="1100" dirty="0">
                <a:solidFill>
                  <a:schemeClr val="bg1"/>
                </a:solidFill>
              </a:rPr>
              <a:t>Ethics in Information Technology, Fourth Edition</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A7FAA-D7B6-9C79-CC26-CB138A93D76C}"/>
              </a:ext>
            </a:extLst>
          </p:cNvPr>
          <p:cNvSpPr>
            <a:spLocks noGrp="1"/>
          </p:cNvSpPr>
          <p:nvPr>
            <p:ph type="title"/>
          </p:nvPr>
        </p:nvSpPr>
        <p:spPr>
          <a:xfrm>
            <a:off x="435429" y="420572"/>
            <a:ext cx="10408582" cy="647121"/>
          </a:xfrm>
        </p:spPr>
        <p:txBody>
          <a:bodyPr/>
          <a:lstStyle/>
          <a:p>
            <a:r>
              <a:rPr lang="en-US" dirty="0"/>
              <a:t>Reasons to Create Open Source </a:t>
            </a:r>
          </a:p>
        </p:txBody>
      </p:sp>
      <p:sp>
        <p:nvSpPr>
          <p:cNvPr id="92163" name="Content Placeholder 2">
            <a:extLst>
              <a:ext uri="{FF2B5EF4-FFF2-40B4-BE49-F238E27FC236}">
                <a16:creationId xmlns:a16="http://schemas.microsoft.com/office/drawing/2014/main" id="{52DA587E-7F81-2E5E-1C2E-B9887FDD0979}"/>
              </a:ext>
            </a:extLst>
          </p:cNvPr>
          <p:cNvSpPr>
            <a:spLocks noGrp="1" noChangeArrowheads="1"/>
          </p:cNvSpPr>
          <p:nvPr>
            <p:ph idx="1"/>
          </p:nvPr>
        </p:nvSpPr>
        <p:spPr>
          <a:xfrm>
            <a:off x="435430" y="1436914"/>
            <a:ext cx="11306806" cy="4513125"/>
          </a:xfrm>
        </p:spPr>
        <p:txBody>
          <a:bodyPr/>
          <a:lstStyle/>
          <a:p>
            <a:r>
              <a:rPr lang="en-US" altLang="en-US"/>
              <a:t>To earn respect for solving a common problem</a:t>
            </a:r>
          </a:p>
          <a:p>
            <a:r>
              <a:rPr lang="en-US" altLang="en-US"/>
              <a:t>Feel the need to pay back</a:t>
            </a:r>
          </a:p>
          <a:p>
            <a:r>
              <a:rPr lang="en-US" altLang="en-US"/>
              <a:t>To attract potential clients</a:t>
            </a:r>
          </a:p>
          <a:p>
            <a:r>
              <a:rPr lang="en-US" altLang="en-US"/>
              <a:t>Reluctant to license and market it </a:t>
            </a:r>
          </a:p>
          <a:p>
            <a:endParaRPr lang="en-US" altLang="en-US"/>
          </a:p>
        </p:txBody>
      </p:sp>
      <p:sp>
        <p:nvSpPr>
          <p:cNvPr id="5" name="Slide Number Placeholder 4">
            <a:extLst>
              <a:ext uri="{FF2B5EF4-FFF2-40B4-BE49-F238E27FC236}">
                <a16:creationId xmlns:a16="http://schemas.microsoft.com/office/drawing/2014/main" id="{92855D98-9917-9289-1301-FF1A4B8FD9EF}"/>
              </a:ext>
            </a:extLst>
          </p:cNvPr>
          <p:cNvSpPr>
            <a:spLocks noGrp="1"/>
          </p:cNvSpPr>
          <p:nvPr>
            <p:ph type="sldNum" sz="quarter" idx="12"/>
          </p:nvPr>
        </p:nvSpPr>
        <p:spPr>
          <a:xfrm>
            <a:off x="11523612" y="6432265"/>
            <a:ext cx="580572" cy="365125"/>
          </a:xfrm>
        </p:spPr>
        <p:txBody>
          <a:bodyPr/>
          <a:lstStyle/>
          <a:p>
            <a:fld id="{B8D51407-E6AD-4637-B4AE-E3BB4D8DD3E2}" type="slidenum">
              <a:rPr lang="en-US" altLang="en-US"/>
              <a:pPr/>
              <a:t>60</a:t>
            </a:fld>
            <a:endParaRPr lang="en-US"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F0F1461C-7691-44E5-9341-1467E39CAB9E}"/>
              </a:ext>
            </a:extLst>
          </p:cNvPr>
          <p:cNvSpPr>
            <a:spLocks noGrp="1" noChangeArrowheads="1"/>
          </p:cNvSpPr>
          <p:nvPr>
            <p:ph type="title"/>
          </p:nvPr>
        </p:nvSpPr>
        <p:spPr>
          <a:xfrm>
            <a:off x="435429" y="420572"/>
            <a:ext cx="10408582" cy="647121"/>
          </a:xfrm>
        </p:spPr>
        <p:txBody>
          <a:bodyPr/>
          <a:lstStyle/>
          <a:p>
            <a:r>
              <a:rPr lang="en-US" altLang="en-US" dirty="0"/>
              <a:t>Competitive Intelligence</a:t>
            </a:r>
          </a:p>
        </p:txBody>
      </p:sp>
      <p:sp>
        <p:nvSpPr>
          <p:cNvPr id="95235" name="Rectangle 3">
            <a:extLst>
              <a:ext uri="{FF2B5EF4-FFF2-40B4-BE49-F238E27FC236}">
                <a16:creationId xmlns:a16="http://schemas.microsoft.com/office/drawing/2014/main" id="{CD11BEAC-F29D-DCCE-EA8D-1A07BC7F3D7E}"/>
              </a:ext>
            </a:extLst>
          </p:cNvPr>
          <p:cNvSpPr>
            <a:spLocks noGrp="1" noChangeArrowheads="1"/>
          </p:cNvSpPr>
          <p:nvPr>
            <p:ph idx="1"/>
          </p:nvPr>
        </p:nvSpPr>
        <p:spPr>
          <a:xfrm>
            <a:off x="435430" y="2209800"/>
            <a:ext cx="11306806" cy="3740239"/>
          </a:xfrm>
        </p:spPr>
        <p:txBody>
          <a:bodyPr>
            <a:normAutofit fontScale="92500" lnSpcReduction="20000"/>
          </a:bodyPr>
          <a:lstStyle/>
          <a:p>
            <a:pPr marL="0" indent="0">
              <a:buNone/>
            </a:pPr>
            <a:r>
              <a:rPr lang="en-US" b="1" dirty="0"/>
              <a:t>Competitive Intelligence</a:t>
            </a:r>
            <a:r>
              <a:rPr lang="en-US" dirty="0"/>
              <a:t> is the </a:t>
            </a:r>
            <a:r>
              <a:rPr lang="en-US" b="1" dirty="0"/>
              <a:t>legal and ethical collection of information</a:t>
            </a:r>
            <a:r>
              <a:rPr lang="en-US" dirty="0"/>
              <a:t> about competitors and market conditions to help a company make strategic business decisions.</a:t>
            </a:r>
          </a:p>
          <a:p>
            <a:endParaRPr lang="en-US" dirty="0"/>
          </a:p>
          <a:p>
            <a:pPr marL="0" indent="0">
              <a:buNone/>
            </a:pPr>
            <a:r>
              <a:rPr lang="en-US" b="1" dirty="0">
                <a:solidFill>
                  <a:srgbClr val="FF0000"/>
                </a:solidFill>
              </a:rPr>
              <a:t>Examples:</a:t>
            </a:r>
          </a:p>
          <a:p>
            <a:pPr>
              <a:buFont typeface="+mj-lt"/>
              <a:buAutoNum type="arabicPeriod"/>
            </a:pPr>
            <a:r>
              <a:rPr lang="en-US" dirty="0"/>
              <a:t>A company studies a competitor’s </a:t>
            </a:r>
            <a:r>
              <a:rPr lang="en-US" b="1" dirty="0"/>
              <a:t>new product features</a:t>
            </a:r>
            <a:r>
              <a:rPr lang="en-US" dirty="0"/>
              <a:t> to improve its own design.</a:t>
            </a:r>
          </a:p>
          <a:p>
            <a:pPr>
              <a:buFont typeface="+mj-lt"/>
              <a:buAutoNum type="arabicPeriod"/>
            </a:pPr>
            <a:r>
              <a:rPr lang="en-US" dirty="0"/>
              <a:t>A business analyzes </a:t>
            </a:r>
            <a:r>
              <a:rPr lang="en-US" b="1" dirty="0"/>
              <a:t>market reports, advertisements, and websites</a:t>
            </a:r>
            <a:r>
              <a:rPr lang="en-US" dirty="0"/>
              <a:t> to learn about competitors’ pricing or strategies.</a:t>
            </a:r>
          </a:p>
          <a:p>
            <a:pPr>
              <a:buFont typeface="+mj-lt"/>
              <a:buAutoNum type="arabicPeriod"/>
            </a:pPr>
            <a:r>
              <a:rPr lang="en-US" dirty="0"/>
              <a:t>A marketing team tracks </a:t>
            </a:r>
            <a:r>
              <a:rPr lang="en-US" b="1" dirty="0"/>
              <a:t>customer reviews</a:t>
            </a:r>
            <a:r>
              <a:rPr lang="en-US" dirty="0"/>
              <a:t> of rival brands to find weaknesses.</a:t>
            </a:r>
          </a:p>
          <a:p>
            <a:endParaRPr lang="en-US" altLang="en-US" dirty="0"/>
          </a:p>
        </p:txBody>
      </p:sp>
      <p:sp>
        <p:nvSpPr>
          <p:cNvPr id="95237" name="Slide Number Placeholder 4">
            <a:extLst>
              <a:ext uri="{FF2B5EF4-FFF2-40B4-BE49-F238E27FC236}">
                <a16:creationId xmlns:a16="http://schemas.microsoft.com/office/drawing/2014/main" id="{C60BE9FE-ECCF-8972-7512-D5F23D53F8B6}"/>
              </a:ext>
            </a:extLst>
          </p:cNvPr>
          <p:cNvSpPr>
            <a:spLocks noGrp="1"/>
          </p:cNvSpPr>
          <p:nvPr>
            <p:ph type="sldNum" sz="quarter" idx="12"/>
          </p:nvPr>
        </p:nvSpPr>
        <p:spPr bwMode="auto">
          <a:xfrm>
            <a:off x="11523612" y="6432265"/>
            <a:ext cx="58057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Light" panose="020F0302020204030204" pitchFamily="34" charset="0"/>
              </a:defRPr>
            </a:lvl1pPr>
            <a:lvl2pPr marL="742950" indent="-285750">
              <a:defRPr>
                <a:solidFill>
                  <a:schemeClr val="tx1"/>
                </a:solidFill>
                <a:latin typeface="Calibri Light" panose="020F0302020204030204" pitchFamily="34" charset="0"/>
              </a:defRPr>
            </a:lvl2pPr>
            <a:lvl3pPr marL="1143000" indent="-228600">
              <a:defRPr>
                <a:solidFill>
                  <a:schemeClr val="tx1"/>
                </a:solidFill>
                <a:latin typeface="Calibri Light" panose="020F0302020204030204" pitchFamily="34" charset="0"/>
              </a:defRPr>
            </a:lvl3pPr>
            <a:lvl4pPr marL="1600200" indent="-228600">
              <a:defRPr>
                <a:solidFill>
                  <a:schemeClr val="tx1"/>
                </a:solidFill>
                <a:latin typeface="Calibri Light" panose="020F0302020204030204" pitchFamily="34" charset="0"/>
              </a:defRPr>
            </a:lvl4pPr>
            <a:lvl5pPr marL="2057400" indent="-228600">
              <a:defRPr>
                <a:solidFill>
                  <a:schemeClr val="tx1"/>
                </a:solidFill>
                <a:latin typeface="Calibri Light" panose="020F0302020204030204" pitchFamily="34" charset="0"/>
              </a:defRPr>
            </a:lvl5pPr>
            <a:lvl6pPr marL="2514600" indent="-228600" defTabSz="457200" eaLnBrk="0" fontAlgn="base" hangingPunct="0">
              <a:spcBef>
                <a:spcPct val="0"/>
              </a:spcBef>
              <a:spcAft>
                <a:spcPct val="0"/>
              </a:spcAft>
              <a:defRPr>
                <a:solidFill>
                  <a:schemeClr val="tx1"/>
                </a:solidFill>
                <a:latin typeface="Calibri Light" panose="020F0302020204030204" pitchFamily="34" charset="0"/>
              </a:defRPr>
            </a:lvl6pPr>
            <a:lvl7pPr marL="2971800" indent="-228600" defTabSz="457200" eaLnBrk="0" fontAlgn="base" hangingPunct="0">
              <a:spcBef>
                <a:spcPct val="0"/>
              </a:spcBef>
              <a:spcAft>
                <a:spcPct val="0"/>
              </a:spcAft>
              <a:defRPr>
                <a:solidFill>
                  <a:schemeClr val="tx1"/>
                </a:solidFill>
                <a:latin typeface="Calibri Light" panose="020F0302020204030204" pitchFamily="34" charset="0"/>
              </a:defRPr>
            </a:lvl7pPr>
            <a:lvl8pPr marL="3429000" indent="-228600" defTabSz="457200" eaLnBrk="0" fontAlgn="base" hangingPunct="0">
              <a:spcBef>
                <a:spcPct val="0"/>
              </a:spcBef>
              <a:spcAft>
                <a:spcPct val="0"/>
              </a:spcAft>
              <a:defRPr>
                <a:solidFill>
                  <a:schemeClr val="tx1"/>
                </a:solidFill>
                <a:latin typeface="Calibri Light" panose="020F0302020204030204" pitchFamily="34" charset="0"/>
              </a:defRPr>
            </a:lvl8pPr>
            <a:lvl9pPr marL="3886200" indent="-228600" defTabSz="457200" eaLnBrk="0" fontAlgn="base" hangingPunct="0">
              <a:spcBef>
                <a:spcPct val="0"/>
              </a:spcBef>
              <a:spcAft>
                <a:spcPct val="0"/>
              </a:spcAft>
              <a:defRPr>
                <a:solidFill>
                  <a:schemeClr val="tx1"/>
                </a:solidFill>
                <a:latin typeface="Calibri Light" panose="020F0302020204030204" pitchFamily="34" charset="0"/>
              </a:defRPr>
            </a:lvl9pPr>
          </a:lstStyle>
          <a:p>
            <a:fld id="{C61AD1E1-342C-4C3D-A5A4-5B6524F6B7E0}" type="slidenum">
              <a:rPr lang="en-US" altLang="en-US" smtClean="0"/>
              <a:pPr/>
              <a:t>61</a:t>
            </a:fld>
            <a:endParaRPr lang="en-US" altLang="en-US"/>
          </a:p>
        </p:txBody>
      </p:sp>
      <p:sp>
        <p:nvSpPr>
          <p:cNvPr id="4" name="Footer Placeholder 3">
            <a:extLst>
              <a:ext uri="{FF2B5EF4-FFF2-40B4-BE49-F238E27FC236}">
                <a16:creationId xmlns:a16="http://schemas.microsoft.com/office/drawing/2014/main" id="{BFC0633D-2A1F-355A-0E67-5C0F624553EA}"/>
              </a:ext>
            </a:extLst>
          </p:cNvPr>
          <p:cNvSpPr>
            <a:spLocks noGrp="1"/>
          </p:cNvSpPr>
          <p:nvPr>
            <p:ph type="ftr" sz="quarter" idx="4294967295"/>
          </p:nvPr>
        </p:nvSpPr>
        <p:spPr>
          <a:xfrm>
            <a:off x="0" y="6554788"/>
            <a:ext cx="3771900" cy="228600"/>
          </a:xfrm>
          <a:prstGeom prst="rect">
            <a:avLst/>
          </a:prstGeom>
        </p:spPr>
        <p:txBody>
          <a:bodyPr/>
          <a:lstStyle/>
          <a:p>
            <a:pPr>
              <a:defRPr/>
            </a:pPr>
            <a:r>
              <a:rPr lang="en-US" sz="1100" dirty="0">
                <a:solidFill>
                  <a:schemeClr val="bg1"/>
                </a:solidFill>
              </a:rPr>
              <a:t>Ethics in Information Technology, Fourth Edition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05C03-248C-4FDF-A42F-8B2016541B85}"/>
              </a:ext>
            </a:extLst>
          </p:cNvPr>
          <p:cNvSpPr>
            <a:spLocks noGrp="1"/>
          </p:cNvSpPr>
          <p:nvPr>
            <p:ph type="title"/>
          </p:nvPr>
        </p:nvSpPr>
        <p:spPr/>
        <p:txBody>
          <a:bodyPr/>
          <a:lstStyle/>
          <a:p>
            <a:r>
              <a:rPr lang="en-US" b="1" dirty="0"/>
              <a:t>Trademark Infringement</a:t>
            </a:r>
            <a:endParaRPr lang="en-PK" dirty="0"/>
          </a:p>
        </p:txBody>
      </p:sp>
      <p:sp>
        <p:nvSpPr>
          <p:cNvPr id="3" name="Content Placeholder 2">
            <a:extLst>
              <a:ext uri="{FF2B5EF4-FFF2-40B4-BE49-F238E27FC236}">
                <a16:creationId xmlns:a16="http://schemas.microsoft.com/office/drawing/2014/main" id="{D5384F63-29FD-415A-9E72-476E11B7B8A5}"/>
              </a:ext>
            </a:extLst>
          </p:cNvPr>
          <p:cNvSpPr>
            <a:spLocks noGrp="1"/>
          </p:cNvSpPr>
          <p:nvPr>
            <p:ph idx="1"/>
          </p:nvPr>
        </p:nvSpPr>
        <p:spPr>
          <a:xfrm>
            <a:off x="435430" y="1981200"/>
            <a:ext cx="11306806" cy="3968839"/>
          </a:xfrm>
        </p:spPr>
        <p:txBody>
          <a:bodyPr>
            <a:noAutofit/>
          </a:bodyPr>
          <a:lstStyle/>
          <a:p>
            <a:pPr marL="0" indent="0">
              <a:buNone/>
            </a:pPr>
            <a:r>
              <a:rPr lang="en-US" sz="2400" b="1" dirty="0"/>
              <a:t>Trademark Infringement</a:t>
            </a:r>
            <a:r>
              <a:rPr lang="en-US" sz="2400" dirty="0"/>
              <a:t> is the </a:t>
            </a:r>
            <a:r>
              <a:rPr lang="en-US" sz="2400" b="1" dirty="0"/>
              <a:t>unauthorized use of a registered brand name, logo, or symbol</a:t>
            </a:r>
            <a:r>
              <a:rPr lang="en-US" sz="2400" dirty="0"/>
              <a:t> that can cause confusion about the true source of goods or services.</a:t>
            </a:r>
          </a:p>
          <a:p>
            <a:pPr marL="0" indent="0">
              <a:buNone/>
            </a:pPr>
            <a:endParaRPr lang="en-US" sz="2400" dirty="0"/>
          </a:p>
          <a:p>
            <a:pPr marL="0" indent="0">
              <a:buNone/>
            </a:pPr>
            <a:r>
              <a:rPr lang="en-US" sz="2400" b="1" dirty="0">
                <a:solidFill>
                  <a:srgbClr val="FF0000"/>
                </a:solidFill>
              </a:rPr>
              <a:t>Examples:</a:t>
            </a:r>
          </a:p>
          <a:p>
            <a:pPr>
              <a:buFont typeface="+mj-lt"/>
              <a:buAutoNum type="arabicPeriod"/>
            </a:pPr>
            <a:r>
              <a:rPr lang="en-US" sz="2400" dirty="0"/>
              <a:t>Selling shoes using a </a:t>
            </a:r>
            <a:r>
              <a:rPr lang="en-US" sz="2400" b="1" dirty="0"/>
              <a:t>logo similar to Nike’s “✓”</a:t>
            </a:r>
            <a:r>
              <a:rPr lang="en-US" sz="2400" dirty="0"/>
              <a:t> symbol.</a:t>
            </a:r>
          </a:p>
          <a:p>
            <a:pPr>
              <a:buFont typeface="+mj-lt"/>
              <a:buAutoNum type="arabicPeriod"/>
            </a:pPr>
            <a:r>
              <a:rPr lang="en-US" sz="2400" dirty="0"/>
              <a:t>Opening a restaurant called </a:t>
            </a:r>
            <a:r>
              <a:rPr lang="en-US" sz="2400" b="1" dirty="0"/>
              <a:t>“</a:t>
            </a:r>
            <a:r>
              <a:rPr lang="en-US" sz="2400" b="1" dirty="0" err="1"/>
              <a:t>McRonald’s</a:t>
            </a:r>
            <a:r>
              <a:rPr lang="en-US" sz="2400" b="1" dirty="0"/>
              <a:t>”</a:t>
            </a:r>
            <a:r>
              <a:rPr lang="en-US" sz="2400" dirty="0"/>
              <a:t> with a logo like McDonald’s.</a:t>
            </a:r>
          </a:p>
          <a:p>
            <a:pPr>
              <a:buFont typeface="+mj-lt"/>
              <a:buAutoNum type="arabicPeriod"/>
            </a:pPr>
            <a:r>
              <a:rPr lang="en-US" sz="2400" dirty="0"/>
              <a:t>Printing </a:t>
            </a:r>
            <a:r>
              <a:rPr lang="en-US" sz="2400" b="1" dirty="0"/>
              <a:t>Apple’s logo</a:t>
            </a:r>
            <a:r>
              <a:rPr lang="en-US" sz="2400" dirty="0"/>
              <a:t> on phones not made by Apple.</a:t>
            </a:r>
          </a:p>
          <a:p>
            <a:endParaRPr lang="en-PK" sz="2400" dirty="0"/>
          </a:p>
        </p:txBody>
      </p:sp>
      <p:sp>
        <p:nvSpPr>
          <p:cNvPr id="4" name="Slide Number Placeholder 3">
            <a:extLst>
              <a:ext uri="{FF2B5EF4-FFF2-40B4-BE49-F238E27FC236}">
                <a16:creationId xmlns:a16="http://schemas.microsoft.com/office/drawing/2014/main" id="{7E327AF2-7872-4BC0-94AC-9DBD69329B44}"/>
              </a:ext>
            </a:extLst>
          </p:cNvPr>
          <p:cNvSpPr>
            <a:spLocks noGrp="1"/>
          </p:cNvSpPr>
          <p:nvPr>
            <p:ph type="sldNum" sz="quarter" idx="12"/>
          </p:nvPr>
        </p:nvSpPr>
        <p:spPr/>
        <p:txBody>
          <a:bodyPr/>
          <a:lstStyle/>
          <a:p>
            <a:pPr>
              <a:defRPr/>
            </a:pPr>
            <a:fld id="{A3ACB5C1-21FF-4B0B-93FC-A7F2195E8F7F}" type="slidenum">
              <a:rPr lang="en-US" altLang="en-US" smtClean="0"/>
              <a:pPr>
                <a:defRPr/>
              </a:pPr>
              <a:t>62</a:t>
            </a:fld>
            <a:endParaRPr lang="en-US" altLang="en-US" sz="2000"/>
          </a:p>
        </p:txBody>
      </p:sp>
    </p:spTree>
    <p:extLst>
      <p:ext uri="{BB962C8B-B14F-4D97-AF65-F5344CB8AC3E}">
        <p14:creationId xmlns:p14="http://schemas.microsoft.com/office/powerpoint/2010/main" val="40856962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026">
            <a:extLst>
              <a:ext uri="{FF2B5EF4-FFF2-40B4-BE49-F238E27FC236}">
                <a16:creationId xmlns:a16="http://schemas.microsoft.com/office/drawing/2014/main" id="{B2C2CBF8-CA9D-0FEF-A52B-8AA2B18BFC61}"/>
              </a:ext>
            </a:extLst>
          </p:cNvPr>
          <p:cNvSpPr>
            <a:spLocks noGrp="1" noChangeArrowheads="1"/>
          </p:cNvSpPr>
          <p:nvPr>
            <p:ph type="title"/>
          </p:nvPr>
        </p:nvSpPr>
        <p:spPr>
          <a:xfrm>
            <a:off x="435429" y="420572"/>
            <a:ext cx="10408582" cy="647121"/>
          </a:xfrm>
        </p:spPr>
        <p:txBody>
          <a:bodyPr/>
          <a:lstStyle/>
          <a:p>
            <a:r>
              <a:rPr lang="en-US" altLang="en-US" dirty="0"/>
              <a:t>Cybersquatting</a:t>
            </a:r>
          </a:p>
        </p:txBody>
      </p:sp>
      <p:sp>
        <p:nvSpPr>
          <p:cNvPr id="102403" name="Rectangle 1027">
            <a:extLst>
              <a:ext uri="{FF2B5EF4-FFF2-40B4-BE49-F238E27FC236}">
                <a16:creationId xmlns:a16="http://schemas.microsoft.com/office/drawing/2014/main" id="{8C74B21F-4C35-8161-ECDA-7132699BF867}"/>
              </a:ext>
            </a:extLst>
          </p:cNvPr>
          <p:cNvSpPr>
            <a:spLocks noGrp="1" noChangeArrowheads="1"/>
          </p:cNvSpPr>
          <p:nvPr>
            <p:ph idx="1"/>
          </p:nvPr>
        </p:nvSpPr>
        <p:spPr>
          <a:xfrm>
            <a:off x="435430" y="1436914"/>
            <a:ext cx="11306806" cy="4513125"/>
          </a:xfrm>
        </p:spPr>
        <p:txBody>
          <a:bodyPr>
            <a:normAutofit/>
          </a:bodyPr>
          <a:lstStyle/>
          <a:p>
            <a:r>
              <a:rPr lang="en-US" altLang="en-US" sz="2400" b="1" dirty="0"/>
              <a:t>Cyber squatters</a:t>
            </a:r>
          </a:p>
          <a:p>
            <a:pPr lvl="1"/>
            <a:r>
              <a:rPr lang="en-US" b="1" dirty="0"/>
              <a:t>Cybersquatting</a:t>
            </a:r>
            <a:r>
              <a:rPr lang="en-US" dirty="0"/>
              <a:t> is the act of </a:t>
            </a:r>
            <a:r>
              <a:rPr lang="en-US" b="1" dirty="0"/>
              <a:t>registering or using a domain name similar to a trademark or brand</a:t>
            </a:r>
            <a:r>
              <a:rPr lang="en-US" dirty="0"/>
              <a:t> to profit from the legitimate owner’s reputation.</a:t>
            </a:r>
          </a:p>
          <a:p>
            <a:pPr lvl="1"/>
            <a:endParaRPr lang="en-US" dirty="0"/>
          </a:p>
          <a:p>
            <a:r>
              <a:rPr lang="en-US" altLang="en-US" sz="2400" dirty="0"/>
              <a:t>Internet Corporation for Assigned Names and Numbers</a:t>
            </a:r>
            <a:r>
              <a:rPr lang="en-US" altLang="en-US" sz="2400" b="1" dirty="0"/>
              <a:t> </a:t>
            </a:r>
            <a:r>
              <a:rPr lang="en-US" altLang="en-US" sz="2400" b="1" dirty="0">
                <a:highlight>
                  <a:srgbClr val="FFFF00"/>
                </a:highlight>
              </a:rPr>
              <a:t>(ICANN)</a:t>
            </a:r>
          </a:p>
          <a:p>
            <a:pPr lvl="1"/>
            <a:r>
              <a:rPr lang="en-US" altLang="en-US" dirty="0"/>
              <a:t>Several top-level domains (.com, .</a:t>
            </a:r>
            <a:r>
              <a:rPr lang="en-US" altLang="en-US" dirty="0" err="1"/>
              <a:t>edu</a:t>
            </a:r>
            <a:r>
              <a:rPr lang="en-US" altLang="en-US" dirty="0"/>
              <a:t>, </a:t>
            </a:r>
            <a:r>
              <a:rPr lang="en-US" altLang="en-US" dirty="0" err="1"/>
              <a:t>edu</a:t>
            </a:r>
            <a:r>
              <a:rPr lang="en-US" altLang="en-US" dirty="0"/>
              <a:t>., .gov, .int, .mil, </a:t>
            </a:r>
            <a:r>
              <a:rPr lang="en-US" altLang="en-US" dirty="0" err="1"/>
              <a:t>.net</a:t>
            </a:r>
            <a:r>
              <a:rPr lang="en-US" altLang="en-US" dirty="0"/>
              <a:t>, .org, aero, .biz, .coop, .info, .museum, .name, .pro, .</a:t>
            </a:r>
            <a:r>
              <a:rPr lang="en-US" altLang="en-US" dirty="0" err="1"/>
              <a:t>asis</a:t>
            </a:r>
            <a:r>
              <a:rPr lang="en-US" altLang="en-US" dirty="0"/>
              <a:t>, .cat, .</a:t>
            </a:r>
            <a:r>
              <a:rPr lang="en-US" altLang="en-US" dirty="0" err="1"/>
              <a:t>mobi</a:t>
            </a:r>
            <a:r>
              <a:rPr lang="en-US" altLang="en-US" dirty="0"/>
              <a:t>, .</a:t>
            </a:r>
            <a:r>
              <a:rPr lang="en-US" altLang="en-US" dirty="0" err="1"/>
              <a:t>tel</a:t>
            </a:r>
            <a:r>
              <a:rPr lang="en-US" altLang="en-US" dirty="0"/>
              <a:t>, and .travel)</a:t>
            </a:r>
          </a:p>
          <a:p>
            <a:pPr marL="457200" lvl="1" indent="0">
              <a:buNone/>
            </a:pPr>
            <a:endParaRPr lang="en-US" altLang="en-US" dirty="0"/>
          </a:p>
          <a:p>
            <a:r>
              <a:rPr lang="en-US" altLang="en-US" sz="2400" dirty="0">
                <a:solidFill>
                  <a:srgbClr val="FF0000"/>
                </a:solidFill>
              </a:rPr>
              <a:t>Anti-cybersquatting Consumer Protection Act </a:t>
            </a:r>
            <a:r>
              <a:rPr lang="en-US" altLang="en-US" sz="2400" dirty="0"/>
              <a:t>allows trademark owners to challenge foreign cyber squatters</a:t>
            </a:r>
          </a:p>
        </p:txBody>
      </p:sp>
      <p:sp>
        <p:nvSpPr>
          <p:cNvPr id="102405" name="Slide Number Placeholder 4">
            <a:extLst>
              <a:ext uri="{FF2B5EF4-FFF2-40B4-BE49-F238E27FC236}">
                <a16:creationId xmlns:a16="http://schemas.microsoft.com/office/drawing/2014/main" id="{288EE72A-7A9F-0476-276B-6D5F8C0642BB}"/>
              </a:ext>
            </a:extLst>
          </p:cNvPr>
          <p:cNvSpPr>
            <a:spLocks noGrp="1"/>
          </p:cNvSpPr>
          <p:nvPr>
            <p:ph type="sldNum" sz="quarter" idx="12"/>
          </p:nvPr>
        </p:nvSpPr>
        <p:spPr bwMode="auto">
          <a:xfrm>
            <a:off x="11523612" y="6432265"/>
            <a:ext cx="58057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Light" panose="020F0302020204030204" pitchFamily="34" charset="0"/>
              </a:defRPr>
            </a:lvl1pPr>
            <a:lvl2pPr marL="742950" indent="-285750">
              <a:defRPr>
                <a:solidFill>
                  <a:schemeClr val="tx1"/>
                </a:solidFill>
                <a:latin typeface="Calibri Light" panose="020F0302020204030204" pitchFamily="34" charset="0"/>
              </a:defRPr>
            </a:lvl2pPr>
            <a:lvl3pPr marL="1143000" indent="-228600">
              <a:defRPr>
                <a:solidFill>
                  <a:schemeClr val="tx1"/>
                </a:solidFill>
                <a:latin typeface="Calibri Light" panose="020F0302020204030204" pitchFamily="34" charset="0"/>
              </a:defRPr>
            </a:lvl3pPr>
            <a:lvl4pPr marL="1600200" indent="-228600">
              <a:defRPr>
                <a:solidFill>
                  <a:schemeClr val="tx1"/>
                </a:solidFill>
                <a:latin typeface="Calibri Light" panose="020F0302020204030204" pitchFamily="34" charset="0"/>
              </a:defRPr>
            </a:lvl4pPr>
            <a:lvl5pPr marL="2057400" indent="-228600">
              <a:defRPr>
                <a:solidFill>
                  <a:schemeClr val="tx1"/>
                </a:solidFill>
                <a:latin typeface="Calibri Light" panose="020F0302020204030204" pitchFamily="34" charset="0"/>
              </a:defRPr>
            </a:lvl5pPr>
            <a:lvl6pPr marL="2514600" indent="-228600" defTabSz="457200" eaLnBrk="0" fontAlgn="base" hangingPunct="0">
              <a:spcBef>
                <a:spcPct val="0"/>
              </a:spcBef>
              <a:spcAft>
                <a:spcPct val="0"/>
              </a:spcAft>
              <a:defRPr>
                <a:solidFill>
                  <a:schemeClr val="tx1"/>
                </a:solidFill>
                <a:latin typeface="Calibri Light" panose="020F0302020204030204" pitchFamily="34" charset="0"/>
              </a:defRPr>
            </a:lvl6pPr>
            <a:lvl7pPr marL="2971800" indent="-228600" defTabSz="457200" eaLnBrk="0" fontAlgn="base" hangingPunct="0">
              <a:spcBef>
                <a:spcPct val="0"/>
              </a:spcBef>
              <a:spcAft>
                <a:spcPct val="0"/>
              </a:spcAft>
              <a:defRPr>
                <a:solidFill>
                  <a:schemeClr val="tx1"/>
                </a:solidFill>
                <a:latin typeface="Calibri Light" panose="020F0302020204030204" pitchFamily="34" charset="0"/>
              </a:defRPr>
            </a:lvl7pPr>
            <a:lvl8pPr marL="3429000" indent="-228600" defTabSz="457200" eaLnBrk="0" fontAlgn="base" hangingPunct="0">
              <a:spcBef>
                <a:spcPct val="0"/>
              </a:spcBef>
              <a:spcAft>
                <a:spcPct val="0"/>
              </a:spcAft>
              <a:defRPr>
                <a:solidFill>
                  <a:schemeClr val="tx1"/>
                </a:solidFill>
                <a:latin typeface="Calibri Light" panose="020F0302020204030204" pitchFamily="34" charset="0"/>
              </a:defRPr>
            </a:lvl8pPr>
            <a:lvl9pPr marL="3886200" indent="-228600" defTabSz="457200" eaLnBrk="0" fontAlgn="base" hangingPunct="0">
              <a:spcBef>
                <a:spcPct val="0"/>
              </a:spcBef>
              <a:spcAft>
                <a:spcPct val="0"/>
              </a:spcAft>
              <a:defRPr>
                <a:solidFill>
                  <a:schemeClr val="tx1"/>
                </a:solidFill>
                <a:latin typeface="Calibri Light" panose="020F0302020204030204" pitchFamily="34" charset="0"/>
              </a:defRPr>
            </a:lvl9pPr>
          </a:lstStyle>
          <a:p>
            <a:fld id="{A39FCDC5-E01B-4EF9-B69F-0B63589FAC76}" type="slidenum">
              <a:rPr lang="en-US" altLang="en-US" smtClean="0"/>
              <a:pPr/>
              <a:t>63</a:t>
            </a:fld>
            <a:endParaRPr lang="en-US" altLang="en-US"/>
          </a:p>
        </p:txBody>
      </p:sp>
      <p:sp>
        <p:nvSpPr>
          <p:cNvPr id="4" name="Footer Placeholder 3">
            <a:extLst>
              <a:ext uri="{FF2B5EF4-FFF2-40B4-BE49-F238E27FC236}">
                <a16:creationId xmlns:a16="http://schemas.microsoft.com/office/drawing/2014/main" id="{4A78DC7F-5E18-84C5-52A8-EE71B5E0F764}"/>
              </a:ext>
            </a:extLst>
          </p:cNvPr>
          <p:cNvSpPr>
            <a:spLocks noGrp="1"/>
          </p:cNvSpPr>
          <p:nvPr>
            <p:ph type="ftr" sz="quarter" idx="4294967295"/>
          </p:nvPr>
        </p:nvSpPr>
        <p:spPr>
          <a:xfrm>
            <a:off x="0" y="6554788"/>
            <a:ext cx="3771900" cy="228600"/>
          </a:xfrm>
          <a:prstGeom prst="rect">
            <a:avLst/>
          </a:prstGeom>
        </p:spPr>
        <p:txBody>
          <a:bodyPr/>
          <a:lstStyle/>
          <a:p>
            <a:pPr>
              <a:defRPr/>
            </a:pPr>
            <a:r>
              <a:rPr lang="en-US"/>
              <a:t>Ethics in Information Technology, Fourth Edition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3D031-3930-464F-999C-CFE7A36B16CC}"/>
              </a:ext>
            </a:extLst>
          </p:cNvPr>
          <p:cNvSpPr>
            <a:spLocks noGrp="1"/>
          </p:cNvSpPr>
          <p:nvPr>
            <p:ph type="title"/>
          </p:nvPr>
        </p:nvSpPr>
        <p:spPr/>
        <p:txBody>
          <a:bodyPr>
            <a:normAutofit/>
          </a:bodyPr>
          <a:lstStyle/>
          <a:p>
            <a:r>
              <a:rPr lang="en-US" sz="2800" b="1" dirty="0">
                <a:solidFill>
                  <a:srgbClr val="FF0000"/>
                </a:solidFill>
                <a:effectLst/>
                <a:latin typeface="Calibri" panose="020F0502020204030204" pitchFamily="34" charset="0"/>
                <a:ea typeface="MS Gothic" panose="020B0609070205080204" pitchFamily="49" charset="-128"/>
                <a:cs typeface="Times New Roman" panose="02020603050405020304" pitchFamily="18" charset="0"/>
              </a:rPr>
              <a:t>Scenario:</a:t>
            </a:r>
            <a:endParaRPr lang="en-PK" dirty="0">
              <a:solidFill>
                <a:srgbClr val="FF0000"/>
              </a:solidFill>
            </a:endParaRPr>
          </a:p>
        </p:txBody>
      </p:sp>
      <p:sp>
        <p:nvSpPr>
          <p:cNvPr id="3" name="Content Placeholder 2">
            <a:extLst>
              <a:ext uri="{FF2B5EF4-FFF2-40B4-BE49-F238E27FC236}">
                <a16:creationId xmlns:a16="http://schemas.microsoft.com/office/drawing/2014/main" id="{5685A4D6-397D-44B6-A918-FB9B806F074B}"/>
              </a:ext>
            </a:extLst>
          </p:cNvPr>
          <p:cNvSpPr>
            <a:spLocks noGrp="1"/>
          </p:cNvSpPr>
          <p:nvPr>
            <p:ph idx="1"/>
          </p:nvPr>
        </p:nvSpPr>
        <p:spPr/>
        <p:txBody>
          <a:bodyPr/>
          <a:lstStyle/>
          <a:p>
            <a:pPr>
              <a:lnSpc>
                <a:spcPct val="115000"/>
              </a:lnSpc>
              <a:spcAft>
                <a:spcPts val="1000"/>
              </a:spcAft>
            </a:pPr>
            <a:r>
              <a:rPr lang="en-US" sz="1800" dirty="0">
                <a:effectLst/>
                <a:latin typeface="Cambria" panose="02040503050406030204" pitchFamily="18" charset="0"/>
                <a:ea typeface="MS Mincho" panose="02020609040205080304" pitchFamily="49" charset="-128"/>
                <a:cs typeface="Times New Roman" panose="02020603050405020304" pitchFamily="18" charset="0"/>
              </a:rPr>
              <a:t>You are a software engineer working at </a:t>
            </a: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TechNova</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Solutions, a company that recently developed a new educational app called </a:t>
            </a: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SmartLearn</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The app uses an AI-based algorithm to personalize learning for each student. The algorithm and the app design were developed entirely by your team over several months.</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A few weeks after launch, you discover that another company, </a:t>
            </a: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EduPro</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has released a very similar app that:</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Uses an almost identical algorithm (which they claim to have developed independently).</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Has copied parts of </a:t>
            </a: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SmartLearn’s</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user interface and code structure.</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Registered the domain name smartlearnpro.com to attract users searching for your app.</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 Claims that their usage of your educational materials (videos, notes, etc.) falls under 'Fair Use.'</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Now, your company is preparing to take legal action.</a:t>
            </a:r>
            <a:endParaRPr lang="en-PK"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PK" dirty="0"/>
          </a:p>
        </p:txBody>
      </p:sp>
      <p:sp>
        <p:nvSpPr>
          <p:cNvPr id="4" name="Slide Number Placeholder 3">
            <a:extLst>
              <a:ext uri="{FF2B5EF4-FFF2-40B4-BE49-F238E27FC236}">
                <a16:creationId xmlns:a16="http://schemas.microsoft.com/office/drawing/2014/main" id="{FDDC7E92-8ED1-4CEF-BC8C-AD4E4589C8E4}"/>
              </a:ext>
            </a:extLst>
          </p:cNvPr>
          <p:cNvSpPr>
            <a:spLocks noGrp="1"/>
          </p:cNvSpPr>
          <p:nvPr>
            <p:ph type="sldNum" sz="quarter" idx="12"/>
          </p:nvPr>
        </p:nvSpPr>
        <p:spPr/>
        <p:txBody>
          <a:bodyPr/>
          <a:lstStyle/>
          <a:p>
            <a:pPr>
              <a:defRPr/>
            </a:pPr>
            <a:fld id="{A3ACB5C1-21FF-4B0B-93FC-A7F2195E8F7F}" type="slidenum">
              <a:rPr lang="en-US" altLang="en-US" smtClean="0"/>
              <a:pPr>
                <a:defRPr/>
              </a:pPr>
              <a:t>64</a:t>
            </a:fld>
            <a:endParaRPr lang="en-US" altLang="en-US" sz="2000"/>
          </a:p>
        </p:txBody>
      </p:sp>
    </p:spTree>
    <p:extLst>
      <p:ext uri="{BB962C8B-B14F-4D97-AF65-F5344CB8AC3E}">
        <p14:creationId xmlns:p14="http://schemas.microsoft.com/office/powerpoint/2010/main" val="24543271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2C8CC-DDF7-4383-911E-70B80806AA7B}"/>
              </a:ext>
            </a:extLst>
          </p:cNvPr>
          <p:cNvSpPr>
            <a:spLocks noGrp="1"/>
          </p:cNvSpPr>
          <p:nvPr>
            <p:ph type="title"/>
          </p:nvPr>
        </p:nvSpPr>
        <p:spPr/>
        <p:txBody>
          <a:bodyPr/>
          <a:lstStyle/>
          <a:p>
            <a:r>
              <a:rPr lang="en-US" dirty="0"/>
              <a:t>Questions</a:t>
            </a:r>
            <a:endParaRPr lang="en-PK" dirty="0"/>
          </a:p>
        </p:txBody>
      </p:sp>
      <p:sp>
        <p:nvSpPr>
          <p:cNvPr id="4" name="Slide Number Placeholder 3">
            <a:extLst>
              <a:ext uri="{FF2B5EF4-FFF2-40B4-BE49-F238E27FC236}">
                <a16:creationId xmlns:a16="http://schemas.microsoft.com/office/drawing/2014/main" id="{8669241C-96E5-4926-81E6-E476E647CE51}"/>
              </a:ext>
            </a:extLst>
          </p:cNvPr>
          <p:cNvSpPr>
            <a:spLocks noGrp="1"/>
          </p:cNvSpPr>
          <p:nvPr>
            <p:ph type="sldNum" sz="quarter" idx="12"/>
          </p:nvPr>
        </p:nvSpPr>
        <p:spPr/>
        <p:txBody>
          <a:bodyPr/>
          <a:lstStyle/>
          <a:p>
            <a:pPr>
              <a:defRPr/>
            </a:pPr>
            <a:fld id="{A3ACB5C1-21FF-4B0B-93FC-A7F2195E8F7F}" type="slidenum">
              <a:rPr lang="en-US" altLang="en-US" smtClean="0"/>
              <a:pPr>
                <a:defRPr/>
              </a:pPr>
              <a:t>65</a:t>
            </a:fld>
            <a:endParaRPr lang="en-US" altLang="en-US" sz="2000"/>
          </a:p>
        </p:txBody>
      </p:sp>
      <p:sp>
        <p:nvSpPr>
          <p:cNvPr id="5" name="Rectangle 1">
            <a:extLst>
              <a:ext uri="{FF2B5EF4-FFF2-40B4-BE49-F238E27FC236}">
                <a16:creationId xmlns:a16="http://schemas.microsoft.com/office/drawing/2014/main" id="{73617C5A-BF33-4F50-92AB-963E0D17DF00}"/>
              </a:ext>
            </a:extLst>
          </p:cNvPr>
          <p:cNvSpPr>
            <a:spLocks noGrp="1" noChangeArrowheads="1"/>
          </p:cNvSpPr>
          <p:nvPr>
            <p:ph idx="1"/>
          </p:nvPr>
        </p:nvSpPr>
        <p:spPr bwMode="auto">
          <a:xfrm>
            <a:off x="435430" y="1985316"/>
            <a:ext cx="1145177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What type of </a:t>
            </a:r>
            <a:r>
              <a:rPr kumimoji="0" lang="en-PK" altLang="en-PK" sz="1800" b="1" i="0" u="none" strike="noStrike" cap="none" normalizeH="0" baseline="0" dirty="0">
                <a:ln>
                  <a:noFill/>
                </a:ln>
                <a:solidFill>
                  <a:schemeClr val="tx1"/>
                </a:solidFill>
                <a:effectLst/>
                <a:latin typeface="Arial" panose="020B0604020202020204" pitchFamily="34" charset="0"/>
              </a:rPr>
              <a:t>Intellectual Property (IP)</a:t>
            </a:r>
            <a:r>
              <a:rPr kumimoji="0" lang="en-PK" altLang="en-PK" sz="1800" b="0" i="0" u="none" strike="noStrike" cap="none" normalizeH="0" baseline="0" dirty="0">
                <a:ln>
                  <a:noFill/>
                </a:ln>
                <a:solidFill>
                  <a:schemeClr val="tx1"/>
                </a:solidFill>
                <a:effectLst/>
                <a:latin typeface="Arial" panose="020B0604020202020204" pitchFamily="34" charset="0"/>
              </a:rPr>
              <a:t> is most relevant in this case? Explain briefly.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How can </a:t>
            </a:r>
            <a:r>
              <a:rPr kumimoji="0" lang="en-PK" altLang="en-PK" sz="1800" b="1" i="0" u="none" strike="noStrike" cap="none" normalizeH="0" baseline="0" dirty="0">
                <a:ln>
                  <a:noFill/>
                </a:ln>
                <a:solidFill>
                  <a:schemeClr val="tx1"/>
                </a:solidFill>
                <a:effectLst/>
                <a:latin typeface="Arial" panose="020B0604020202020204" pitchFamily="34" charset="0"/>
              </a:rPr>
              <a:t>Software Copyright Protection</a:t>
            </a:r>
            <a:r>
              <a:rPr kumimoji="0" lang="en-PK" altLang="en-PK" sz="1800" b="0" i="0" u="none" strike="noStrike" cap="none" normalizeH="0" baseline="0" dirty="0">
                <a:ln>
                  <a:noFill/>
                </a:ln>
                <a:solidFill>
                  <a:schemeClr val="tx1"/>
                </a:solidFill>
                <a:effectLst/>
                <a:latin typeface="Arial" panose="020B0604020202020204" pitchFamily="34" charset="0"/>
              </a:rPr>
              <a:t> help </a:t>
            </a:r>
            <a:r>
              <a:rPr kumimoji="0" lang="en-PK" altLang="en-PK" sz="1800" b="0" i="0" u="none" strike="noStrike" cap="none" normalizeH="0" baseline="0" dirty="0" err="1">
                <a:ln>
                  <a:noFill/>
                </a:ln>
                <a:solidFill>
                  <a:schemeClr val="tx1"/>
                </a:solidFill>
                <a:effectLst/>
                <a:latin typeface="Arial" panose="020B0604020202020204" pitchFamily="34" charset="0"/>
              </a:rPr>
              <a:t>TechNova</a:t>
            </a:r>
            <a:r>
              <a:rPr kumimoji="0" lang="en-PK" altLang="en-PK" sz="1800" b="0" i="0" u="none" strike="noStrike" cap="none" normalizeH="0" baseline="0" dirty="0">
                <a:ln>
                  <a:noFill/>
                </a:ln>
                <a:solidFill>
                  <a:schemeClr val="tx1"/>
                </a:solidFill>
                <a:effectLst/>
                <a:latin typeface="Arial" panose="020B0604020202020204" pitchFamily="34" charset="0"/>
              </a:rPr>
              <a:t> protect </a:t>
            </a:r>
            <a:r>
              <a:rPr kumimoji="0" lang="en-PK" altLang="en-PK" sz="1800" b="0" i="0" u="none" strike="noStrike" cap="none" normalizeH="0" baseline="0" dirty="0" err="1">
                <a:ln>
                  <a:noFill/>
                </a:ln>
                <a:solidFill>
                  <a:schemeClr val="tx1"/>
                </a:solidFill>
                <a:effectLst/>
                <a:latin typeface="Arial" panose="020B0604020202020204" pitchFamily="34" charset="0"/>
              </a:rPr>
              <a:t>SmartLearn</a:t>
            </a:r>
            <a:r>
              <a:rPr kumimoji="0" lang="en-PK" altLang="en-PK"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Would the </a:t>
            </a:r>
            <a:r>
              <a:rPr kumimoji="0" lang="en-PK" altLang="en-PK" sz="1800" b="1" i="0" u="none" strike="noStrike" cap="none" normalizeH="0" baseline="0" dirty="0">
                <a:ln>
                  <a:noFill/>
                </a:ln>
                <a:solidFill>
                  <a:schemeClr val="tx1"/>
                </a:solidFill>
                <a:effectLst/>
                <a:latin typeface="Arial" panose="020B0604020202020204" pitchFamily="34" charset="0"/>
              </a:rPr>
              <a:t>Fair Use Doctrine</a:t>
            </a:r>
            <a:r>
              <a:rPr kumimoji="0" lang="en-PK" altLang="en-PK" sz="1800" b="0" i="0" u="none" strike="noStrike" cap="none" normalizeH="0" baseline="0" dirty="0">
                <a:ln>
                  <a:noFill/>
                </a:ln>
                <a:solidFill>
                  <a:schemeClr val="tx1"/>
                </a:solidFill>
                <a:effectLst/>
                <a:latin typeface="Arial" panose="020B0604020202020204" pitchFamily="34" charset="0"/>
              </a:rPr>
              <a:t> apply to </a:t>
            </a:r>
            <a:r>
              <a:rPr kumimoji="0" lang="en-PK" altLang="en-PK" sz="1800" b="0" i="0" u="none" strike="noStrike" cap="none" normalizeH="0" baseline="0" dirty="0" err="1">
                <a:ln>
                  <a:noFill/>
                </a:ln>
                <a:solidFill>
                  <a:schemeClr val="tx1"/>
                </a:solidFill>
                <a:effectLst/>
                <a:latin typeface="Arial" panose="020B0604020202020204" pitchFamily="34" charset="0"/>
              </a:rPr>
              <a:t>EduPro’s</a:t>
            </a:r>
            <a:r>
              <a:rPr kumimoji="0" lang="en-PK" altLang="en-PK" sz="1800" b="0" i="0" u="none" strike="noStrike" cap="none" normalizeH="0" baseline="0" dirty="0">
                <a:ln>
                  <a:noFill/>
                </a:ln>
                <a:solidFill>
                  <a:schemeClr val="tx1"/>
                </a:solidFill>
                <a:effectLst/>
                <a:latin typeface="Arial" panose="020B0604020202020204" pitchFamily="34" charset="0"/>
              </a:rPr>
              <a:t> use of </a:t>
            </a:r>
            <a:r>
              <a:rPr kumimoji="0" lang="en-PK" altLang="en-PK" sz="1800" b="0" i="0" u="none" strike="noStrike" cap="none" normalizeH="0" baseline="0" dirty="0" err="1">
                <a:ln>
                  <a:noFill/>
                </a:ln>
                <a:solidFill>
                  <a:schemeClr val="tx1"/>
                </a:solidFill>
                <a:effectLst/>
                <a:latin typeface="Arial" panose="020B0604020202020204" pitchFamily="34" charset="0"/>
              </a:rPr>
              <a:t>SmartLearn’s</a:t>
            </a:r>
            <a:r>
              <a:rPr kumimoji="0" lang="en-PK" altLang="en-PK" sz="1800" b="0" i="0" u="none" strike="noStrike" cap="none" normalizeH="0" baseline="0" dirty="0">
                <a:ln>
                  <a:noFill/>
                </a:ln>
                <a:solidFill>
                  <a:schemeClr val="tx1"/>
                </a:solidFill>
                <a:effectLst/>
                <a:latin typeface="Arial" panose="020B0604020202020204" pitchFamily="34" charset="0"/>
              </a:rPr>
              <a:t> educational content? Why or why not?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Can </a:t>
            </a:r>
            <a:r>
              <a:rPr kumimoji="0" lang="en-PK" altLang="en-PK" sz="1800" b="0" i="0" u="none" strike="noStrike" cap="none" normalizeH="0" baseline="0" dirty="0" err="1">
                <a:ln>
                  <a:noFill/>
                </a:ln>
                <a:solidFill>
                  <a:schemeClr val="tx1"/>
                </a:solidFill>
                <a:effectLst/>
                <a:latin typeface="Arial" panose="020B0604020202020204" pitchFamily="34" charset="0"/>
              </a:rPr>
              <a:t>TechNova</a:t>
            </a:r>
            <a:r>
              <a:rPr kumimoji="0" lang="en-PK" altLang="en-PK" sz="1800" b="0" i="0" u="none" strike="noStrike" cap="none" normalizeH="0" baseline="0" dirty="0">
                <a:ln>
                  <a:noFill/>
                </a:ln>
                <a:solidFill>
                  <a:schemeClr val="tx1"/>
                </a:solidFill>
                <a:effectLst/>
                <a:latin typeface="Arial" panose="020B0604020202020204" pitchFamily="34" charset="0"/>
              </a:rPr>
              <a:t> file for a </a:t>
            </a:r>
            <a:r>
              <a:rPr kumimoji="0" lang="en-PK" altLang="en-PK" sz="1800" b="1" i="0" u="none" strike="noStrike" cap="none" normalizeH="0" baseline="0" dirty="0">
                <a:ln>
                  <a:noFill/>
                </a:ln>
                <a:solidFill>
                  <a:schemeClr val="tx1"/>
                </a:solidFill>
                <a:effectLst/>
                <a:latin typeface="Arial" panose="020B0604020202020204" pitchFamily="34" charset="0"/>
              </a:rPr>
              <a:t>Patent</a:t>
            </a:r>
            <a:r>
              <a:rPr kumimoji="0" lang="en-PK" altLang="en-PK" sz="1800" b="0" i="0" u="none" strike="noStrike" cap="none" normalizeH="0" baseline="0" dirty="0">
                <a:ln>
                  <a:noFill/>
                </a:ln>
                <a:solidFill>
                  <a:schemeClr val="tx1"/>
                </a:solidFill>
                <a:effectLst/>
                <a:latin typeface="Arial" panose="020B0604020202020204" pitchFamily="34" charset="0"/>
              </a:rPr>
              <a:t> or </a:t>
            </a:r>
            <a:r>
              <a:rPr kumimoji="0" lang="en-PK" altLang="en-PK" sz="1800" b="1" i="0" u="none" strike="noStrike" cap="none" normalizeH="0" baseline="0" dirty="0">
                <a:ln>
                  <a:noFill/>
                </a:ln>
                <a:solidFill>
                  <a:schemeClr val="tx1"/>
                </a:solidFill>
                <a:effectLst/>
                <a:latin typeface="Arial" panose="020B0604020202020204" pitchFamily="34" charset="0"/>
              </a:rPr>
              <a:t>Software Patent</a:t>
            </a:r>
            <a:r>
              <a:rPr kumimoji="0" lang="en-PK" altLang="en-PK" sz="1800" b="0" i="0" u="none" strike="noStrike" cap="none" normalizeH="0" baseline="0" dirty="0">
                <a:ln>
                  <a:noFill/>
                </a:ln>
                <a:solidFill>
                  <a:schemeClr val="tx1"/>
                </a:solidFill>
                <a:effectLst/>
                <a:latin typeface="Arial" panose="020B0604020202020204" pitchFamily="34" charset="0"/>
              </a:rPr>
              <a:t> for their AI algorithm? What conditions must be met?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How can </a:t>
            </a:r>
            <a:r>
              <a:rPr kumimoji="0" lang="en-PK" altLang="en-PK" sz="1800" b="0" i="0" u="none" strike="noStrike" cap="none" normalizeH="0" baseline="0" dirty="0" err="1">
                <a:ln>
                  <a:noFill/>
                </a:ln>
                <a:solidFill>
                  <a:schemeClr val="tx1"/>
                </a:solidFill>
                <a:effectLst/>
                <a:latin typeface="Arial" panose="020B0604020202020204" pitchFamily="34" charset="0"/>
              </a:rPr>
              <a:t>TechNova</a:t>
            </a:r>
            <a:r>
              <a:rPr kumimoji="0" lang="en-PK" altLang="en-PK" sz="1800" b="0" i="0" u="none" strike="noStrike" cap="none" normalizeH="0" baseline="0" dirty="0">
                <a:ln>
                  <a:noFill/>
                </a:ln>
                <a:solidFill>
                  <a:schemeClr val="tx1"/>
                </a:solidFill>
                <a:effectLst/>
                <a:latin typeface="Arial" panose="020B0604020202020204" pitchFamily="34" charset="0"/>
              </a:rPr>
              <a:t> protect its algorithm as a </a:t>
            </a:r>
            <a:r>
              <a:rPr kumimoji="0" lang="en-PK" altLang="en-PK" sz="1800" b="1" i="0" u="none" strike="noStrike" cap="none" normalizeH="0" baseline="0" dirty="0">
                <a:ln>
                  <a:noFill/>
                </a:ln>
                <a:solidFill>
                  <a:schemeClr val="tx1"/>
                </a:solidFill>
                <a:effectLst/>
                <a:latin typeface="Arial" panose="020B0604020202020204" pitchFamily="34" charset="0"/>
              </a:rPr>
              <a:t>Trade Secret</a:t>
            </a:r>
            <a:r>
              <a:rPr kumimoji="0" lang="en-PK" altLang="en-PK" sz="1800" b="0" i="0" u="none" strike="noStrike" cap="none" normalizeH="0" baseline="0" dirty="0">
                <a:ln>
                  <a:noFill/>
                </a:ln>
                <a:solidFill>
                  <a:schemeClr val="tx1"/>
                </a:solidFill>
                <a:effectLst/>
                <a:latin typeface="Arial" panose="020B0604020202020204" pitchFamily="34" charset="0"/>
              </a:rPr>
              <a:t> instead of patenting 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Identify two </a:t>
            </a:r>
            <a:r>
              <a:rPr kumimoji="0" lang="en-PK" altLang="en-PK" sz="1800" b="1" i="0" u="none" strike="noStrike" cap="none" normalizeH="0" baseline="0" dirty="0">
                <a:ln>
                  <a:noFill/>
                </a:ln>
                <a:solidFill>
                  <a:schemeClr val="tx1"/>
                </a:solidFill>
                <a:effectLst/>
                <a:latin typeface="Arial" panose="020B0604020202020204" pitchFamily="34" charset="0"/>
              </a:rPr>
              <a:t>Key Intellectual Property issues</a:t>
            </a:r>
            <a:r>
              <a:rPr kumimoji="0" lang="en-PK" altLang="en-PK" sz="1800" b="0" i="0" u="none" strike="noStrike" cap="none" normalizeH="0" baseline="0" dirty="0">
                <a:ln>
                  <a:noFill/>
                </a:ln>
                <a:solidFill>
                  <a:schemeClr val="tx1"/>
                </a:solidFill>
                <a:effectLst/>
                <a:latin typeface="Arial" panose="020B0604020202020204" pitchFamily="34" charset="0"/>
              </a:rPr>
              <a:t> raised in this scenario.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If a developer at </a:t>
            </a:r>
            <a:r>
              <a:rPr kumimoji="0" lang="en-PK" altLang="en-PK" sz="1800" b="0" i="0" u="none" strike="noStrike" cap="none" normalizeH="0" baseline="0" dirty="0" err="1">
                <a:ln>
                  <a:noFill/>
                </a:ln>
                <a:solidFill>
                  <a:schemeClr val="tx1"/>
                </a:solidFill>
                <a:effectLst/>
                <a:latin typeface="Arial" panose="020B0604020202020204" pitchFamily="34" charset="0"/>
              </a:rPr>
              <a:t>EduPro</a:t>
            </a:r>
            <a:r>
              <a:rPr kumimoji="0" lang="en-PK" altLang="en-PK" sz="1800" b="0" i="0" u="none" strike="noStrike" cap="none" normalizeH="0" baseline="0" dirty="0">
                <a:ln>
                  <a:noFill/>
                </a:ln>
                <a:solidFill>
                  <a:schemeClr val="tx1"/>
                </a:solidFill>
                <a:effectLst/>
                <a:latin typeface="Arial" panose="020B0604020202020204" pitchFamily="34" charset="0"/>
              </a:rPr>
              <a:t> copied code from </a:t>
            </a:r>
            <a:r>
              <a:rPr kumimoji="0" lang="en-PK" altLang="en-PK" sz="1800" b="0" i="0" u="none" strike="noStrike" cap="none" normalizeH="0" baseline="0" dirty="0" err="1">
                <a:ln>
                  <a:noFill/>
                </a:ln>
                <a:solidFill>
                  <a:schemeClr val="tx1"/>
                </a:solidFill>
                <a:effectLst/>
                <a:latin typeface="Arial" panose="020B0604020202020204" pitchFamily="34" charset="0"/>
              </a:rPr>
              <a:t>SmartLearn</a:t>
            </a:r>
            <a:r>
              <a:rPr kumimoji="0" lang="en-PK" altLang="en-PK" sz="1800" b="0" i="0" u="none" strike="noStrike" cap="none" normalizeH="0" baseline="0" dirty="0">
                <a:ln>
                  <a:noFill/>
                </a:ln>
                <a:solidFill>
                  <a:schemeClr val="tx1"/>
                </a:solidFill>
                <a:effectLst/>
                <a:latin typeface="Arial" panose="020B0604020202020204" pitchFamily="34" charset="0"/>
              </a:rPr>
              <a:t> without giving credit, what form of </a:t>
            </a:r>
            <a:r>
              <a:rPr kumimoji="0" lang="en-PK" altLang="en-PK" sz="1800" b="1" i="0" u="none" strike="noStrike" cap="none" normalizeH="0" baseline="0" dirty="0">
                <a:ln>
                  <a:noFill/>
                </a:ln>
                <a:solidFill>
                  <a:schemeClr val="tx1"/>
                </a:solidFill>
                <a:effectLst/>
                <a:latin typeface="Arial" panose="020B0604020202020204" pitchFamily="34" charset="0"/>
              </a:rPr>
              <a:t>Plagiarism</a:t>
            </a:r>
            <a:r>
              <a:rPr kumimoji="0" lang="en-PK" altLang="en-PK" sz="1800" b="0" i="0" u="none" strike="noStrike" cap="none" normalizeH="0" baseline="0" dirty="0">
                <a:ln>
                  <a:noFill/>
                </a:ln>
                <a:solidFill>
                  <a:schemeClr val="tx1"/>
                </a:solidFill>
                <a:effectLst/>
                <a:latin typeface="Arial" panose="020B0604020202020204" pitchFamily="34" charset="0"/>
              </a:rPr>
              <a:t> is this?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err="1">
                <a:ln>
                  <a:noFill/>
                </a:ln>
                <a:solidFill>
                  <a:schemeClr val="tx1"/>
                </a:solidFill>
                <a:effectLst/>
                <a:latin typeface="Arial" panose="020B0604020202020204" pitchFamily="34" charset="0"/>
              </a:rPr>
              <a:t>EduPro</a:t>
            </a:r>
            <a:r>
              <a:rPr kumimoji="0" lang="en-PK" altLang="en-PK" sz="1800" b="0" i="0" u="none" strike="noStrike" cap="none" normalizeH="0" baseline="0" dirty="0">
                <a:ln>
                  <a:noFill/>
                </a:ln>
                <a:solidFill>
                  <a:schemeClr val="tx1"/>
                </a:solidFill>
                <a:effectLst/>
                <a:latin typeface="Arial" panose="020B0604020202020204" pitchFamily="34" charset="0"/>
              </a:rPr>
              <a:t> claims they “studied” </a:t>
            </a:r>
            <a:r>
              <a:rPr kumimoji="0" lang="en-PK" altLang="en-PK" sz="1800" b="0" i="0" u="none" strike="noStrike" cap="none" normalizeH="0" baseline="0" dirty="0" err="1">
                <a:ln>
                  <a:noFill/>
                </a:ln>
                <a:solidFill>
                  <a:schemeClr val="tx1"/>
                </a:solidFill>
                <a:effectLst/>
                <a:latin typeface="Arial" panose="020B0604020202020204" pitchFamily="34" charset="0"/>
              </a:rPr>
              <a:t>SmartLearn’s</a:t>
            </a:r>
            <a:r>
              <a:rPr kumimoji="0" lang="en-PK" altLang="en-PK" sz="1800" b="0" i="0" u="none" strike="noStrike" cap="none" normalizeH="0" baseline="0" dirty="0">
                <a:ln>
                  <a:noFill/>
                </a:ln>
                <a:solidFill>
                  <a:schemeClr val="tx1"/>
                </a:solidFill>
                <a:effectLst/>
                <a:latin typeface="Arial" panose="020B0604020202020204" pitchFamily="34" charset="0"/>
              </a:rPr>
              <a:t> app to build their own. Does this count as </a:t>
            </a:r>
            <a:r>
              <a:rPr kumimoji="0" lang="en-PK" altLang="en-PK" sz="1800" b="1" i="0" u="none" strike="noStrike" cap="none" normalizeH="0" baseline="0" dirty="0">
                <a:ln>
                  <a:noFill/>
                </a:ln>
                <a:solidFill>
                  <a:schemeClr val="tx1"/>
                </a:solidFill>
                <a:effectLst/>
                <a:latin typeface="Arial" panose="020B0604020202020204" pitchFamily="34" charset="0"/>
              </a:rPr>
              <a:t>Reverse Engineering</a:t>
            </a:r>
            <a:r>
              <a:rPr kumimoji="0" lang="en-PK" altLang="en-PK" sz="1800" b="0" i="0" u="none" strike="noStrike" cap="none" normalizeH="0" baseline="0" dirty="0">
                <a:ln>
                  <a:noFill/>
                </a:ln>
                <a:solidFill>
                  <a:schemeClr val="tx1"/>
                </a:solidFill>
                <a:effectLst/>
                <a:latin typeface="Arial" panose="020B0604020202020204" pitchFamily="34" charset="0"/>
              </a:rPr>
              <a:t>? Is it legal?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By registering </a:t>
            </a:r>
            <a:r>
              <a:rPr kumimoji="0" lang="en-PK" altLang="en-PK" sz="1800" b="1" i="0" u="none" strike="noStrike" cap="none" normalizeH="0" baseline="0" dirty="0">
                <a:ln>
                  <a:noFill/>
                </a:ln>
                <a:solidFill>
                  <a:schemeClr val="tx1"/>
                </a:solidFill>
                <a:effectLst/>
                <a:latin typeface="Arial" panose="020B0604020202020204" pitchFamily="34" charset="0"/>
              </a:rPr>
              <a:t>smartlearnpro.com</a:t>
            </a:r>
            <a:r>
              <a:rPr kumimoji="0" lang="en-PK" altLang="en-PK" sz="1800" b="0" i="0" u="none" strike="noStrike" cap="none" normalizeH="0" baseline="0" dirty="0">
                <a:ln>
                  <a:noFill/>
                </a:ln>
                <a:solidFill>
                  <a:schemeClr val="tx1"/>
                </a:solidFill>
                <a:effectLst/>
                <a:latin typeface="Arial" panose="020B0604020202020204" pitchFamily="34" charset="0"/>
              </a:rPr>
              <a:t>, what kind of IP violation might </a:t>
            </a:r>
            <a:r>
              <a:rPr kumimoji="0" lang="en-PK" altLang="en-PK" sz="1800" b="0" i="0" u="none" strike="noStrike" cap="none" normalizeH="0" baseline="0" dirty="0" err="1">
                <a:ln>
                  <a:noFill/>
                </a:ln>
                <a:solidFill>
                  <a:schemeClr val="tx1"/>
                </a:solidFill>
                <a:effectLst/>
                <a:latin typeface="Arial" panose="020B0604020202020204" pitchFamily="34" charset="0"/>
              </a:rPr>
              <a:t>EduPro</a:t>
            </a:r>
            <a:r>
              <a:rPr kumimoji="0" lang="en-PK" altLang="en-PK" sz="1800" b="0" i="0" u="none" strike="noStrike" cap="none" normalizeH="0" baseline="0" dirty="0">
                <a:ln>
                  <a:noFill/>
                </a:ln>
                <a:solidFill>
                  <a:schemeClr val="tx1"/>
                </a:solidFill>
                <a:effectLst/>
                <a:latin typeface="Arial" panose="020B0604020202020204" pitchFamily="34" charset="0"/>
              </a:rPr>
              <a:t> be committing? (</a:t>
            </a:r>
            <a:r>
              <a:rPr kumimoji="0" lang="en-PK" altLang="en-PK" sz="1800" b="1" i="0" u="none" strike="noStrike" cap="none" normalizeH="0" baseline="0" dirty="0">
                <a:ln>
                  <a:noFill/>
                </a:ln>
                <a:solidFill>
                  <a:schemeClr val="tx1"/>
                </a:solidFill>
                <a:effectLst/>
                <a:latin typeface="Arial" panose="020B0604020202020204" pitchFamily="34" charset="0"/>
              </a:rPr>
              <a:t>Hint:</a:t>
            </a:r>
            <a:r>
              <a:rPr kumimoji="0" lang="en-PK" altLang="en-PK" sz="1800" b="0" i="0" u="none" strike="noStrike" cap="none" normalizeH="0" baseline="0" dirty="0">
                <a:ln>
                  <a:noFill/>
                </a:ln>
                <a:solidFill>
                  <a:schemeClr val="tx1"/>
                </a:solidFill>
                <a:effectLst/>
                <a:latin typeface="Arial" panose="020B0604020202020204" pitchFamily="34" charset="0"/>
              </a:rPr>
              <a:t> It relates to domain names.)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Suggest one preventive measure </a:t>
            </a:r>
            <a:r>
              <a:rPr kumimoji="0" lang="en-PK" altLang="en-PK" sz="1800" b="0" i="0" u="none" strike="noStrike" cap="none" normalizeH="0" baseline="0" dirty="0" err="1">
                <a:ln>
                  <a:noFill/>
                </a:ln>
                <a:solidFill>
                  <a:schemeClr val="tx1"/>
                </a:solidFill>
                <a:effectLst/>
                <a:latin typeface="Arial" panose="020B0604020202020204" pitchFamily="34" charset="0"/>
              </a:rPr>
              <a:t>TechNova</a:t>
            </a:r>
            <a:r>
              <a:rPr kumimoji="0" lang="en-PK" altLang="en-PK" sz="1800" b="0" i="0" u="none" strike="noStrike" cap="none" normalizeH="0" baseline="0" dirty="0">
                <a:ln>
                  <a:noFill/>
                </a:ln>
                <a:solidFill>
                  <a:schemeClr val="tx1"/>
                </a:solidFill>
                <a:effectLst/>
                <a:latin typeface="Arial" panose="020B0604020202020204" pitchFamily="34" charset="0"/>
              </a:rPr>
              <a:t> can take to avoid such </a:t>
            </a:r>
            <a:r>
              <a:rPr kumimoji="0" lang="en-PK" altLang="en-PK" sz="1800" b="1" i="0" u="none" strike="noStrike" cap="none" normalizeH="0" baseline="0" dirty="0">
                <a:ln>
                  <a:noFill/>
                </a:ln>
                <a:solidFill>
                  <a:schemeClr val="tx1"/>
                </a:solidFill>
                <a:effectLst/>
                <a:latin typeface="Arial" panose="020B0604020202020204" pitchFamily="34" charset="0"/>
              </a:rPr>
              <a:t>IP disputes</a:t>
            </a:r>
            <a:r>
              <a:rPr kumimoji="0" lang="en-PK" altLang="en-PK" sz="1800" b="0" i="0" u="none" strike="noStrike" cap="none" normalizeH="0" baseline="0" dirty="0">
                <a:ln>
                  <a:noFill/>
                </a:ln>
                <a:solidFill>
                  <a:schemeClr val="tx1"/>
                </a:solidFill>
                <a:effectLst/>
                <a:latin typeface="Arial" panose="020B0604020202020204" pitchFamily="34" charset="0"/>
              </a:rPr>
              <a:t> in the future</a:t>
            </a:r>
          </a:p>
        </p:txBody>
      </p:sp>
    </p:spTree>
    <p:extLst>
      <p:ext uri="{BB962C8B-B14F-4D97-AF65-F5344CB8AC3E}">
        <p14:creationId xmlns:p14="http://schemas.microsoft.com/office/powerpoint/2010/main" val="34156931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4E6B9-AB51-DDAA-DC2D-5F9F4D044A19}"/>
            </a:ext>
          </a:extLst>
        </p:cNvPr>
        <p:cNvGrpSpPr/>
        <p:nvPr/>
      </p:nvGrpSpPr>
      <p:grpSpPr>
        <a:xfrm>
          <a:off x="0" y="0"/>
          <a:ext cx="0" cy="0"/>
          <a:chOff x="0" y="0"/>
          <a:chExt cx="0" cy="0"/>
        </a:xfrm>
      </p:grpSpPr>
      <p:sp>
        <p:nvSpPr>
          <p:cNvPr id="57346" name="Rectangle 2">
            <a:extLst>
              <a:ext uri="{FF2B5EF4-FFF2-40B4-BE49-F238E27FC236}">
                <a16:creationId xmlns:a16="http://schemas.microsoft.com/office/drawing/2014/main" id="{1A64492B-5B51-114D-71A0-DF50530EA39B}"/>
              </a:ext>
            </a:extLst>
          </p:cNvPr>
          <p:cNvSpPr>
            <a:spLocks noGrp="1" noChangeArrowheads="1"/>
          </p:cNvSpPr>
          <p:nvPr>
            <p:ph type="title"/>
          </p:nvPr>
        </p:nvSpPr>
        <p:spPr>
          <a:xfrm>
            <a:off x="435429" y="420572"/>
            <a:ext cx="10408582" cy="647121"/>
          </a:xfrm>
        </p:spPr>
        <p:txBody>
          <a:bodyPr/>
          <a:lstStyle/>
          <a:p>
            <a:r>
              <a:rPr lang="en-US" altLang="en-US" dirty="0"/>
              <a:t>Lecture Summary</a:t>
            </a:r>
          </a:p>
        </p:txBody>
      </p:sp>
      <p:sp>
        <p:nvSpPr>
          <p:cNvPr id="106499" name="Rectangle 3">
            <a:extLst>
              <a:ext uri="{FF2B5EF4-FFF2-40B4-BE49-F238E27FC236}">
                <a16:creationId xmlns:a16="http://schemas.microsoft.com/office/drawing/2014/main" id="{B8580F30-EA06-C76A-3A19-9727C0EB03EE}"/>
              </a:ext>
            </a:extLst>
          </p:cNvPr>
          <p:cNvSpPr>
            <a:spLocks noGrp="1" noChangeArrowheads="1"/>
          </p:cNvSpPr>
          <p:nvPr>
            <p:ph idx="1"/>
          </p:nvPr>
        </p:nvSpPr>
        <p:spPr>
          <a:xfrm>
            <a:off x="609600" y="1447800"/>
            <a:ext cx="11306806" cy="4887686"/>
          </a:xfrm>
        </p:spPr>
        <p:txBody>
          <a:bodyPr>
            <a:normAutofit fontScale="92500" lnSpcReduction="10000"/>
          </a:bodyPr>
          <a:lstStyle/>
          <a:p>
            <a:r>
              <a:rPr lang="en-US" altLang="en-US" sz="2000" b="1" dirty="0"/>
              <a:t>Intellectual property is protected by laws for:</a:t>
            </a:r>
          </a:p>
          <a:p>
            <a:pPr lvl="1"/>
            <a:r>
              <a:rPr lang="en-US" altLang="en-US" sz="1600" dirty="0"/>
              <a:t>Copyrights</a:t>
            </a:r>
          </a:p>
          <a:p>
            <a:pPr lvl="1"/>
            <a:r>
              <a:rPr lang="en-US" altLang="en-US" sz="1600" dirty="0"/>
              <a:t>Patents</a:t>
            </a:r>
          </a:p>
          <a:p>
            <a:pPr lvl="1"/>
            <a:r>
              <a:rPr lang="en-US" altLang="en-US" sz="1600" dirty="0"/>
              <a:t>Trademarks</a:t>
            </a:r>
          </a:p>
          <a:p>
            <a:pPr lvl="1"/>
            <a:r>
              <a:rPr lang="en-US" altLang="en-US" sz="1600" dirty="0"/>
              <a:t>Trade secrets</a:t>
            </a:r>
          </a:p>
          <a:p>
            <a:r>
              <a:rPr lang="en-US" altLang="en-US" sz="2000" b="1" dirty="0"/>
              <a:t>Plagiarism is stealing and passing off the ideas and words of another as one’s own</a:t>
            </a:r>
          </a:p>
          <a:p>
            <a:r>
              <a:rPr lang="en-US" altLang="en-US" sz="2000" b="1" dirty="0"/>
              <a:t>Reverse engineering</a:t>
            </a:r>
          </a:p>
          <a:p>
            <a:pPr lvl="1"/>
            <a:r>
              <a:rPr lang="en-US" altLang="en-US" sz="1600" dirty="0"/>
              <a:t>Process of breaking something down in order to understand, build a copy of, or improve it</a:t>
            </a:r>
          </a:p>
          <a:p>
            <a:r>
              <a:rPr lang="en-US" altLang="en-US" sz="2000" b="1" dirty="0"/>
              <a:t>Open source code</a:t>
            </a:r>
          </a:p>
          <a:p>
            <a:pPr lvl="1"/>
            <a:r>
              <a:rPr lang="en-US" altLang="en-US" sz="1600" dirty="0"/>
              <a:t>Made available for use or modification as users or other developers see fit</a:t>
            </a:r>
          </a:p>
          <a:p>
            <a:r>
              <a:rPr lang="en-US" altLang="en-US" sz="2000" b="1" dirty="0"/>
              <a:t>Competitive intelligence</a:t>
            </a:r>
          </a:p>
          <a:p>
            <a:pPr lvl="1"/>
            <a:r>
              <a:rPr lang="en-US" altLang="en-US" sz="1600" dirty="0"/>
              <a:t>Uses legal means and public information</a:t>
            </a:r>
          </a:p>
          <a:p>
            <a:r>
              <a:rPr lang="en-US" altLang="en-US" sz="2000" b="1" dirty="0"/>
              <a:t>Trademark infringement</a:t>
            </a:r>
          </a:p>
          <a:p>
            <a:pPr lvl="1"/>
            <a:r>
              <a:rPr lang="en-US" altLang="en-US" sz="1600" dirty="0"/>
              <a:t>Use of other’s trademark in a Web site can lead to issues</a:t>
            </a:r>
          </a:p>
          <a:p>
            <a:r>
              <a:rPr lang="en-US" altLang="en-US" sz="2000" b="1" dirty="0"/>
              <a:t>Cybersquatting</a:t>
            </a:r>
          </a:p>
          <a:p>
            <a:pPr lvl="1"/>
            <a:r>
              <a:rPr lang="en-US" altLang="en-US" sz="1600" dirty="0"/>
              <a:t>Registration of a domain name by an unaffiliated party</a:t>
            </a:r>
          </a:p>
        </p:txBody>
      </p:sp>
      <p:sp>
        <p:nvSpPr>
          <p:cNvPr id="106501" name="Slide Number Placeholder 4">
            <a:extLst>
              <a:ext uri="{FF2B5EF4-FFF2-40B4-BE49-F238E27FC236}">
                <a16:creationId xmlns:a16="http://schemas.microsoft.com/office/drawing/2014/main" id="{EE24DEDF-98F5-CBF1-4BF5-3E7937CF56BF}"/>
              </a:ext>
            </a:extLst>
          </p:cNvPr>
          <p:cNvSpPr>
            <a:spLocks noGrp="1"/>
          </p:cNvSpPr>
          <p:nvPr>
            <p:ph type="sldNum" sz="quarter" idx="12"/>
          </p:nvPr>
        </p:nvSpPr>
        <p:spPr bwMode="auto">
          <a:xfrm>
            <a:off x="11523612" y="6432265"/>
            <a:ext cx="58057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Light" panose="020F0302020204030204" pitchFamily="34" charset="0"/>
              </a:defRPr>
            </a:lvl1pPr>
            <a:lvl2pPr marL="742950" indent="-285750">
              <a:defRPr>
                <a:solidFill>
                  <a:schemeClr val="tx1"/>
                </a:solidFill>
                <a:latin typeface="Calibri Light" panose="020F0302020204030204" pitchFamily="34" charset="0"/>
              </a:defRPr>
            </a:lvl2pPr>
            <a:lvl3pPr marL="1143000" indent="-228600">
              <a:defRPr>
                <a:solidFill>
                  <a:schemeClr val="tx1"/>
                </a:solidFill>
                <a:latin typeface="Calibri Light" panose="020F0302020204030204" pitchFamily="34" charset="0"/>
              </a:defRPr>
            </a:lvl3pPr>
            <a:lvl4pPr marL="1600200" indent="-228600">
              <a:defRPr>
                <a:solidFill>
                  <a:schemeClr val="tx1"/>
                </a:solidFill>
                <a:latin typeface="Calibri Light" panose="020F0302020204030204" pitchFamily="34" charset="0"/>
              </a:defRPr>
            </a:lvl4pPr>
            <a:lvl5pPr marL="2057400" indent="-228600">
              <a:defRPr>
                <a:solidFill>
                  <a:schemeClr val="tx1"/>
                </a:solidFill>
                <a:latin typeface="Calibri Light" panose="020F0302020204030204" pitchFamily="34" charset="0"/>
              </a:defRPr>
            </a:lvl5pPr>
            <a:lvl6pPr marL="2514600" indent="-228600" defTabSz="457200" eaLnBrk="0" fontAlgn="base" hangingPunct="0">
              <a:spcBef>
                <a:spcPct val="0"/>
              </a:spcBef>
              <a:spcAft>
                <a:spcPct val="0"/>
              </a:spcAft>
              <a:defRPr>
                <a:solidFill>
                  <a:schemeClr val="tx1"/>
                </a:solidFill>
                <a:latin typeface="Calibri Light" panose="020F0302020204030204" pitchFamily="34" charset="0"/>
              </a:defRPr>
            </a:lvl6pPr>
            <a:lvl7pPr marL="2971800" indent="-228600" defTabSz="457200" eaLnBrk="0" fontAlgn="base" hangingPunct="0">
              <a:spcBef>
                <a:spcPct val="0"/>
              </a:spcBef>
              <a:spcAft>
                <a:spcPct val="0"/>
              </a:spcAft>
              <a:defRPr>
                <a:solidFill>
                  <a:schemeClr val="tx1"/>
                </a:solidFill>
                <a:latin typeface="Calibri Light" panose="020F0302020204030204" pitchFamily="34" charset="0"/>
              </a:defRPr>
            </a:lvl7pPr>
            <a:lvl8pPr marL="3429000" indent="-228600" defTabSz="457200" eaLnBrk="0" fontAlgn="base" hangingPunct="0">
              <a:spcBef>
                <a:spcPct val="0"/>
              </a:spcBef>
              <a:spcAft>
                <a:spcPct val="0"/>
              </a:spcAft>
              <a:defRPr>
                <a:solidFill>
                  <a:schemeClr val="tx1"/>
                </a:solidFill>
                <a:latin typeface="Calibri Light" panose="020F0302020204030204" pitchFamily="34" charset="0"/>
              </a:defRPr>
            </a:lvl8pPr>
            <a:lvl9pPr marL="3886200" indent="-228600" defTabSz="457200" eaLnBrk="0" fontAlgn="base" hangingPunct="0">
              <a:spcBef>
                <a:spcPct val="0"/>
              </a:spcBef>
              <a:spcAft>
                <a:spcPct val="0"/>
              </a:spcAft>
              <a:defRPr>
                <a:solidFill>
                  <a:schemeClr val="tx1"/>
                </a:solidFill>
                <a:latin typeface="Calibri Light" panose="020F0302020204030204" pitchFamily="34" charset="0"/>
              </a:defRPr>
            </a:lvl9pPr>
          </a:lstStyle>
          <a:p>
            <a:fld id="{8966527A-3F1D-487C-8F7B-27572C1AEDC8}" type="slidenum">
              <a:rPr lang="en-US" altLang="en-US" smtClean="0"/>
              <a:pPr/>
              <a:t>66</a:t>
            </a:fld>
            <a:endParaRPr lang="en-US" altLang="en-US"/>
          </a:p>
        </p:txBody>
      </p:sp>
    </p:spTree>
    <p:extLst>
      <p:ext uri="{BB962C8B-B14F-4D97-AF65-F5344CB8AC3E}">
        <p14:creationId xmlns:p14="http://schemas.microsoft.com/office/powerpoint/2010/main" val="1853477773"/>
      </p:ext>
    </p:extLst>
  </p:cSld>
  <p:clrMapOvr>
    <a:masterClrMapping/>
  </p:clrMapOvr>
</p:sld>
</file>

<file path=ppt/theme/theme1.xml><?xml version="1.0" encoding="utf-8"?>
<a:theme xmlns:a="http://schemas.openxmlformats.org/drawingml/2006/main" name="UCP_SS_Template -0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UCP_SS_Template -02</Template>
  <TotalTime>3646</TotalTime>
  <Words>4747</Words>
  <Application>Microsoft Office PowerPoint</Application>
  <PresentationFormat>Widescreen</PresentationFormat>
  <Paragraphs>554</Paragraphs>
  <Slides>66</Slides>
  <Notes>18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66</vt:i4>
      </vt:variant>
    </vt:vector>
  </HeadingPairs>
  <TitlesOfParts>
    <vt:vector size="77" baseType="lpstr">
      <vt:lpstr>Abadi</vt:lpstr>
      <vt:lpstr>Aharoni</vt:lpstr>
      <vt:lpstr>Aptos Display</vt:lpstr>
      <vt:lpstr>Aptos ExtraBold</vt:lpstr>
      <vt:lpstr>Aptos SemiBold</vt:lpstr>
      <vt:lpstr>Arial</vt:lpstr>
      <vt:lpstr>Calibri</vt:lpstr>
      <vt:lpstr>Calibri Light</vt:lpstr>
      <vt:lpstr>Cambria</vt:lpstr>
      <vt:lpstr>Times New Roman</vt:lpstr>
      <vt:lpstr>UCP_SS_Template -02</vt:lpstr>
      <vt:lpstr>Intellectual Property  Week 5  Book: Ethics for Information Age (Chapter 4), A Gift of Fire (Chapter 04)</vt:lpstr>
      <vt:lpstr>Weightage</vt:lpstr>
      <vt:lpstr>This week</vt:lpstr>
      <vt:lpstr>Content of this week is based on CLO 01</vt:lpstr>
      <vt:lpstr> Lecture Objectives</vt:lpstr>
      <vt:lpstr>Learning Outcomes</vt:lpstr>
      <vt:lpstr>Today’s Lecture</vt:lpstr>
      <vt:lpstr>Intellectual Property</vt:lpstr>
      <vt:lpstr>Intellectual Property</vt:lpstr>
      <vt:lpstr>Example of Intellectual property</vt:lpstr>
      <vt:lpstr>Types of intellectual property (IP protection)</vt:lpstr>
      <vt:lpstr>How is Intellectual Property protected? </vt:lpstr>
      <vt:lpstr>Fair Use Doctrine &amp; Copyright Infringement </vt:lpstr>
      <vt:lpstr>Fair Use Doctrine</vt:lpstr>
      <vt:lpstr>Examples of Fair Use:</vt:lpstr>
      <vt:lpstr>Copyright Infringement</vt:lpstr>
      <vt:lpstr>Example of copyright infringement </vt:lpstr>
      <vt:lpstr>PowerPoint Presentation</vt:lpstr>
      <vt:lpstr>“Copyright Infringement” vs “Fair Use Doctrine”</vt:lpstr>
      <vt:lpstr>How to obtain intellectual property nationally &amp; internationally ?</vt:lpstr>
      <vt:lpstr>How to Obtain Intellectual Property Rights in Pakistan</vt:lpstr>
      <vt:lpstr>General Steps &amp; Best Practices for All IP Registration</vt:lpstr>
      <vt:lpstr>General Steps &amp; Best Practices for All IP Registration</vt:lpstr>
      <vt:lpstr>General Steps &amp; Best Practices for All IP Registration</vt:lpstr>
      <vt:lpstr>How IP Protection Works Internationally ??</vt:lpstr>
      <vt:lpstr>International Treaties on IPs</vt:lpstr>
      <vt:lpstr>Software cross-licensing Agreements</vt:lpstr>
      <vt:lpstr>Software cross-licensing Agreements</vt:lpstr>
      <vt:lpstr>Example</vt:lpstr>
      <vt:lpstr>Defensive Publishing</vt:lpstr>
      <vt:lpstr>Defensive Publishing</vt:lpstr>
      <vt:lpstr>Example</vt:lpstr>
      <vt:lpstr>Submarine Patents</vt:lpstr>
      <vt:lpstr>Submarine patent</vt:lpstr>
      <vt:lpstr>Example</vt:lpstr>
      <vt:lpstr>Example</vt:lpstr>
      <vt:lpstr>Example</vt:lpstr>
      <vt:lpstr>Patent Farming/troll</vt:lpstr>
      <vt:lpstr>Patent Farming/troll</vt:lpstr>
      <vt:lpstr>Patent Troll , How It Works</vt:lpstr>
      <vt:lpstr>Trade Secrets</vt:lpstr>
      <vt:lpstr>Trade Secrets</vt:lpstr>
      <vt:lpstr>Employees and Trade Secrets</vt:lpstr>
      <vt:lpstr>Non-disclosure Agreement (NDA)</vt:lpstr>
      <vt:lpstr>Non-compete agreements</vt:lpstr>
      <vt:lpstr>Can a Product or Service Have Multiple Forms of IP?</vt:lpstr>
      <vt:lpstr>Key Intellectual Property Issues</vt:lpstr>
      <vt:lpstr>Key Intellectual Property Issues</vt:lpstr>
      <vt:lpstr>Plagiarism</vt:lpstr>
      <vt:lpstr>Plagiarism forms</vt:lpstr>
      <vt:lpstr>Difference </vt:lpstr>
      <vt:lpstr>HEC Plagiarism policy for academic:</vt:lpstr>
      <vt:lpstr>HEC Plagiarism policy for academic:</vt:lpstr>
      <vt:lpstr>Implications for Computer Science Students</vt:lpstr>
      <vt:lpstr>Plagiarism Detection Tools</vt:lpstr>
      <vt:lpstr>Reverse Engineering</vt:lpstr>
      <vt:lpstr>Reverse Engineering (cont’d.)</vt:lpstr>
      <vt:lpstr>Reverse Engineering (cont’d.)</vt:lpstr>
      <vt:lpstr>Open-Source Code</vt:lpstr>
      <vt:lpstr>Reasons to Create Open Source </vt:lpstr>
      <vt:lpstr>Competitive Intelligence</vt:lpstr>
      <vt:lpstr>Trademark Infringement</vt:lpstr>
      <vt:lpstr>Cybersquatting</vt:lpstr>
      <vt:lpstr>Scenario:</vt:lpstr>
      <vt:lpstr>Questions</vt:lpstr>
      <vt:lpstr>Lecture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Ethics in Information Technology</dc:title>
  <dc:creator>sadaf.baloch</dc:creator>
  <cp:lastModifiedBy>Maham Noor</cp:lastModifiedBy>
  <cp:revision>734</cp:revision>
  <cp:lastPrinted>2025-07-29T08:07:00Z</cp:lastPrinted>
  <dcterms:created xsi:type="dcterms:W3CDTF">2002-09-27T23:29:22Z</dcterms:created>
  <dcterms:modified xsi:type="dcterms:W3CDTF">2025-10-29T06:42:33Z</dcterms:modified>
</cp:coreProperties>
</file>