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1"/>
  </p:sldMasterIdLst>
  <p:sldIdLst>
    <p:sldId id="256" r:id="rId2"/>
    <p:sldId id="257" r:id="rId3"/>
    <p:sldId id="294" r:id="rId4"/>
    <p:sldId id="258" r:id="rId5"/>
    <p:sldId id="259" r:id="rId6"/>
    <p:sldId id="260" r:id="rId7"/>
    <p:sldId id="296" r:id="rId8"/>
    <p:sldId id="261" r:id="rId9"/>
    <p:sldId id="293" r:id="rId10"/>
    <p:sldId id="284" r:id="rId11"/>
    <p:sldId id="285" r:id="rId12"/>
    <p:sldId id="286" r:id="rId13"/>
    <p:sldId id="287" r:id="rId14"/>
    <p:sldId id="288" r:id="rId15"/>
    <p:sldId id="289" r:id="rId16"/>
    <p:sldId id="290" r:id="rId17"/>
    <p:sldId id="291" r:id="rId18"/>
    <p:sldId id="292" r:id="rId19"/>
    <p:sldId id="295"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324" r:id="rId43"/>
    <p:sldId id="325"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5" r:id="rId60"/>
    <p:sldId id="316" r:id="rId61"/>
    <p:sldId id="317" r:id="rId62"/>
    <p:sldId id="318" r:id="rId63"/>
    <p:sldId id="322" r:id="rId64"/>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3F1AB0-1BEA-2F01-39C3-1F7681B78942}" v="10" dt="2025-09-22T10:21:46.33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p:cViewPr varScale="1">
        <p:scale>
          <a:sx n="63" d="100"/>
          <a:sy n="63" d="100"/>
        </p:scale>
        <p:origin x="930" y="72"/>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497461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4075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569750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29668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73529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32288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55476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t>12/11/2025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713542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22941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23506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D8BD707-D9CF-40AE-B4C6-C98DA3205C09}" type="datetimeFigureOut">
              <a:rPr lang="en-US" smtClean="0"/>
              <a:t>12/11/2025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926776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D8BD707-D9CF-40AE-B4C6-C98DA3205C09}" type="datetimeFigureOut">
              <a:rPr lang="en-US" smtClean="0"/>
              <a:t>12/11/2025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B6F15528-21DE-4FAA-801E-634DDDAF4B2B}"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2238564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72056" y="3086100"/>
            <a:ext cx="9229344" cy="3304540"/>
          </a:xfrm>
          <a:custGeom>
            <a:avLst/>
            <a:gdLst/>
            <a:ahLst/>
            <a:cxnLst/>
            <a:rect l="l" t="t" r="r" b="b"/>
            <a:pathLst>
              <a:path w="8240395" h="3304540">
                <a:moveTo>
                  <a:pt x="8240268" y="0"/>
                </a:moveTo>
                <a:lnTo>
                  <a:pt x="0" y="0"/>
                </a:lnTo>
                <a:lnTo>
                  <a:pt x="0" y="3304031"/>
                </a:lnTo>
                <a:lnTo>
                  <a:pt x="8240268" y="3304031"/>
                </a:lnTo>
                <a:lnTo>
                  <a:pt x="8240268" y="0"/>
                </a:lnTo>
                <a:close/>
              </a:path>
            </a:pathLst>
          </a:custGeom>
          <a:solidFill>
            <a:srgbClr val="4D1334"/>
          </a:solidFill>
        </p:spPr>
        <p:txBody>
          <a:bodyPr wrap="square" lIns="0" tIns="0" rIns="0" bIns="0" rtlCol="0"/>
          <a:lstStyle/>
          <a:p>
            <a:endParaRPr/>
          </a:p>
        </p:txBody>
      </p:sp>
      <p:sp>
        <p:nvSpPr>
          <p:cNvPr id="3" name="object 3"/>
          <p:cNvSpPr txBox="1">
            <a:spLocks noGrp="1"/>
          </p:cNvSpPr>
          <p:nvPr>
            <p:ph type="title"/>
          </p:nvPr>
        </p:nvSpPr>
        <p:spPr>
          <a:xfrm>
            <a:off x="2133600" y="3733800"/>
            <a:ext cx="9067800" cy="1698542"/>
          </a:xfrm>
          <a:prstGeom prst="rect">
            <a:avLst/>
          </a:prstGeom>
        </p:spPr>
        <p:txBody>
          <a:bodyPr vert="horz" wrap="square" lIns="0" tIns="239395" rIns="0" bIns="0" rtlCol="0" anchor="b">
            <a:spAutoFit/>
          </a:bodyPr>
          <a:lstStyle/>
          <a:p>
            <a:pPr marL="12700">
              <a:spcBef>
                <a:spcPts val="1885"/>
              </a:spcBef>
            </a:pPr>
            <a:r>
              <a:rPr lang="en-US" sz="3600" dirty="0">
                <a:latin typeface="Times New Roman"/>
                <a:cs typeface="Times New Roman"/>
              </a:rPr>
              <a:t>Week 9</a:t>
            </a:r>
            <a:br>
              <a:rPr lang="en-US" sz="3600" dirty="0">
                <a:latin typeface="Times New Roman"/>
                <a:cs typeface="Times New Roman"/>
              </a:rPr>
            </a:br>
            <a:r>
              <a:rPr sz="3600" dirty="0">
                <a:latin typeface="Times New Roman"/>
                <a:cs typeface="Times New Roman"/>
              </a:rPr>
              <a:t>COMPUTER</a:t>
            </a:r>
            <a:r>
              <a:rPr sz="3600" spc="-85" dirty="0">
                <a:latin typeface="Times New Roman"/>
                <a:cs typeface="Times New Roman"/>
              </a:rPr>
              <a:t> </a:t>
            </a:r>
            <a:r>
              <a:rPr sz="3600" spc="-10" dirty="0">
                <a:latin typeface="Times New Roman"/>
                <a:cs typeface="Times New Roman"/>
              </a:rPr>
              <a:t>ONTRACTS</a:t>
            </a:r>
            <a:endParaRPr sz="3600" dirty="0">
              <a:latin typeface="Times New Roman"/>
              <a:cs typeface="Times New Roman"/>
            </a:endParaRPr>
          </a:p>
          <a:p>
            <a:pPr marL="12700">
              <a:spcBef>
                <a:spcPts val="790"/>
              </a:spcBef>
            </a:pPr>
            <a:endParaRPr sz="16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539544684"/>
              </p:ext>
            </p:extLst>
          </p:nvPr>
        </p:nvGraphicFramePr>
        <p:xfrm>
          <a:off x="990600" y="441960"/>
          <a:ext cx="9219943" cy="1416685"/>
        </p:xfrm>
        <a:graphic>
          <a:graphicData uri="http://schemas.openxmlformats.org/drawingml/2006/table">
            <a:tbl>
              <a:tblPr firstRow="1" bandRow="1">
                <a:tableStyleId>{2D5ABB26-0587-4C30-8999-92F81FD0307C}</a:tableStyleId>
              </a:tblPr>
              <a:tblGrid>
                <a:gridCol w="3071420">
                  <a:extLst>
                    <a:ext uri="{9D8B030D-6E8A-4147-A177-3AD203B41FA5}">
                      <a16:colId xmlns:a16="http://schemas.microsoft.com/office/drawing/2014/main" val="20000"/>
                    </a:ext>
                  </a:extLst>
                </a:gridCol>
                <a:gridCol w="3087053">
                  <a:extLst>
                    <a:ext uri="{9D8B030D-6E8A-4147-A177-3AD203B41FA5}">
                      <a16:colId xmlns:a16="http://schemas.microsoft.com/office/drawing/2014/main" val="20001"/>
                    </a:ext>
                  </a:extLst>
                </a:gridCol>
                <a:gridCol w="3061470">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10" dirty="0">
                          <a:solidFill>
                            <a:srgbClr val="FFFFFF"/>
                          </a:solidFill>
                          <a:latin typeface="Times New Roman"/>
                          <a:cs typeface="Times New Roman"/>
                        </a:rPr>
                        <a:t>CONTENTS</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96517" y="2741421"/>
            <a:ext cx="2262505" cy="1242060"/>
          </a:xfrm>
          <a:prstGeom prst="rect">
            <a:avLst/>
          </a:prstGeom>
        </p:spPr>
        <p:txBody>
          <a:bodyPr vert="horz" wrap="square" lIns="0" tIns="143510" rIns="0" bIns="0" rtlCol="0">
            <a:spAutoFit/>
          </a:bodyPr>
          <a:lstStyle/>
          <a:p>
            <a:pPr marL="318770" indent="-306070">
              <a:spcBef>
                <a:spcPts val="1130"/>
              </a:spcBef>
              <a:buClr>
                <a:srgbClr val="903062"/>
              </a:buClr>
              <a:buSzPct val="91666"/>
              <a:buFont typeface="Cambria"/>
              <a:buChar char="◾"/>
              <a:tabLst>
                <a:tab pos="318770" algn="l"/>
              </a:tabLst>
            </a:pPr>
            <a:r>
              <a:rPr dirty="0">
                <a:solidFill>
                  <a:srgbClr val="3C3C3C"/>
                </a:solidFill>
                <a:latin typeface="Times New Roman"/>
                <a:cs typeface="Times New Roman"/>
              </a:rPr>
              <a:t>What</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20"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spc="-10" dirty="0">
                <a:solidFill>
                  <a:srgbClr val="3C3C3C"/>
                </a:solidFill>
                <a:latin typeface="Times New Roman"/>
                <a:cs typeface="Times New Roman"/>
              </a:rPr>
              <a:t>Contract</a:t>
            </a:r>
            <a:endParaRPr dirty="0">
              <a:latin typeface="Times New Roman"/>
              <a:cs typeface="Times New Roman"/>
            </a:endParaRPr>
          </a:p>
          <a:p>
            <a:pPr marL="318770" indent="-306070">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Structure</a:t>
            </a:r>
            <a:r>
              <a:rPr spc="-35" dirty="0">
                <a:solidFill>
                  <a:srgbClr val="3C3C3C"/>
                </a:solidFill>
                <a:latin typeface="Times New Roman"/>
                <a:cs typeface="Times New Roman"/>
              </a:rPr>
              <a:t> </a:t>
            </a:r>
            <a:r>
              <a:rPr dirty="0">
                <a:solidFill>
                  <a:srgbClr val="3C3C3C"/>
                </a:solidFill>
                <a:latin typeface="Times New Roman"/>
                <a:cs typeface="Times New Roman"/>
              </a:rPr>
              <a:t>of</a:t>
            </a:r>
            <a:r>
              <a:rPr spc="-10" dirty="0">
                <a:solidFill>
                  <a:srgbClr val="3C3C3C"/>
                </a:solidFill>
                <a:latin typeface="Times New Roman"/>
                <a:cs typeface="Times New Roman"/>
              </a:rPr>
              <a:t> Contract</a:t>
            </a:r>
            <a:endParaRPr dirty="0">
              <a:latin typeface="Times New Roman"/>
              <a:cs typeface="Times New Roman"/>
            </a:endParaRPr>
          </a:p>
          <a:p>
            <a:pPr marL="318770" indent="-306070">
              <a:spcBef>
                <a:spcPts val="1030"/>
              </a:spcBef>
              <a:buClr>
                <a:srgbClr val="903062"/>
              </a:buClr>
              <a:buSzPct val="91666"/>
              <a:buFont typeface="Cambria"/>
              <a:buChar char="◾"/>
              <a:tabLst>
                <a:tab pos="318770" algn="l"/>
              </a:tabLst>
            </a:pPr>
            <a:r>
              <a:rPr spc="-20" dirty="0">
                <a:solidFill>
                  <a:srgbClr val="3C3C3C"/>
                </a:solidFill>
                <a:latin typeface="Times New Roman"/>
                <a:cs typeface="Times New Roman"/>
              </a:rPr>
              <a:t>Types</a:t>
            </a:r>
            <a:r>
              <a:rPr spc="-55"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spc="-10" dirty="0">
                <a:solidFill>
                  <a:srgbClr val="3C3C3C"/>
                </a:solidFill>
                <a:latin typeface="Times New Roman"/>
                <a:cs typeface="Times New Roman"/>
              </a:rPr>
              <a:t>Contract</a:t>
            </a:r>
            <a:endParaRPr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68E78-EA73-4F30-B012-281A5092E7CE}"/>
              </a:ext>
            </a:extLst>
          </p:cNvPr>
          <p:cNvSpPr>
            <a:spLocks noGrp="1"/>
          </p:cNvSpPr>
          <p:nvPr>
            <p:ph type="ctrTitle"/>
          </p:nvPr>
        </p:nvSpPr>
        <p:spPr>
          <a:xfrm>
            <a:off x="838200" y="3657600"/>
            <a:ext cx="10993549" cy="1475013"/>
          </a:xfrm>
        </p:spPr>
        <p:txBody>
          <a:bodyPr/>
          <a:lstStyle/>
          <a:p>
            <a:r>
              <a:rPr lang="en-US" dirty="0">
                <a:solidFill>
                  <a:schemeClr val="bg1"/>
                </a:solidFill>
              </a:rPr>
              <a:t>What is contract?</a:t>
            </a:r>
            <a:endParaRPr lang="en-PK" dirty="0">
              <a:solidFill>
                <a:schemeClr val="bg1"/>
              </a:solidFill>
            </a:endParaRPr>
          </a:p>
        </p:txBody>
      </p:sp>
    </p:spTree>
    <p:extLst>
      <p:ext uri="{BB962C8B-B14F-4D97-AF65-F5344CB8AC3E}">
        <p14:creationId xmlns:p14="http://schemas.microsoft.com/office/powerpoint/2010/main" val="553959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734945235"/>
              </p:ext>
            </p:extLst>
          </p:nvPr>
        </p:nvGraphicFramePr>
        <p:xfrm>
          <a:off x="838200" y="441960"/>
          <a:ext cx="9372343" cy="1416685"/>
        </p:xfrm>
        <a:graphic>
          <a:graphicData uri="http://schemas.openxmlformats.org/drawingml/2006/table">
            <a:tbl>
              <a:tblPr firstRow="1" bandRow="1">
                <a:tableStyleId>{2D5ABB26-0587-4C30-8999-92F81FD0307C}</a:tableStyleId>
              </a:tblPr>
              <a:tblGrid>
                <a:gridCol w="3122189">
                  <a:extLst>
                    <a:ext uri="{9D8B030D-6E8A-4147-A177-3AD203B41FA5}">
                      <a16:colId xmlns:a16="http://schemas.microsoft.com/office/drawing/2014/main" val="20000"/>
                    </a:ext>
                  </a:extLst>
                </a:gridCol>
                <a:gridCol w="3138080">
                  <a:extLst>
                    <a:ext uri="{9D8B030D-6E8A-4147-A177-3AD203B41FA5}">
                      <a16:colId xmlns:a16="http://schemas.microsoft.com/office/drawing/2014/main" val="20001"/>
                    </a:ext>
                  </a:extLst>
                </a:gridCol>
                <a:gridCol w="3112074">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55" dirty="0">
                          <a:solidFill>
                            <a:srgbClr val="FFFFFF"/>
                          </a:solidFill>
                          <a:latin typeface="Times New Roman"/>
                          <a:cs typeface="Times New Roman"/>
                        </a:rPr>
                        <a:t>WHAT</a:t>
                      </a:r>
                      <a:r>
                        <a:rPr sz="2800" b="1" spc="-105" dirty="0">
                          <a:solidFill>
                            <a:srgbClr val="FFFFFF"/>
                          </a:solidFill>
                          <a:latin typeface="Times New Roman"/>
                          <a:cs typeface="Times New Roman"/>
                        </a:rPr>
                        <a:t> </a:t>
                      </a:r>
                      <a:r>
                        <a:rPr sz="2800" b="1" dirty="0">
                          <a:solidFill>
                            <a:srgbClr val="FFFFFF"/>
                          </a:solidFill>
                          <a:latin typeface="Times New Roman"/>
                          <a:cs typeface="Times New Roman"/>
                        </a:rPr>
                        <a:t>IS</a:t>
                      </a:r>
                      <a:r>
                        <a:rPr sz="2800" b="1" spc="-170" dirty="0">
                          <a:solidFill>
                            <a:srgbClr val="FFFFFF"/>
                          </a:solidFill>
                          <a:latin typeface="Times New Roman"/>
                          <a:cs typeface="Times New Roman"/>
                        </a:rPr>
                        <a:t> </a:t>
                      </a:r>
                      <a:r>
                        <a:rPr sz="2800" b="1" spc="-30" dirty="0">
                          <a:solidFill>
                            <a:srgbClr val="FFFFFF"/>
                          </a:solidFill>
                          <a:latin typeface="Times New Roman"/>
                          <a:cs typeface="Times New Roman"/>
                        </a:rPr>
                        <a:t>A</a:t>
                      </a:r>
                      <a:r>
                        <a:rPr sz="2800" b="1" spc="-155" dirty="0">
                          <a:solidFill>
                            <a:srgbClr val="FFFFFF"/>
                          </a:solidFill>
                          <a:latin typeface="Times New Roman"/>
                          <a:cs typeface="Times New Roman"/>
                        </a:rPr>
                        <a:t> </a:t>
                      </a:r>
                      <a:r>
                        <a:rPr sz="2800" b="1" spc="-10" dirty="0">
                          <a:solidFill>
                            <a:srgbClr val="FFFFFF"/>
                          </a:solidFill>
                          <a:latin typeface="Times New Roman"/>
                          <a:cs typeface="Times New Roman"/>
                        </a:rPr>
                        <a:t>CONTRACT</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818103" y="2667000"/>
            <a:ext cx="8827770" cy="1934210"/>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A</a:t>
            </a:r>
            <a:r>
              <a:rPr spc="-60" dirty="0">
                <a:solidFill>
                  <a:srgbClr val="3C3C3C"/>
                </a:solidFill>
                <a:latin typeface="Times New Roman"/>
                <a:cs typeface="Times New Roman"/>
              </a:rPr>
              <a:t> </a:t>
            </a:r>
            <a:r>
              <a:rPr dirty="0">
                <a:solidFill>
                  <a:srgbClr val="3C3C3C"/>
                </a:solidFill>
                <a:latin typeface="Times New Roman"/>
                <a:cs typeface="Times New Roman"/>
              </a:rPr>
              <a:t>contract</a:t>
            </a:r>
            <a:r>
              <a:rPr spc="35" dirty="0">
                <a:solidFill>
                  <a:srgbClr val="3C3C3C"/>
                </a:solidFill>
                <a:latin typeface="Times New Roman"/>
                <a:cs typeface="Times New Roman"/>
              </a:rPr>
              <a:t> </a:t>
            </a:r>
            <a:r>
              <a:rPr dirty="0">
                <a:solidFill>
                  <a:srgbClr val="3C3C3C"/>
                </a:solidFill>
                <a:latin typeface="Times New Roman"/>
                <a:cs typeface="Times New Roman"/>
              </a:rPr>
              <a:t>is</a:t>
            </a:r>
            <a:r>
              <a:rPr spc="35" dirty="0">
                <a:solidFill>
                  <a:srgbClr val="3C3C3C"/>
                </a:solidFill>
                <a:latin typeface="Times New Roman"/>
                <a:cs typeface="Times New Roman"/>
              </a:rPr>
              <a:t> </a:t>
            </a:r>
            <a:r>
              <a:rPr dirty="0">
                <a:solidFill>
                  <a:srgbClr val="3C3C3C"/>
                </a:solidFill>
                <a:latin typeface="Times New Roman"/>
                <a:cs typeface="Times New Roman"/>
              </a:rPr>
              <a:t>an</a:t>
            </a:r>
            <a:r>
              <a:rPr spc="20" dirty="0">
                <a:solidFill>
                  <a:srgbClr val="3C3C3C"/>
                </a:solidFill>
                <a:latin typeface="Times New Roman"/>
                <a:cs typeface="Times New Roman"/>
              </a:rPr>
              <a:t> </a:t>
            </a:r>
            <a:r>
              <a:rPr dirty="0">
                <a:solidFill>
                  <a:srgbClr val="3C3C3C"/>
                </a:solidFill>
                <a:latin typeface="Times New Roman"/>
                <a:cs typeface="Times New Roman"/>
              </a:rPr>
              <a:t>agreement</a:t>
            </a:r>
            <a:r>
              <a:rPr spc="55" dirty="0">
                <a:solidFill>
                  <a:srgbClr val="3C3C3C"/>
                </a:solidFill>
                <a:latin typeface="Times New Roman"/>
                <a:cs typeface="Times New Roman"/>
              </a:rPr>
              <a:t> </a:t>
            </a:r>
            <a:r>
              <a:rPr dirty="0">
                <a:solidFill>
                  <a:srgbClr val="3C3C3C"/>
                </a:solidFill>
                <a:latin typeface="Times New Roman"/>
                <a:cs typeface="Times New Roman"/>
              </a:rPr>
              <a:t>between</a:t>
            </a:r>
            <a:r>
              <a:rPr spc="40" dirty="0">
                <a:solidFill>
                  <a:srgbClr val="3C3C3C"/>
                </a:solidFill>
                <a:latin typeface="Times New Roman"/>
                <a:cs typeface="Times New Roman"/>
              </a:rPr>
              <a:t> </a:t>
            </a:r>
            <a:r>
              <a:rPr dirty="0">
                <a:solidFill>
                  <a:srgbClr val="3C3C3C"/>
                </a:solidFill>
                <a:latin typeface="Times New Roman"/>
                <a:cs typeface="Times New Roman"/>
              </a:rPr>
              <a:t>two</a:t>
            </a:r>
            <a:r>
              <a:rPr spc="35" dirty="0">
                <a:solidFill>
                  <a:srgbClr val="3C3C3C"/>
                </a:solidFill>
                <a:latin typeface="Times New Roman"/>
                <a:cs typeface="Times New Roman"/>
              </a:rPr>
              <a:t> </a:t>
            </a:r>
            <a:r>
              <a:rPr dirty="0">
                <a:solidFill>
                  <a:srgbClr val="3C3C3C"/>
                </a:solidFill>
                <a:latin typeface="Times New Roman"/>
                <a:cs typeface="Times New Roman"/>
              </a:rPr>
              <a:t>or</a:t>
            </a:r>
            <a:r>
              <a:rPr spc="25" dirty="0">
                <a:solidFill>
                  <a:srgbClr val="3C3C3C"/>
                </a:solidFill>
                <a:latin typeface="Times New Roman"/>
                <a:cs typeface="Times New Roman"/>
              </a:rPr>
              <a:t> </a:t>
            </a:r>
            <a:r>
              <a:rPr dirty="0">
                <a:solidFill>
                  <a:srgbClr val="3C3C3C"/>
                </a:solidFill>
                <a:latin typeface="Times New Roman"/>
                <a:cs typeface="Times New Roman"/>
              </a:rPr>
              <a:t>more</a:t>
            </a:r>
            <a:r>
              <a:rPr spc="40" dirty="0">
                <a:solidFill>
                  <a:srgbClr val="3C3C3C"/>
                </a:solidFill>
                <a:latin typeface="Times New Roman"/>
                <a:cs typeface="Times New Roman"/>
              </a:rPr>
              <a:t> </a:t>
            </a:r>
            <a:r>
              <a:rPr dirty="0">
                <a:solidFill>
                  <a:srgbClr val="3C3C3C"/>
                </a:solidFill>
                <a:latin typeface="Times New Roman"/>
                <a:cs typeface="Times New Roman"/>
              </a:rPr>
              <a:t>persons</a:t>
            </a:r>
            <a:r>
              <a:rPr spc="30" dirty="0">
                <a:solidFill>
                  <a:srgbClr val="3C3C3C"/>
                </a:solidFill>
                <a:latin typeface="Times New Roman"/>
                <a:cs typeface="Times New Roman"/>
              </a:rPr>
              <a:t> </a:t>
            </a:r>
            <a:r>
              <a:rPr dirty="0">
                <a:solidFill>
                  <a:srgbClr val="3C3C3C"/>
                </a:solidFill>
                <a:latin typeface="Times New Roman"/>
                <a:cs typeface="Times New Roman"/>
              </a:rPr>
              <a:t>creating</a:t>
            </a:r>
            <a:r>
              <a:rPr spc="40" dirty="0">
                <a:solidFill>
                  <a:srgbClr val="3C3C3C"/>
                </a:solidFill>
                <a:latin typeface="Times New Roman"/>
                <a:cs typeface="Times New Roman"/>
              </a:rPr>
              <a:t> </a:t>
            </a:r>
            <a:r>
              <a:rPr dirty="0">
                <a:solidFill>
                  <a:srgbClr val="3C3C3C"/>
                </a:solidFill>
                <a:latin typeface="Times New Roman"/>
                <a:cs typeface="Times New Roman"/>
              </a:rPr>
              <a:t>rights</a:t>
            </a:r>
            <a:r>
              <a:rPr spc="35" dirty="0">
                <a:solidFill>
                  <a:srgbClr val="3C3C3C"/>
                </a:solidFill>
                <a:latin typeface="Times New Roman"/>
                <a:cs typeface="Times New Roman"/>
              </a:rPr>
              <a:t> </a:t>
            </a:r>
            <a:r>
              <a:rPr dirty="0">
                <a:solidFill>
                  <a:srgbClr val="3C3C3C"/>
                </a:solidFill>
                <a:latin typeface="Times New Roman"/>
                <a:cs typeface="Times New Roman"/>
              </a:rPr>
              <a:t>&amp;</a:t>
            </a:r>
            <a:r>
              <a:rPr spc="30" dirty="0">
                <a:solidFill>
                  <a:srgbClr val="3C3C3C"/>
                </a:solidFill>
                <a:latin typeface="Times New Roman"/>
                <a:cs typeface="Times New Roman"/>
              </a:rPr>
              <a:t> </a:t>
            </a:r>
            <a:r>
              <a:rPr spc="-10" dirty="0">
                <a:solidFill>
                  <a:srgbClr val="3C3C3C"/>
                </a:solidFill>
                <a:latin typeface="Times New Roman"/>
                <a:cs typeface="Times New Roman"/>
              </a:rPr>
              <a:t>duties </a:t>
            </a:r>
            <a:r>
              <a:rPr dirty="0">
                <a:solidFill>
                  <a:srgbClr val="3C3C3C"/>
                </a:solidFill>
                <a:latin typeface="Times New Roman"/>
                <a:cs typeface="Times New Roman"/>
              </a:rPr>
              <a:t>and</a:t>
            </a:r>
            <a:r>
              <a:rPr spc="-35" dirty="0">
                <a:solidFill>
                  <a:srgbClr val="3C3C3C"/>
                </a:solidFill>
                <a:latin typeface="Times New Roman"/>
                <a:cs typeface="Times New Roman"/>
              </a:rPr>
              <a:t> </a:t>
            </a:r>
            <a:r>
              <a:rPr dirty="0">
                <a:solidFill>
                  <a:srgbClr val="3C3C3C"/>
                </a:solidFill>
                <a:latin typeface="Times New Roman"/>
                <a:cs typeface="Times New Roman"/>
              </a:rPr>
              <a:t>which</a:t>
            </a:r>
            <a:r>
              <a:rPr spc="-30"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enforceable</a:t>
            </a:r>
            <a:r>
              <a:rPr spc="-40" dirty="0">
                <a:solidFill>
                  <a:srgbClr val="3C3C3C"/>
                </a:solidFill>
                <a:latin typeface="Times New Roman"/>
                <a:cs typeface="Times New Roman"/>
              </a:rPr>
              <a:t> </a:t>
            </a:r>
            <a:r>
              <a:rPr dirty="0">
                <a:solidFill>
                  <a:srgbClr val="3C3C3C"/>
                </a:solidFill>
                <a:latin typeface="Times New Roman"/>
                <a:cs typeface="Times New Roman"/>
              </a:rPr>
              <a:t>by</a:t>
            </a:r>
            <a:r>
              <a:rPr spc="-20" dirty="0">
                <a:solidFill>
                  <a:srgbClr val="3C3C3C"/>
                </a:solidFill>
                <a:latin typeface="Times New Roman"/>
                <a:cs typeface="Times New Roman"/>
              </a:rPr>
              <a:t> law.</a:t>
            </a:r>
            <a:endParaRPr dirty="0">
              <a:latin typeface="Times New Roman"/>
              <a:cs typeface="Times New Roman"/>
            </a:endParaRPr>
          </a:p>
          <a:p>
            <a:pPr marL="318770" marR="5080" indent="-306705">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A</a:t>
            </a:r>
            <a:r>
              <a:rPr spc="165" dirty="0">
                <a:solidFill>
                  <a:srgbClr val="3C3C3C"/>
                </a:solidFill>
                <a:latin typeface="Times New Roman"/>
                <a:cs typeface="Times New Roman"/>
              </a:rPr>
              <a:t> </a:t>
            </a:r>
            <a:r>
              <a:rPr dirty="0">
                <a:solidFill>
                  <a:srgbClr val="3C3C3C"/>
                </a:solidFill>
                <a:latin typeface="Times New Roman"/>
                <a:cs typeface="Times New Roman"/>
              </a:rPr>
              <a:t>contract</a:t>
            </a:r>
            <a:r>
              <a:rPr spc="265" dirty="0">
                <a:solidFill>
                  <a:srgbClr val="3C3C3C"/>
                </a:solidFill>
                <a:latin typeface="Times New Roman"/>
                <a:cs typeface="Times New Roman"/>
              </a:rPr>
              <a:t> </a:t>
            </a:r>
            <a:r>
              <a:rPr dirty="0">
                <a:solidFill>
                  <a:srgbClr val="3C3C3C"/>
                </a:solidFill>
                <a:latin typeface="Times New Roman"/>
                <a:cs typeface="Times New Roman"/>
              </a:rPr>
              <a:t>is</a:t>
            </a:r>
            <a:r>
              <a:rPr spc="254" dirty="0">
                <a:solidFill>
                  <a:srgbClr val="3C3C3C"/>
                </a:solidFill>
                <a:latin typeface="Times New Roman"/>
                <a:cs typeface="Times New Roman"/>
              </a:rPr>
              <a:t> </a:t>
            </a:r>
            <a:r>
              <a:rPr dirty="0">
                <a:solidFill>
                  <a:srgbClr val="3C3C3C"/>
                </a:solidFill>
                <a:latin typeface="Times New Roman"/>
                <a:cs typeface="Times New Roman"/>
              </a:rPr>
              <a:t>a</a:t>
            </a:r>
            <a:r>
              <a:rPr spc="254" dirty="0">
                <a:solidFill>
                  <a:srgbClr val="3C3C3C"/>
                </a:solidFill>
                <a:latin typeface="Times New Roman"/>
                <a:cs typeface="Times New Roman"/>
              </a:rPr>
              <a:t> </a:t>
            </a:r>
            <a:r>
              <a:rPr dirty="0">
                <a:solidFill>
                  <a:srgbClr val="3C3C3C"/>
                </a:solidFill>
                <a:latin typeface="Times New Roman"/>
                <a:cs typeface="Times New Roman"/>
              </a:rPr>
              <a:t>promise</a:t>
            </a:r>
            <a:r>
              <a:rPr spc="270" dirty="0">
                <a:solidFill>
                  <a:srgbClr val="3C3C3C"/>
                </a:solidFill>
                <a:latin typeface="Times New Roman"/>
                <a:cs typeface="Times New Roman"/>
              </a:rPr>
              <a:t> </a:t>
            </a:r>
            <a:r>
              <a:rPr dirty="0">
                <a:solidFill>
                  <a:srgbClr val="3C3C3C"/>
                </a:solidFill>
                <a:latin typeface="Times New Roman"/>
                <a:cs typeface="Times New Roman"/>
              </a:rPr>
              <a:t>or</a:t>
            </a:r>
            <a:r>
              <a:rPr spc="260" dirty="0">
                <a:solidFill>
                  <a:srgbClr val="3C3C3C"/>
                </a:solidFill>
                <a:latin typeface="Times New Roman"/>
                <a:cs typeface="Times New Roman"/>
              </a:rPr>
              <a:t> </a:t>
            </a:r>
            <a:r>
              <a:rPr dirty="0">
                <a:solidFill>
                  <a:srgbClr val="3C3C3C"/>
                </a:solidFill>
                <a:latin typeface="Times New Roman"/>
                <a:cs typeface="Times New Roman"/>
              </a:rPr>
              <a:t>set</a:t>
            </a:r>
            <a:r>
              <a:rPr spc="265" dirty="0">
                <a:solidFill>
                  <a:srgbClr val="3C3C3C"/>
                </a:solidFill>
                <a:latin typeface="Times New Roman"/>
                <a:cs typeface="Times New Roman"/>
              </a:rPr>
              <a:t> </a:t>
            </a:r>
            <a:r>
              <a:rPr dirty="0">
                <a:solidFill>
                  <a:srgbClr val="3C3C3C"/>
                </a:solidFill>
                <a:latin typeface="Times New Roman"/>
                <a:cs typeface="Times New Roman"/>
              </a:rPr>
              <a:t>of</a:t>
            </a:r>
            <a:r>
              <a:rPr spc="260" dirty="0">
                <a:solidFill>
                  <a:srgbClr val="3C3C3C"/>
                </a:solidFill>
                <a:latin typeface="Times New Roman"/>
                <a:cs typeface="Times New Roman"/>
              </a:rPr>
              <a:t> </a:t>
            </a:r>
            <a:r>
              <a:rPr dirty="0">
                <a:solidFill>
                  <a:srgbClr val="3C3C3C"/>
                </a:solidFill>
                <a:latin typeface="Times New Roman"/>
                <a:cs typeface="Times New Roman"/>
              </a:rPr>
              <a:t>promises</a:t>
            </a:r>
            <a:r>
              <a:rPr spc="260" dirty="0">
                <a:solidFill>
                  <a:srgbClr val="3C3C3C"/>
                </a:solidFill>
                <a:latin typeface="Times New Roman"/>
                <a:cs typeface="Times New Roman"/>
              </a:rPr>
              <a:t> </a:t>
            </a:r>
            <a:r>
              <a:rPr dirty="0">
                <a:solidFill>
                  <a:srgbClr val="3C3C3C"/>
                </a:solidFill>
                <a:latin typeface="Times New Roman"/>
                <a:cs typeface="Times New Roman"/>
              </a:rPr>
              <a:t>that</a:t>
            </a:r>
            <a:r>
              <a:rPr spc="254" dirty="0">
                <a:solidFill>
                  <a:srgbClr val="3C3C3C"/>
                </a:solidFill>
                <a:latin typeface="Times New Roman"/>
                <a:cs typeface="Times New Roman"/>
              </a:rPr>
              <a:t> </a:t>
            </a:r>
            <a:r>
              <a:rPr dirty="0">
                <a:solidFill>
                  <a:srgbClr val="3C3C3C"/>
                </a:solidFill>
                <a:latin typeface="Times New Roman"/>
                <a:cs typeface="Times New Roman"/>
              </a:rPr>
              <a:t>are</a:t>
            </a:r>
            <a:r>
              <a:rPr spc="265" dirty="0">
                <a:solidFill>
                  <a:srgbClr val="3C3C3C"/>
                </a:solidFill>
                <a:latin typeface="Times New Roman"/>
                <a:cs typeface="Times New Roman"/>
              </a:rPr>
              <a:t> </a:t>
            </a:r>
            <a:r>
              <a:rPr dirty="0">
                <a:solidFill>
                  <a:srgbClr val="3C3C3C"/>
                </a:solidFill>
                <a:latin typeface="Times New Roman"/>
                <a:cs typeface="Times New Roman"/>
              </a:rPr>
              <a:t>legally</a:t>
            </a:r>
            <a:r>
              <a:rPr spc="280" dirty="0">
                <a:solidFill>
                  <a:srgbClr val="3C3C3C"/>
                </a:solidFill>
                <a:latin typeface="Times New Roman"/>
                <a:cs typeface="Times New Roman"/>
              </a:rPr>
              <a:t> </a:t>
            </a:r>
            <a:r>
              <a:rPr dirty="0">
                <a:solidFill>
                  <a:srgbClr val="3C3C3C"/>
                </a:solidFill>
                <a:latin typeface="Times New Roman"/>
                <a:cs typeface="Times New Roman"/>
              </a:rPr>
              <a:t>enforceable</a:t>
            </a:r>
            <a:r>
              <a:rPr spc="275" dirty="0">
                <a:solidFill>
                  <a:srgbClr val="3C3C3C"/>
                </a:solidFill>
                <a:latin typeface="Times New Roman"/>
                <a:cs typeface="Times New Roman"/>
              </a:rPr>
              <a:t> </a:t>
            </a:r>
            <a:r>
              <a:rPr dirty="0">
                <a:solidFill>
                  <a:srgbClr val="3C3C3C"/>
                </a:solidFill>
                <a:latin typeface="Times New Roman"/>
                <a:cs typeface="Times New Roman"/>
              </a:rPr>
              <a:t>and,</a:t>
            </a:r>
            <a:r>
              <a:rPr spc="270" dirty="0">
                <a:solidFill>
                  <a:srgbClr val="3C3C3C"/>
                </a:solidFill>
                <a:latin typeface="Times New Roman"/>
                <a:cs typeface="Times New Roman"/>
              </a:rPr>
              <a:t> </a:t>
            </a:r>
            <a:r>
              <a:rPr spc="-25" dirty="0">
                <a:solidFill>
                  <a:srgbClr val="3C3C3C"/>
                </a:solidFill>
                <a:latin typeface="Times New Roman"/>
                <a:cs typeface="Times New Roman"/>
              </a:rPr>
              <a:t>if </a:t>
            </a:r>
            <a:r>
              <a:rPr dirty="0">
                <a:solidFill>
                  <a:srgbClr val="3C3C3C"/>
                </a:solidFill>
                <a:latin typeface="Times New Roman"/>
                <a:cs typeface="Times New Roman"/>
              </a:rPr>
              <a:t>violated,</a:t>
            </a:r>
            <a:r>
              <a:rPr spc="-45" dirty="0">
                <a:solidFill>
                  <a:srgbClr val="3C3C3C"/>
                </a:solidFill>
                <a:latin typeface="Times New Roman"/>
                <a:cs typeface="Times New Roman"/>
              </a:rPr>
              <a:t> </a:t>
            </a:r>
            <a:r>
              <a:rPr dirty="0">
                <a:solidFill>
                  <a:srgbClr val="3C3C3C"/>
                </a:solidFill>
                <a:latin typeface="Times New Roman"/>
                <a:cs typeface="Times New Roman"/>
              </a:rPr>
              <a:t>allow</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injured</a:t>
            </a:r>
            <a:r>
              <a:rPr spc="-20" dirty="0">
                <a:solidFill>
                  <a:srgbClr val="3C3C3C"/>
                </a:solidFill>
                <a:latin typeface="Times New Roman"/>
                <a:cs typeface="Times New Roman"/>
              </a:rPr>
              <a:t> </a:t>
            </a:r>
            <a:r>
              <a:rPr dirty="0">
                <a:solidFill>
                  <a:srgbClr val="3C3C3C"/>
                </a:solidFill>
                <a:latin typeface="Times New Roman"/>
                <a:cs typeface="Times New Roman"/>
              </a:rPr>
              <a:t>party</a:t>
            </a:r>
            <a:r>
              <a:rPr spc="-30" dirty="0">
                <a:solidFill>
                  <a:srgbClr val="3C3C3C"/>
                </a:solidFill>
                <a:latin typeface="Times New Roman"/>
                <a:cs typeface="Times New Roman"/>
              </a:rPr>
              <a:t> </a:t>
            </a:r>
            <a:r>
              <a:rPr dirty="0">
                <a:solidFill>
                  <a:srgbClr val="3C3C3C"/>
                </a:solidFill>
                <a:latin typeface="Times New Roman"/>
                <a:cs typeface="Times New Roman"/>
              </a:rPr>
              <a:t>access</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legal</a:t>
            </a:r>
            <a:r>
              <a:rPr spc="-10" dirty="0">
                <a:solidFill>
                  <a:srgbClr val="3C3C3C"/>
                </a:solidFill>
                <a:latin typeface="Times New Roman"/>
                <a:cs typeface="Times New Roman"/>
              </a:rPr>
              <a:t> remedies.</a:t>
            </a:r>
            <a:endParaRPr dirty="0">
              <a:latin typeface="Times New Roman"/>
              <a:cs typeface="Times New Roman"/>
            </a:endParaRPr>
          </a:p>
          <a:p>
            <a:pPr marL="318770" indent="-306070">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An</a:t>
            </a:r>
            <a:r>
              <a:rPr spc="260" dirty="0">
                <a:solidFill>
                  <a:srgbClr val="3C3C3C"/>
                </a:solidFill>
                <a:latin typeface="Times New Roman"/>
                <a:cs typeface="Times New Roman"/>
              </a:rPr>
              <a:t> </a:t>
            </a:r>
            <a:r>
              <a:rPr dirty="0">
                <a:solidFill>
                  <a:srgbClr val="3C3C3C"/>
                </a:solidFill>
                <a:latin typeface="Times New Roman"/>
                <a:cs typeface="Times New Roman"/>
              </a:rPr>
              <a:t>agreement</a:t>
            </a:r>
            <a:r>
              <a:rPr spc="285" dirty="0">
                <a:solidFill>
                  <a:srgbClr val="3C3C3C"/>
                </a:solidFill>
                <a:latin typeface="Times New Roman"/>
                <a:cs typeface="Times New Roman"/>
              </a:rPr>
              <a:t> </a:t>
            </a:r>
            <a:r>
              <a:rPr dirty="0">
                <a:solidFill>
                  <a:srgbClr val="3C3C3C"/>
                </a:solidFill>
                <a:latin typeface="Times New Roman"/>
                <a:cs typeface="Times New Roman"/>
              </a:rPr>
              <a:t>between</a:t>
            </a:r>
            <a:r>
              <a:rPr spc="280" dirty="0">
                <a:solidFill>
                  <a:srgbClr val="3C3C3C"/>
                </a:solidFill>
                <a:latin typeface="Times New Roman"/>
                <a:cs typeface="Times New Roman"/>
              </a:rPr>
              <a:t> </a:t>
            </a:r>
            <a:r>
              <a:rPr dirty="0">
                <a:solidFill>
                  <a:srgbClr val="3C3C3C"/>
                </a:solidFill>
                <a:latin typeface="Times New Roman"/>
                <a:cs typeface="Times New Roman"/>
              </a:rPr>
              <a:t>persons</a:t>
            </a:r>
            <a:r>
              <a:rPr spc="250" dirty="0">
                <a:solidFill>
                  <a:srgbClr val="3C3C3C"/>
                </a:solidFill>
                <a:latin typeface="Times New Roman"/>
                <a:cs typeface="Times New Roman"/>
              </a:rPr>
              <a:t> </a:t>
            </a:r>
            <a:r>
              <a:rPr dirty="0">
                <a:solidFill>
                  <a:srgbClr val="3C3C3C"/>
                </a:solidFill>
                <a:latin typeface="Times New Roman"/>
                <a:cs typeface="Times New Roman"/>
              </a:rPr>
              <a:t>which</a:t>
            </a:r>
            <a:r>
              <a:rPr spc="275" dirty="0">
                <a:solidFill>
                  <a:srgbClr val="3C3C3C"/>
                </a:solidFill>
                <a:latin typeface="Times New Roman"/>
                <a:cs typeface="Times New Roman"/>
              </a:rPr>
              <a:t> </a:t>
            </a:r>
            <a:r>
              <a:rPr dirty="0">
                <a:solidFill>
                  <a:srgbClr val="3C3C3C"/>
                </a:solidFill>
                <a:latin typeface="Times New Roman"/>
                <a:cs typeface="Times New Roman"/>
              </a:rPr>
              <a:t>obliges</a:t>
            </a:r>
            <a:r>
              <a:rPr spc="275" dirty="0">
                <a:solidFill>
                  <a:srgbClr val="3C3C3C"/>
                </a:solidFill>
                <a:latin typeface="Times New Roman"/>
                <a:cs typeface="Times New Roman"/>
              </a:rPr>
              <a:t> </a:t>
            </a:r>
            <a:r>
              <a:rPr dirty="0">
                <a:solidFill>
                  <a:srgbClr val="3C3C3C"/>
                </a:solidFill>
                <a:latin typeface="Times New Roman"/>
                <a:cs typeface="Times New Roman"/>
              </a:rPr>
              <a:t>each</a:t>
            </a:r>
            <a:r>
              <a:rPr spc="275" dirty="0">
                <a:solidFill>
                  <a:srgbClr val="3C3C3C"/>
                </a:solidFill>
                <a:latin typeface="Times New Roman"/>
                <a:cs typeface="Times New Roman"/>
              </a:rPr>
              <a:t> </a:t>
            </a:r>
            <a:r>
              <a:rPr dirty="0">
                <a:solidFill>
                  <a:srgbClr val="3C3C3C"/>
                </a:solidFill>
                <a:latin typeface="Times New Roman"/>
                <a:cs typeface="Times New Roman"/>
              </a:rPr>
              <a:t>party</a:t>
            </a:r>
            <a:r>
              <a:rPr spc="280" dirty="0">
                <a:solidFill>
                  <a:srgbClr val="3C3C3C"/>
                </a:solidFill>
                <a:latin typeface="Times New Roman"/>
                <a:cs typeface="Times New Roman"/>
              </a:rPr>
              <a:t> </a:t>
            </a:r>
            <a:r>
              <a:rPr dirty="0">
                <a:solidFill>
                  <a:srgbClr val="3C3C3C"/>
                </a:solidFill>
                <a:latin typeface="Times New Roman"/>
                <a:cs typeface="Times New Roman"/>
              </a:rPr>
              <a:t>to</a:t>
            </a:r>
            <a:r>
              <a:rPr spc="275" dirty="0">
                <a:solidFill>
                  <a:srgbClr val="3C3C3C"/>
                </a:solidFill>
                <a:latin typeface="Times New Roman"/>
                <a:cs typeface="Times New Roman"/>
              </a:rPr>
              <a:t> </a:t>
            </a:r>
            <a:r>
              <a:rPr dirty="0">
                <a:solidFill>
                  <a:srgbClr val="3C3C3C"/>
                </a:solidFill>
                <a:latin typeface="Times New Roman"/>
                <a:cs typeface="Times New Roman"/>
              </a:rPr>
              <a:t>do</a:t>
            </a:r>
            <a:r>
              <a:rPr spc="275" dirty="0">
                <a:solidFill>
                  <a:srgbClr val="3C3C3C"/>
                </a:solidFill>
                <a:latin typeface="Times New Roman"/>
                <a:cs typeface="Times New Roman"/>
              </a:rPr>
              <a:t> </a:t>
            </a:r>
            <a:r>
              <a:rPr dirty="0">
                <a:solidFill>
                  <a:srgbClr val="3C3C3C"/>
                </a:solidFill>
                <a:latin typeface="Times New Roman"/>
                <a:cs typeface="Times New Roman"/>
              </a:rPr>
              <a:t>or</a:t>
            </a:r>
            <a:r>
              <a:rPr spc="275" dirty="0">
                <a:solidFill>
                  <a:srgbClr val="3C3C3C"/>
                </a:solidFill>
                <a:latin typeface="Times New Roman"/>
                <a:cs typeface="Times New Roman"/>
              </a:rPr>
              <a:t> </a:t>
            </a:r>
            <a:r>
              <a:rPr dirty="0">
                <a:solidFill>
                  <a:srgbClr val="3C3C3C"/>
                </a:solidFill>
                <a:latin typeface="Times New Roman"/>
                <a:cs typeface="Times New Roman"/>
              </a:rPr>
              <a:t>not</a:t>
            </a:r>
            <a:r>
              <a:rPr spc="265" dirty="0">
                <a:solidFill>
                  <a:srgbClr val="3C3C3C"/>
                </a:solidFill>
                <a:latin typeface="Times New Roman"/>
                <a:cs typeface="Times New Roman"/>
              </a:rPr>
              <a:t> </a:t>
            </a:r>
            <a:r>
              <a:rPr dirty="0">
                <a:solidFill>
                  <a:srgbClr val="3C3C3C"/>
                </a:solidFill>
                <a:latin typeface="Times New Roman"/>
                <a:cs typeface="Times New Roman"/>
              </a:rPr>
              <a:t>to</a:t>
            </a:r>
            <a:r>
              <a:rPr spc="275" dirty="0">
                <a:solidFill>
                  <a:srgbClr val="3C3C3C"/>
                </a:solidFill>
                <a:latin typeface="Times New Roman"/>
                <a:cs typeface="Times New Roman"/>
              </a:rPr>
              <a:t> </a:t>
            </a:r>
            <a:r>
              <a:rPr dirty="0">
                <a:solidFill>
                  <a:srgbClr val="3C3C3C"/>
                </a:solidFill>
                <a:latin typeface="Times New Roman"/>
                <a:cs typeface="Times New Roman"/>
              </a:rPr>
              <a:t>do</a:t>
            </a:r>
            <a:r>
              <a:rPr spc="275" dirty="0">
                <a:solidFill>
                  <a:srgbClr val="3C3C3C"/>
                </a:solidFill>
                <a:latin typeface="Times New Roman"/>
                <a:cs typeface="Times New Roman"/>
              </a:rPr>
              <a:t> </a:t>
            </a:r>
            <a:r>
              <a:rPr spc="-50" dirty="0">
                <a:solidFill>
                  <a:srgbClr val="3C3C3C"/>
                </a:solidFill>
                <a:latin typeface="Times New Roman"/>
                <a:cs typeface="Times New Roman"/>
              </a:rPr>
              <a:t>a</a:t>
            </a:r>
            <a:endParaRPr dirty="0">
              <a:latin typeface="Times New Roman"/>
              <a:cs typeface="Times New Roman"/>
            </a:endParaRPr>
          </a:p>
          <a:p>
            <a:pPr marL="318770"/>
            <a:r>
              <a:rPr dirty="0">
                <a:solidFill>
                  <a:srgbClr val="3C3C3C"/>
                </a:solidFill>
                <a:latin typeface="Times New Roman"/>
                <a:cs typeface="Times New Roman"/>
              </a:rPr>
              <a:t>certain</a:t>
            </a:r>
            <a:r>
              <a:rPr spc="-30" dirty="0">
                <a:solidFill>
                  <a:srgbClr val="3C3C3C"/>
                </a:solidFill>
                <a:latin typeface="Times New Roman"/>
                <a:cs typeface="Times New Roman"/>
              </a:rPr>
              <a:t> </a:t>
            </a:r>
            <a:r>
              <a:rPr spc="-10" dirty="0">
                <a:solidFill>
                  <a:srgbClr val="3C3C3C"/>
                </a:solidFill>
                <a:latin typeface="Times New Roman"/>
                <a:cs typeface="Times New Roman"/>
              </a:rPr>
              <a:t>thing.</a:t>
            </a:r>
            <a:endParaRPr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045570278"/>
              </p:ext>
            </p:extLst>
          </p:nvPr>
        </p:nvGraphicFramePr>
        <p:xfrm>
          <a:off x="762000" y="441960"/>
          <a:ext cx="9448543" cy="1416685"/>
        </p:xfrm>
        <a:graphic>
          <a:graphicData uri="http://schemas.openxmlformats.org/drawingml/2006/table">
            <a:tbl>
              <a:tblPr firstRow="1" bandRow="1">
                <a:tableStyleId>{2D5ABB26-0587-4C30-8999-92F81FD0307C}</a:tableStyleId>
              </a:tblPr>
              <a:tblGrid>
                <a:gridCol w="3147573">
                  <a:extLst>
                    <a:ext uri="{9D8B030D-6E8A-4147-A177-3AD203B41FA5}">
                      <a16:colId xmlns:a16="http://schemas.microsoft.com/office/drawing/2014/main" val="20000"/>
                    </a:ext>
                  </a:extLst>
                </a:gridCol>
                <a:gridCol w="3163594">
                  <a:extLst>
                    <a:ext uri="{9D8B030D-6E8A-4147-A177-3AD203B41FA5}">
                      <a16:colId xmlns:a16="http://schemas.microsoft.com/office/drawing/2014/main" val="20001"/>
                    </a:ext>
                  </a:extLst>
                </a:gridCol>
                <a:gridCol w="3137376">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55" dirty="0">
                          <a:solidFill>
                            <a:srgbClr val="FFFFFF"/>
                          </a:solidFill>
                          <a:latin typeface="Times New Roman"/>
                          <a:cs typeface="Times New Roman"/>
                        </a:rPr>
                        <a:t>WHAT</a:t>
                      </a:r>
                      <a:r>
                        <a:rPr sz="2800" b="1" spc="-105" dirty="0">
                          <a:solidFill>
                            <a:srgbClr val="FFFFFF"/>
                          </a:solidFill>
                          <a:latin typeface="Times New Roman"/>
                          <a:cs typeface="Times New Roman"/>
                        </a:rPr>
                        <a:t> </a:t>
                      </a:r>
                      <a:r>
                        <a:rPr sz="2800" b="1" dirty="0">
                          <a:solidFill>
                            <a:srgbClr val="FFFFFF"/>
                          </a:solidFill>
                          <a:latin typeface="Times New Roman"/>
                          <a:cs typeface="Times New Roman"/>
                        </a:rPr>
                        <a:t>IS</a:t>
                      </a:r>
                      <a:r>
                        <a:rPr sz="2800" b="1" spc="-170" dirty="0">
                          <a:solidFill>
                            <a:srgbClr val="FFFFFF"/>
                          </a:solidFill>
                          <a:latin typeface="Times New Roman"/>
                          <a:cs typeface="Times New Roman"/>
                        </a:rPr>
                        <a:t> </a:t>
                      </a:r>
                      <a:r>
                        <a:rPr sz="2800" b="1" spc="-30" dirty="0">
                          <a:solidFill>
                            <a:srgbClr val="FFFFFF"/>
                          </a:solidFill>
                          <a:latin typeface="Times New Roman"/>
                          <a:cs typeface="Times New Roman"/>
                        </a:rPr>
                        <a:t>A</a:t>
                      </a:r>
                      <a:r>
                        <a:rPr sz="2800" b="1" spc="-155" dirty="0">
                          <a:solidFill>
                            <a:srgbClr val="FFFFFF"/>
                          </a:solidFill>
                          <a:latin typeface="Times New Roman"/>
                          <a:cs typeface="Times New Roman"/>
                        </a:rPr>
                        <a:t> </a:t>
                      </a:r>
                      <a:r>
                        <a:rPr sz="2800" b="1" spc="-10" dirty="0">
                          <a:solidFill>
                            <a:srgbClr val="FFFFFF"/>
                          </a:solidFill>
                          <a:latin typeface="Times New Roman"/>
                          <a:cs typeface="Times New Roman"/>
                        </a:rPr>
                        <a:t>CONTRACT</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914400" y="2667000"/>
            <a:ext cx="6235700" cy="2458720"/>
          </a:xfrm>
          <a:prstGeom prst="rect">
            <a:avLst/>
          </a:prstGeom>
        </p:spPr>
        <p:txBody>
          <a:bodyPr vert="horz" wrap="square" lIns="0" tIns="144145" rIns="0" bIns="0" rtlCol="0">
            <a:spAutoFit/>
          </a:bodyPr>
          <a:lstStyle/>
          <a:p>
            <a:pPr marL="318770" indent="-306070">
              <a:spcBef>
                <a:spcPts val="1135"/>
              </a:spcBef>
              <a:buClr>
                <a:srgbClr val="903062"/>
              </a:buClr>
              <a:buSzPct val="91666"/>
              <a:buFont typeface="Cambria"/>
              <a:buChar char="◾"/>
              <a:tabLst>
                <a:tab pos="318770" algn="l"/>
              </a:tabLst>
            </a:pPr>
            <a:r>
              <a:rPr spc="-10" dirty="0">
                <a:solidFill>
                  <a:srgbClr val="3C3C3C"/>
                </a:solidFill>
                <a:latin typeface="Times New Roman"/>
                <a:cs typeface="Times New Roman"/>
              </a:rPr>
              <a:t>Contracts</a:t>
            </a:r>
            <a:endParaRPr dirty="0">
              <a:latin typeface="Times New Roman"/>
              <a:cs typeface="Times New Roman"/>
            </a:endParaRPr>
          </a:p>
          <a:p>
            <a:pPr marL="641985" lvl="1" indent="-304800">
              <a:spcBef>
                <a:spcPts val="1030"/>
              </a:spcBef>
              <a:buClr>
                <a:srgbClr val="903062"/>
              </a:buClr>
              <a:buSzPct val="91666"/>
              <a:buFont typeface="Cambria"/>
              <a:buChar char="◾"/>
              <a:tabLst>
                <a:tab pos="641985" algn="l"/>
              </a:tabLst>
            </a:pPr>
            <a:r>
              <a:rPr dirty="0">
                <a:solidFill>
                  <a:srgbClr val="3C3C3C"/>
                </a:solidFill>
                <a:latin typeface="Times New Roman"/>
                <a:cs typeface="Times New Roman"/>
              </a:rPr>
              <a:t>Setout</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agreement</a:t>
            </a:r>
            <a:r>
              <a:rPr spc="-45" dirty="0">
                <a:solidFill>
                  <a:srgbClr val="3C3C3C"/>
                </a:solidFill>
                <a:latin typeface="Times New Roman"/>
                <a:cs typeface="Times New Roman"/>
              </a:rPr>
              <a:t> </a:t>
            </a:r>
            <a:r>
              <a:rPr dirty="0">
                <a:solidFill>
                  <a:srgbClr val="3C3C3C"/>
                </a:solidFill>
                <a:latin typeface="Times New Roman"/>
                <a:cs typeface="Times New Roman"/>
              </a:rPr>
              <a:t>between</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35" dirty="0">
                <a:solidFill>
                  <a:srgbClr val="3C3C3C"/>
                </a:solidFill>
                <a:latin typeface="Times New Roman"/>
                <a:cs typeface="Times New Roman"/>
              </a:rPr>
              <a:t> </a:t>
            </a:r>
            <a:r>
              <a:rPr spc="-10" dirty="0">
                <a:solidFill>
                  <a:srgbClr val="3C3C3C"/>
                </a:solidFill>
                <a:latin typeface="Times New Roman"/>
                <a:cs typeface="Times New Roman"/>
              </a:rPr>
              <a:t>parties</a:t>
            </a:r>
            <a:endParaRPr dirty="0">
              <a:latin typeface="Times New Roman"/>
              <a:cs typeface="Times New Roman"/>
            </a:endParaRPr>
          </a:p>
          <a:p>
            <a:pPr marL="641985" lvl="1" indent="-304800">
              <a:spcBef>
                <a:spcPts val="1035"/>
              </a:spcBef>
              <a:buClr>
                <a:srgbClr val="903062"/>
              </a:buClr>
              <a:buSzPct val="91666"/>
              <a:buFont typeface="Cambria"/>
              <a:buChar char="◾"/>
              <a:tabLst>
                <a:tab pos="641985" algn="l"/>
              </a:tabLst>
            </a:pPr>
            <a:r>
              <a:rPr dirty="0">
                <a:solidFill>
                  <a:srgbClr val="3C3C3C"/>
                </a:solidFill>
                <a:latin typeface="Times New Roman"/>
                <a:cs typeface="Times New Roman"/>
              </a:rPr>
              <a:t>Setout</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aim</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1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spc="-10" dirty="0">
                <a:solidFill>
                  <a:srgbClr val="3C3C3C"/>
                </a:solidFill>
                <a:latin typeface="Times New Roman"/>
                <a:cs typeface="Times New Roman"/>
              </a:rPr>
              <a:t>parties</a:t>
            </a:r>
            <a:endParaRPr dirty="0">
              <a:latin typeface="Times New Roman"/>
              <a:cs typeface="Times New Roman"/>
            </a:endParaRPr>
          </a:p>
          <a:p>
            <a:pPr marL="641985" lvl="1" indent="-304800">
              <a:spcBef>
                <a:spcPts val="1030"/>
              </a:spcBef>
              <a:buClr>
                <a:srgbClr val="903062"/>
              </a:buClr>
              <a:buSzPct val="91666"/>
              <a:buFont typeface="Cambria"/>
              <a:buChar char="◾"/>
              <a:tabLst>
                <a:tab pos="641985" algn="l"/>
              </a:tabLst>
            </a:pPr>
            <a:r>
              <a:rPr dirty="0">
                <a:solidFill>
                  <a:srgbClr val="3C3C3C"/>
                </a:solidFill>
                <a:latin typeface="Times New Roman"/>
                <a:cs typeface="Times New Roman"/>
              </a:rPr>
              <a:t>Provides</a:t>
            </a:r>
            <a:r>
              <a:rPr spc="-35" dirty="0">
                <a:solidFill>
                  <a:srgbClr val="3C3C3C"/>
                </a:solidFill>
                <a:latin typeface="Times New Roman"/>
                <a:cs typeface="Times New Roman"/>
              </a:rPr>
              <a:t> </a:t>
            </a:r>
            <a:r>
              <a:rPr dirty="0">
                <a:solidFill>
                  <a:srgbClr val="3C3C3C"/>
                </a:solidFill>
                <a:latin typeface="Times New Roman"/>
                <a:cs typeface="Times New Roman"/>
              </a:rPr>
              <a:t>rules</a:t>
            </a:r>
            <a:r>
              <a:rPr spc="-20" dirty="0">
                <a:solidFill>
                  <a:srgbClr val="3C3C3C"/>
                </a:solidFill>
                <a:latin typeface="Times New Roman"/>
                <a:cs typeface="Times New Roman"/>
              </a:rPr>
              <a:t> </a:t>
            </a:r>
            <a:r>
              <a:rPr dirty="0">
                <a:solidFill>
                  <a:srgbClr val="3C3C3C"/>
                </a:solidFill>
                <a:latin typeface="Times New Roman"/>
                <a:cs typeface="Times New Roman"/>
              </a:rPr>
              <a:t>for</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issues</a:t>
            </a:r>
            <a:r>
              <a:rPr spc="-20" dirty="0">
                <a:solidFill>
                  <a:srgbClr val="3C3C3C"/>
                </a:solidFill>
                <a:latin typeface="Times New Roman"/>
                <a:cs typeface="Times New Roman"/>
              </a:rPr>
              <a:t> </a:t>
            </a:r>
            <a:r>
              <a:rPr dirty="0">
                <a:solidFill>
                  <a:srgbClr val="3C3C3C"/>
                </a:solidFill>
                <a:latin typeface="Times New Roman"/>
                <a:cs typeface="Times New Roman"/>
              </a:rPr>
              <a:t>arising</a:t>
            </a:r>
            <a:r>
              <a:rPr spc="-30" dirty="0">
                <a:solidFill>
                  <a:srgbClr val="3C3C3C"/>
                </a:solidFill>
                <a:latin typeface="Times New Roman"/>
                <a:cs typeface="Times New Roman"/>
              </a:rPr>
              <a:t> </a:t>
            </a:r>
            <a:r>
              <a:rPr dirty="0">
                <a:solidFill>
                  <a:srgbClr val="3C3C3C"/>
                </a:solidFill>
                <a:latin typeface="Times New Roman"/>
                <a:cs typeface="Times New Roman"/>
              </a:rPr>
              <a:t>while</a:t>
            </a:r>
            <a:r>
              <a:rPr spc="-20" dirty="0">
                <a:solidFill>
                  <a:srgbClr val="3C3C3C"/>
                </a:solidFill>
                <a:latin typeface="Times New Roman"/>
                <a:cs typeface="Times New Roman"/>
              </a:rPr>
              <a:t> </a:t>
            </a:r>
            <a:r>
              <a:rPr dirty="0">
                <a:solidFill>
                  <a:srgbClr val="3C3C3C"/>
                </a:solidFill>
                <a:latin typeface="Times New Roman"/>
                <a:cs typeface="Times New Roman"/>
              </a:rPr>
              <a:t>contract</a:t>
            </a:r>
            <a:r>
              <a:rPr spc="-50"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spc="-10" dirty="0">
                <a:solidFill>
                  <a:srgbClr val="3C3C3C"/>
                </a:solidFill>
                <a:latin typeface="Times New Roman"/>
                <a:cs typeface="Times New Roman"/>
              </a:rPr>
              <a:t>running</a:t>
            </a:r>
            <a:endParaRPr dirty="0">
              <a:latin typeface="Times New Roman"/>
              <a:cs typeface="Times New Roman"/>
            </a:endParaRPr>
          </a:p>
          <a:p>
            <a:pPr marL="641985" lvl="1" indent="-304800">
              <a:spcBef>
                <a:spcPts val="1030"/>
              </a:spcBef>
              <a:buClr>
                <a:srgbClr val="903062"/>
              </a:buClr>
              <a:buSzPct val="91666"/>
              <a:buFont typeface="Cambria"/>
              <a:buChar char="◾"/>
              <a:tabLst>
                <a:tab pos="641985" algn="l"/>
              </a:tabLst>
            </a:pPr>
            <a:r>
              <a:rPr spc="-20" dirty="0">
                <a:solidFill>
                  <a:srgbClr val="3C3C3C"/>
                </a:solidFill>
                <a:latin typeface="Times New Roman"/>
                <a:cs typeface="Times New Roman"/>
              </a:rPr>
              <a:t>Ways</a:t>
            </a:r>
            <a:r>
              <a:rPr spc="-4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terminating</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spc="-10" dirty="0">
                <a:solidFill>
                  <a:srgbClr val="3C3C3C"/>
                </a:solidFill>
                <a:latin typeface="Times New Roman"/>
                <a:cs typeface="Times New Roman"/>
              </a:rPr>
              <a:t>contract</a:t>
            </a:r>
            <a:endParaRPr dirty="0">
              <a:latin typeface="Times New Roman"/>
              <a:cs typeface="Times New Roman"/>
            </a:endParaRPr>
          </a:p>
          <a:p>
            <a:pPr marL="641985" lvl="1" indent="-304800">
              <a:spcBef>
                <a:spcPts val="1035"/>
              </a:spcBef>
              <a:buClr>
                <a:srgbClr val="903062"/>
              </a:buClr>
              <a:buSzPct val="91666"/>
              <a:buFont typeface="Cambria"/>
              <a:buChar char="◾"/>
              <a:tabLst>
                <a:tab pos="641985" algn="l"/>
              </a:tabLst>
            </a:pPr>
            <a:r>
              <a:rPr dirty="0">
                <a:solidFill>
                  <a:srgbClr val="3C3C3C"/>
                </a:solidFill>
                <a:latin typeface="Times New Roman"/>
                <a:cs typeface="Times New Roman"/>
              </a:rPr>
              <a:t>Consequences</a:t>
            </a:r>
            <a:r>
              <a:rPr spc="-70" dirty="0">
                <a:solidFill>
                  <a:srgbClr val="3C3C3C"/>
                </a:solidFill>
                <a:latin typeface="Times New Roman"/>
                <a:cs typeface="Times New Roman"/>
              </a:rPr>
              <a:t> </a:t>
            </a:r>
            <a:r>
              <a:rPr dirty="0">
                <a:solidFill>
                  <a:srgbClr val="3C3C3C"/>
                </a:solidFill>
                <a:latin typeface="Times New Roman"/>
                <a:cs typeface="Times New Roman"/>
              </a:rPr>
              <a:t>of</a:t>
            </a:r>
            <a:r>
              <a:rPr spc="-55" dirty="0">
                <a:solidFill>
                  <a:srgbClr val="3C3C3C"/>
                </a:solidFill>
                <a:latin typeface="Times New Roman"/>
                <a:cs typeface="Times New Roman"/>
              </a:rPr>
              <a:t> </a:t>
            </a:r>
            <a:r>
              <a:rPr spc="-10" dirty="0">
                <a:solidFill>
                  <a:srgbClr val="3C3C3C"/>
                </a:solidFill>
                <a:latin typeface="Times New Roman"/>
                <a:cs typeface="Times New Roman"/>
              </a:rPr>
              <a:t>termination</a:t>
            </a:r>
            <a:endParaRPr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423956790"/>
              </p:ext>
            </p:extLst>
          </p:nvPr>
        </p:nvGraphicFramePr>
        <p:xfrm>
          <a:off x="838200" y="441960"/>
          <a:ext cx="9372343" cy="1416685"/>
        </p:xfrm>
        <a:graphic>
          <a:graphicData uri="http://schemas.openxmlformats.org/drawingml/2006/table">
            <a:tbl>
              <a:tblPr firstRow="1" bandRow="1">
                <a:tableStyleId>{2D5ABB26-0587-4C30-8999-92F81FD0307C}</a:tableStyleId>
              </a:tblPr>
              <a:tblGrid>
                <a:gridCol w="3122189">
                  <a:extLst>
                    <a:ext uri="{9D8B030D-6E8A-4147-A177-3AD203B41FA5}">
                      <a16:colId xmlns:a16="http://schemas.microsoft.com/office/drawing/2014/main" val="20000"/>
                    </a:ext>
                  </a:extLst>
                </a:gridCol>
                <a:gridCol w="3138080">
                  <a:extLst>
                    <a:ext uri="{9D8B030D-6E8A-4147-A177-3AD203B41FA5}">
                      <a16:colId xmlns:a16="http://schemas.microsoft.com/office/drawing/2014/main" val="20001"/>
                    </a:ext>
                  </a:extLst>
                </a:gridCol>
                <a:gridCol w="3112074">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55" dirty="0">
                          <a:solidFill>
                            <a:srgbClr val="FFFFFF"/>
                          </a:solidFill>
                          <a:latin typeface="Times New Roman"/>
                          <a:cs typeface="Times New Roman"/>
                        </a:rPr>
                        <a:t>WHAT</a:t>
                      </a:r>
                      <a:r>
                        <a:rPr sz="2800" b="1" spc="-105" dirty="0">
                          <a:solidFill>
                            <a:srgbClr val="FFFFFF"/>
                          </a:solidFill>
                          <a:latin typeface="Times New Roman"/>
                          <a:cs typeface="Times New Roman"/>
                        </a:rPr>
                        <a:t> </a:t>
                      </a:r>
                      <a:r>
                        <a:rPr sz="2800" b="1" dirty="0">
                          <a:solidFill>
                            <a:srgbClr val="FFFFFF"/>
                          </a:solidFill>
                          <a:latin typeface="Times New Roman"/>
                          <a:cs typeface="Times New Roman"/>
                        </a:rPr>
                        <a:t>IS</a:t>
                      </a:r>
                      <a:r>
                        <a:rPr sz="2800" b="1" spc="-170" dirty="0">
                          <a:solidFill>
                            <a:srgbClr val="FFFFFF"/>
                          </a:solidFill>
                          <a:latin typeface="Times New Roman"/>
                          <a:cs typeface="Times New Roman"/>
                        </a:rPr>
                        <a:t> </a:t>
                      </a:r>
                      <a:r>
                        <a:rPr sz="2800" b="1" spc="-30" dirty="0">
                          <a:solidFill>
                            <a:srgbClr val="FFFFFF"/>
                          </a:solidFill>
                          <a:latin typeface="Times New Roman"/>
                          <a:cs typeface="Times New Roman"/>
                        </a:rPr>
                        <a:t>A</a:t>
                      </a:r>
                      <a:r>
                        <a:rPr sz="2800" b="1" spc="-155" dirty="0">
                          <a:solidFill>
                            <a:srgbClr val="FFFFFF"/>
                          </a:solidFill>
                          <a:latin typeface="Times New Roman"/>
                          <a:cs typeface="Times New Roman"/>
                        </a:rPr>
                        <a:t> </a:t>
                      </a:r>
                      <a:r>
                        <a:rPr sz="2800" b="1" spc="-10" dirty="0">
                          <a:solidFill>
                            <a:srgbClr val="FFFFFF"/>
                          </a:solidFill>
                          <a:latin typeface="Times New Roman"/>
                          <a:cs typeface="Times New Roman"/>
                        </a:rPr>
                        <a:t>CONTRACT</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1066800" y="2590800"/>
            <a:ext cx="7651115" cy="2055691"/>
          </a:xfrm>
          <a:prstGeom prst="rect">
            <a:avLst/>
          </a:prstGeom>
        </p:spPr>
        <p:txBody>
          <a:bodyPr vert="horz" wrap="square" lIns="0" tIns="143510" rIns="0" bIns="0" rtlCol="0">
            <a:spAutoFit/>
          </a:bodyPr>
          <a:lstStyle/>
          <a:p>
            <a:pPr marL="318770" indent="-306070">
              <a:spcBef>
                <a:spcPts val="1130"/>
              </a:spcBef>
              <a:buClr>
                <a:srgbClr val="903062"/>
              </a:buClr>
              <a:buSzPct val="91666"/>
              <a:buFont typeface="Cambria"/>
              <a:buChar char="◾"/>
              <a:tabLst>
                <a:tab pos="318770" algn="l"/>
              </a:tabLst>
            </a:pPr>
            <a:r>
              <a:rPr dirty="0">
                <a:solidFill>
                  <a:srgbClr val="3C3C3C"/>
                </a:solidFill>
                <a:latin typeface="Times New Roman"/>
                <a:cs typeface="Times New Roman"/>
              </a:rPr>
              <a:t>A</a:t>
            </a:r>
            <a:r>
              <a:rPr spc="-95" dirty="0">
                <a:solidFill>
                  <a:srgbClr val="3C3C3C"/>
                </a:solidFill>
                <a:latin typeface="Times New Roman"/>
                <a:cs typeface="Times New Roman"/>
              </a:rPr>
              <a:t> </a:t>
            </a:r>
            <a:r>
              <a:rPr spc="-10" dirty="0">
                <a:solidFill>
                  <a:srgbClr val="3C3C3C"/>
                </a:solidFill>
                <a:latin typeface="Times New Roman"/>
                <a:cs typeface="Times New Roman"/>
              </a:rPr>
              <a:t>contract</a:t>
            </a:r>
            <a:r>
              <a:rPr lang="en-US" spc="-10" dirty="0">
                <a:latin typeface="Times New Roman"/>
                <a:cs typeface="Times New Roman"/>
              </a:rPr>
              <a:t> </a:t>
            </a:r>
            <a:r>
              <a:rPr lang="en-US" spc="-10" dirty="0">
                <a:solidFill>
                  <a:srgbClr val="3C3C3C"/>
                </a:solidFill>
                <a:latin typeface="Times New Roman"/>
                <a:cs typeface="Times New Roman"/>
              </a:rPr>
              <a:t>s</a:t>
            </a:r>
            <a:r>
              <a:rPr dirty="0">
                <a:solidFill>
                  <a:srgbClr val="3C3C3C"/>
                </a:solidFill>
                <a:latin typeface="Times New Roman"/>
                <a:cs typeface="Times New Roman"/>
              </a:rPr>
              <a:t>hould</a:t>
            </a:r>
            <a:r>
              <a:rPr spc="-25" dirty="0">
                <a:solidFill>
                  <a:srgbClr val="3C3C3C"/>
                </a:solidFill>
                <a:latin typeface="Times New Roman"/>
                <a:cs typeface="Times New Roman"/>
              </a:rPr>
              <a:t> </a:t>
            </a:r>
            <a:r>
              <a:rPr dirty="0">
                <a:solidFill>
                  <a:srgbClr val="3C3C3C"/>
                </a:solidFill>
                <a:latin typeface="Times New Roman"/>
                <a:cs typeface="Times New Roman"/>
              </a:rPr>
              <a:t>be</a:t>
            </a:r>
            <a:r>
              <a:rPr lang="en-US" dirty="0">
                <a:solidFill>
                  <a:srgbClr val="3C3C3C"/>
                </a:solidFill>
                <a:latin typeface="Times New Roman"/>
                <a:cs typeface="Times New Roman"/>
              </a:rPr>
              <a:t>:</a:t>
            </a:r>
          </a:p>
          <a:p>
            <a:pPr marL="775970" lvl="1" indent="-306070">
              <a:spcBef>
                <a:spcPts val="1130"/>
              </a:spcBef>
              <a:buClr>
                <a:srgbClr val="903062"/>
              </a:buClr>
              <a:buSzPct val="91666"/>
              <a:buFont typeface="Cambria"/>
              <a:buChar char="◾"/>
              <a:tabLst>
                <a:tab pos="318770" algn="l"/>
              </a:tabLst>
            </a:pPr>
            <a:r>
              <a:rPr spc="-5" dirty="0">
                <a:solidFill>
                  <a:srgbClr val="3C3C3C"/>
                </a:solidFill>
                <a:latin typeface="Times New Roman"/>
                <a:cs typeface="Times New Roman"/>
              </a:rPr>
              <a:t> </a:t>
            </a:r>
            <a:r>
              <a:rPr dirty="0">
                <a:solidFill>
                  <a:srgbClr val="3C3C3C"/>
                </a:solidFill>
                <a:latin typeface="Times New Roman"/>
                <a:cs typeface="Times New Roman"/>
              </a:rPr>
              <a:t>set</a:t>
            </a:r>
            <a:r>
              <a:rPr spc="-10" dirty="0">
                <a:solidFill>
                  <a:srgbClr val="3C3C3C"/>
                </a:solidFill>
                <a:latin typeface="Times New Roman"/>
                <a:cs typeface="Times New Roman"/>
              </a:rPr>
              <a:t> </a:t>
            </a:r>
            <a:r>
              <a:rPr dirty="0">
                <a:solidFill>
                  <a:srgbClr val="3C3C3C"/>
                </a:solidFill>
                <a:latin typeface="Times New Roman"/>
                <a:cs typeface="Times New Roman"/>
              </a:rPr>
              <a:t>out</a:t>
            </a:r>
            <a:r>
              <a:rPr spc="-15" dirty="0">
                <a:solidFill>
                  <a:srgbClr val="3C3C3C"/>
                </a:solidFill>
                <a:latin typeface="Times New Roman"/>
                <a:cs typeface="Times New Roman"/>
              </a:rPr>
              <a:t> </a:t>
            </a:r>
            <a:r>
              <a:rPr dirty="0">
                <a:solidFill>
                  <a:srgbClr val="3C3C3C"/>
                </a:solidFill>
                <a:latin typeface="Times New Roman"/>
                <a:cs typeface="Times New Roman"/>
              </a:rPr>
              <a:t>in</a:t>
            </a:r>
            <a:r>
              <a:rPr spc="-20" dirty="0">
                <a:solidFill>
                  <a:srgbClr val="3C3C3C"/>
                </a:solidFill>
                <a:latin typeface="Times New Roman"/>
                <a:cs typeface="Times New Roman"/>
              </a:rPr>
              <a:t> </a:t>
            </a:r>
            <a:r>
              <a:rPr dirty="0">
                <a:solidFill>
                  <a:srgbClr val="3C3C3C"/>
                </a:solidFill>
                <a:latin typeface="Times New Roman"/>
                <a:cs typeface="Times New Roman"/>
              </a:rPr>
              <a:t>a</a:t>
            </a:r>
            <a:r>
              <a:rPr spc="-10" dirty="0">
                <a:solidFill>
                  <a:srgbClr val="3C3C3C"/>
                </a:solidFill>
                <a:latin typeface="Times New Roman"/>
                <a:cs typeface="Times New Roman"/>
              </a:rPr>
              <a:t> </a:t>
            </a:r>
            <a:r>
              <a:rPr dirty="0">
                <a:solidFill>
                  <a:srgbClr val="3C3C3C"/>
                </a:solidFill>
                <a:latin typeface="Times New Roman"/>
                <a:cs typeface="Times New Roman"/>
              </a:rPr>
              <a:t>clear</a:t>
            </a:r>
            <a:r>
              <a:rPr spc="-10"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logical</a:t>
            </a:r>
            <a:r>
              <a:rPr spc="-25" dirty="0">
                <a:solidFill>
                  <a:srgbClr val="3C3C3C"/>
                </a:solidFill>
                <a:latin typeface="Times New Roman"/>
                <a:cs typeface="Times New Roman"/>
              </a:rPr>
              <a:t> </a:t>
            </a:r>
            <a:r>
              <a:rPr spc="-10" dirty="0">
                <a:solidFill>
                  <a:srgbClr val="3C3C3C"/>
                </a:solidFill>
                <a:latin typeface="Times New Roman"/>
                <a:cs typeface="Times New Roman"/>
              </a:rPr>
              <a:t>manner</a:t>
            </a:r>
            <a:endParaRPr dirty="0">
              <a:latin typeface="Times New Roman"/>
              <a:cs typeface="Times New Roman"/>
            </a:endParaRPr>
          </a:p>
          <a:p>
            <a:pPr marL="641985" lvl="1" indent="-304800">
              <a:spcBef>
                <a:spcPts val="1035"/>
              </a:spcBef>
              <a:buClr>
                <a:srgbClr val="903062"/>
              </a:buClr>
              <a:buSzPct val="91666"/>
              <a:buFont typeface="Cambria"/>
              <a:buChar char="◾"/>
              <a:tabLst>
                <a:tab pos="641985" algn="l"/>
              </a:tabLst>
            </a:pPr>
            <a:r>
              <a:rPr dirty="0">
                <a:solidFill>
                  <a:srgbClr val="3C3C3C"/>
                </a:solidFill>
                <a:latin typeface="Times New Roman"/>
                <a:cs typeface="Times New Roman"/>
              </a:rPr>
              <a:t>should</a:t>
            </a:r>
            <a:r>
              <a:rPr spc="-40" dirty="0">
                <a:solidFill>
                  <a:srgbClr val="3C3C3C"/>
                </a:solidFill>
                <a:latin typeface="Times New Roman"/>
                <a:cs typeface="Times New Roman"/>
              </a:rPr>
              <a:t> </a:t>
            </a:r>
            <a:r>
              <a:rPr dirty="0">
                <a:solidFill>
                  <a:srgbClr val="3C3C3C"/>
                </a:solidFill>
                <a:latin typeface="Times New Roman"/>
                <a:cs typeface="Times New Roman"/>
              </a:rPr>
              <a:t>be</a:t>
            </a:r>
            <a:r>
              <a:rPr spc="-20" dirty="0">
                <a:solidFill>
                  <a:srgbClr val="3C3C3C"/>
                </a:solidFill>
                <a:latin typeface="Times New Roman"/>
                <a:cs typeface="Times New Roman"/>
              </a:rPr>
              <a:t> </a:t>
            </a:r>
            <a:r>
              <a:rPr dirty="0">
                <a:solidFill>
                  <a:srgbClr val="3C3C3C"/>
                </a:solidFill>
                <a:latin typeface="Times New Roman"/>
                <a:cs typeface="Times New Roman"/>
              </a:rPr>
              <a:t>complete</a:t>
            </a:r>
            <a:r>
              <a:rPr spc="-40"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spc="-10" dirty="0">
                <a:solidFill>
                  <a:srgbClr val="3C3C3C"/>
                </a:solidFill>
                <a:latin typeface="Times New Roman"/>
                <a:cs typeface="Times New Roman"/>
              </a:rPr>
              <a:t>consistent</a:t>
            </a:r>
            <a:endParaRPr dirty="0">
              <a:latin typeface="Times New Roman"/>
              <a:cs typeface="Times New Roman"/>
            </a:endParaRPr>
          </a:p>
          <a:p>
            <a:pPr marL="641985" lvl="1" indent="-304800">
              <a:spcBef>
                <a:spcPts val="1030"/>
              </a:spcBef>
              <a:buClr>
                <a:srgbClr val="903062"/>
              </a:buClr>
              <a:buSzPct val="91666"/>
              <a:buFont typeface="Cambria"/>
              <a:buChar char="◾"/>
              <a:tabLst>
                <a:tab pos="641985" algn="l"/>
              </a:tabLst>
            </a:pPr>
            <a:r>
              <a:rPr dirty="0">
                <a:solidFill>
                  <a:srgbClr val="3C3C3C"/>
                </a:solidFill>
                <a:latin typeface="Times New Roman"/>
                <a:cs typeface="Times New Roman"/>
              </a:rPr>
              <a:t>Should</a:t>
            </a:r>
            <a:r>
              <a:rPr spc="-15" dirty="0">
                <a:solidFill>
                  <a:srgbClr val="3C3C3C"/>
                </a:solidFill>
                <a:latin typeface="Times New Roman"/>
                <a:cs typeface="Times New Roman"/>
              </a:rPr>
              <a:t> </a:t>
            </a:r>
            <a:r>
              <a:rPr dirty="0">
                <a:solidFill>
                  <a:srgbClr val="3C3C3C"/>
                </a:solidFill>
                <a:latin typeface="Times New Roman"/>
                <a:cs typeface="Times New Roman"/>
              </a:rPr>
              <a:t>have</a:t>
            </a:r>
            <a:r>
              <a:rPr spc="-5" dirty="0">
                <a:solidFill>
                  <a:srgbClr val="3C3C3C"/>
                </a:solidFill>
                <a:latin typeface="Times New Roman"/>
                <a:cs typeface="Times New Roman"/>
              </a:rPr>
              <a:t> </a:t>
            </a:r>
            <a:r>
              <a:rPr dirty="0">
                <a:solidFill>
                  <a:srgbClr val="3C3C3C"/>
                </a:solidFill>
                <a:latin typeface="Times New Roman"/>
                <a:cs typeface="Times New Roman"/>
              </a:rPr>
              <a:t>no </a:t>
            </a:r>
            <a:r>
              <a:rPr spc="-10" dirty="0">
                <a:solidFill>
                  <a:srgbClr val="3C3C3C"/>
                </a:solidFill>
                <a:latin typeface="Times New Roman"/>
                <a:cs typeface="Times New Roman"/>
              </a:rPr>
              <a:t>ambiguity</a:t>
            </a:r>
            <a:endParaRPr dirty="0">
              <a:latin typeface="Times New Roman"/>
              <a:cs typeface="Times New Roman"/>
            </a:endParaRPr>
          </a:p>
          <a:p>
            <a:pPr marL="641985" lvl="1" indent="-304800">
              <a:spcBef>
                <a:spcPts val="1035"/>
              </a:spcBef>
              <a:buClr>
                <a:srgbClr val="903062"/>
              </a:buClr>
              <a:buSzPct val="91666"/>
              <a:buFont typeface="Cambria"/>
              <a:buChar char="◾"/>
              <a:tabLst>
                <a:tab pos="641985" algn="l"/>
              </a:tabLst>
            </a:pPr>
            <a:r>
              <a:rPr dirty="0">
                <a:solidFill>
                  <a:srgbClr val="3C3C3C"/>
                </a:solidFill>
                <a:latin typeface="Times New Roman"/>
                <a:cs typeface="Times New Roman"/>
              </a:rPr>
              <a:t>Should</a:t>
            </a:r>
            <a:r>
              <a:rPr spc="-35" dirty="0">
                <a:solidFill>
                  <a:srgbClr val="3C3C3C"/>
                </a:solidFill>
                <a:latin typeface="Times New Roman"/>
                <a:cs typeface="Times New Roman"/>
              </a:rPr>
              <a:t> </a:t>
            </a:r>
            <a:r>
              <a:rPr dirty="0">
                <a:solidFill>
                  <a:srgbClr val="3C3C3C"/>
                </a:solidFill>
                <a:latin typeface="Times New Roman"/>
                <a:cs typeface="Times New Roman"/>
              </a:rPr>
              <a:t>be</a:t>
            </a:r>
            <a:r>
              <a:rPr spc="-20" dirty="0">
                <a:solidFill>
                  <a:srgbClr val="3C3C3C"/>
                </a:solidFill>
                <a:latin typeface="Times New Roman"/>
                <a:cs typeface="Times New Roman"/>
              </a:rPr>
              <a:t> </a:t>
            </a:r>
            <a:r>
              <a:rPr dirty="0">
                <a:solidFill>
                  <a:srgbClr val="3C3C3C"/>
                </a:solidFill>
                <a:latin typeface="Times New Roman"/>
                <a:cs typeface="Times New Roman"/>
              </a:rPr>
              <a:t>free</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doubts</a:t>
            </a:r>
            <a:r>
              <a:rPr spc="-25" dirty="0">
                <a:solidFill>
                  <a:srgbClr val="3C3C3C"/>
                </a:solidFill>
                <a:latin typeface="Times New Roman"/>
                <a:cs typeface="Times New Roman"/>
              </a:rPr>
              <a:t> </a:t>
            </a:r>
            <a:r>
              <a:rPr dirty="0">
                <a:solidFill>
                  <a:srgbClr val="3C3C3C"/>
                </a:solidFill>
                <a:latin typeface="Times New Roman"/>
                <a:cs typeface="Times New Roman"/>
              </a:rPr>
              <a:t>regarding</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rights</a:t>
            </a:r>
            <a:r>
              <a:rPr spc="-40"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duties</a:t>
            </a:r>
            <a:r>
              <a:rPr spc="-30"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concerned</a:t>
            </a:r>
            <a:r>
              <a:rPr spc="-40" dirty="0">
                <a:solidFill>
                  <a:srgbClr val="3C3C3C"/>
                </a:solidFill>
                <a:latin typeface="Times New Roman"/>
                <a:cs typeface="Times New Roman"/>
              </a:rPr>
              <a:t> </a:t>
            </a:r>
            <a:r>
              <a:rPr spc="-10" dirty="0">
                <a:solidFill>
                  <a:srgbClr val="3C3C3C"/>
                </a:solidFill>
                <a:latin typeface="Times New Roman"/>
                <a:cs typeface="Times New Roman"/>
              </a:rPr>
              <a:t>parties</a:t>
            </a:r>
            <a:endParaRPr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E5DC7-A485-40EC-9AB9-F205DBECBFC0}"/>
              </a:ext>
            </a:extLst>
          </p:cNvPr>
          <p:cNvSpPr>
            <a:spLocks noGrp="1"/>
          </p:cNvSpPr>
          <p:nvPr>
            <p:ph type="ctrTitle"/>
          </p:nvPr>
        </p:nvSpPr>
        <p:spPr>
          <a:xfrm>
            <a:off x="990600" y="3657600"/>
            <a:ext cx="10993549" cy="1475013"/>
          </a:xfrm>
        </p:spPr>
        <p:txBody>
          <a:bodyPr/>
          <a:lstStyle/>
          <a:p>
            <a:r>
              <a:rPr lang="en-US" dirty="0">
                <a:solidFill>
                  <a:schemeClr val="bg1"/>
                </a:solidFill>
              </a:rPr>
              <a:t>Types of contracts </a:t>
            </a:r>
            <a:endParaRPr lang="en-PK" dirty="0">
              <a:solidFill>
                <a:schemeClr val="bg1"/>
              </a:solidFill>
            </a:endParaRPr>
          </a:p>
        </p:txBody>
      </p:sp>
    </p:spTree>
    <p:extLst>
      <p:ext uri="{BB962C8B-B14F-4D97-AF65-F5344CB8AC3E}">
        <p14:creationId xmlns:p14="http://schemas.microsoft.com/office/powerpoint/2010/main" val="1638175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417833662"/>
              </p:ext>
            </p:extLst>
          </p:nvPr>
        </p:nvGraphicFramePr>
        <p:xfrm>
          <a:off x="457200" y="441960"/>
          <a:ext cx="9753343" cy="1416685"/>
        </p:xfrm>
        <a:graphic>
          <a:graphicData uri="http://schemas.openxmlformats.org/drawingml/2006/table">
            <a:tbl>
              <a:tblPr firstRow="1" bandRow="1">
                <a:tableStyleId>{2D5ABB26-0587-4C30-8999-92F81FD0307C}</a:tableStyleId>
              </a:tblPr>
              <a:tblGrid>
                <a:gridCol w="3249111">
                  <a:extLst>
                    <a:ext uri="{9D8B030D-6E8A-4147-A177-3AD203B41FA5}">
                      <a16:colId xmlns:a16="http://schemas.microsoft.com/office/drawing/2014/main" val="20000"/>
                    </a:ext>
                  </a:extLst>
                </a:gridCol>
                <a:gridCol w="3265648">
                  <a:extLst>
                    <a:ext uri="{9D8B030D-6E8A-4147-A177-3AD203B41FA5}">
                      <a16:colId xmlns:a16="http://schemas.microsoft.com/office/drawing/2014/main" val="20001"/>
                    </a:ext>
                  </a:extLst>
                </a:gridCol>
                <a:gridCol w="3238584">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55" dirty="0">
                          <a:solidFill>
                            <a:srgbClr val="FFFFFF"/>
                          </a:solidFill>
                          <a:latin typeface="Times New Roman"/>
                          <a:cs typeface="Times New Roman"/>
                        </a:rPr>
                        <a:t>WHAT</a:t>
                      </a:r>
                      <a:r>
                        <a:rPr sz="2800" b="1" spc="-105" dirty="0">
                          <a:solidFill>
                            <a:srgbClr val="FFFFFF"/>
                          </a:solidFill>
                          <a:latin typeface="Times New Roman"/>
                          <a:cs typeface="Times New Roman"/>
                        </a:rPr>
                        <a:t> </a:t>
                      </a:r>
                      <a:r>
                        <a:rPr sz="2800" b="1" dirty="0">
                          <a:solidFill>
                            <a:srgbClr val="FFFFFF"/>
                          </a:solidFill>
                          <a:latin typeface="Times New Roman"/>
                          <a:cs typeface="Times New Roman"/>
                        </a:rPr>
                        <a:t>IS</a:t>
                      </a:r>
                      <a:r>
                        <a:rPr sz="2800" b="1" spc="-170" dirty="0">
                          <a:solidFill>
                            <a:srgbClr val="FFFFFF"/>
                          </a:solidFill>
                          <a:latin typeface="Times New Roman"/>
                          <a:cs typeface="Times New Roman"/>
                        </a:rPr>
                        <a:t> </a:t>
                      </a:r>
                      <a:r>
                        <a:rPr sz="2800" b="1" spc="-30" dirty="0">
                          <a:solidFill>
                            <a:srgbClr val="FFFFFF"/>
                          </a:solidFill>
                          <a:latin typeface="Times New Roman"/>
                          <a:cs typeface="Times New Roman"/>
                        </a:rPr>
                        <a:t>A</a:t>
                      </a:r>
                      <a:r>
                        <a:rPr sz="2800" b="1" spc="-155" dirty="0">
                          <a:solidFill>
                            <a:srgbClr val="FFFFFF"/>
                          </a:solidFill>
                          <a:latin typeface="Times New Roman"/>
                          <a:cs typeface="Times New Roman"/>
                        </a:rPr>
                        <a:t> </a:t>
                      </a:r>
                      <a:r>
                        <a:rPr sz="2800" b="1" spc="-10" dirty="0">
                          <a:solidFill>
                            <a:srgbClr val="FFFFFF"/>
                          </a:solidFill>
                          <a:latin typeface="Times New Roman"/>
                          <a:cs typeface="Times New Roman"/>
                        </a:rPr>
                        <a:t>CONTRACT</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609600" y="2438400"/>
            <a:ext cx="10363200" cy="2485296"/>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 pos="981710" algn="l"/>
                <a:tab pos="1390015" algn="l"/>
                <a:tab pos="1899285" algn="l"/>
                <a:tab pos="2512060" algn="l"/>
                <a:tab pos="2830830" algn="l"/>
                <a:tab pos="3973829" algn="l"/>
                <a:tab pos="5246370" algn="l"/>
                <a:tab pos="5934075" algn="l"/>
                <a:tab pos="6341110" algn="l"/>
                <a:tab pos="7094220" algn="l"/>
                <a:tab pos="7640955" algn="l"/>
              </a:tabLst>
            </a:pPr>
            <a:r>
              <a:rPr spc="-10" dirty="0">
                <a:solidFill>
                  <a:srgbClr val="3C3C3C"/>
                </a:solidFill>
                <a:latin typeface="Times New Roman"/>
                <a:cs typeface="Times New Roman"/>
              </a:rPr>
              <a:t>There</a:t>
            </a:r>
            <a:r>
              <a:rPr dirty="0">
                <a:solidFill>
                  <a:srgbClr val="3C3C3C"/>
                </a:solidFill>
                <a:latin typeface="Times New Roman"/>
                <a:cs typeface="Times New Roman"/>
              </a:rPr>
              <a:t>	</a:t>
            </a:r>
            <a:r>
              <a:rPr spc="-25" dirty="0">
                <a:solidFill>
                  <a:srgbClr val="3C3C3C"/>
                </a:solidFill>
                <a:latin typeface="Times New Roman"/>
                <a:cs typeface="Times New Roman"/>
              </a:rPr>
              <a:t>are</a:t>
            </a:r>
            <a:r>
              <a:rPr dirty="0">
                <a:solidFill>
                  <a:srgbClr val="3C3C3C"/>
                </a:solidFill>
                <a:latin typeface="Times New Roman"/>
                <a:cs typeface="Times New Roman"/>
              </a:rPr>
              <a:t>	</a:t>
            </a:r>
            <a:r>
              <a:rPr spc="-20" dirty="0">
                <a:solidFill>
                  <a:srgbClr val="3C3C3C"/>
                </a:solidFill>
                <a:latin typeface="Times New Roman"/>
                <a:cs typeface="Times New Roman"/>
              </a:rPr>
              <a:t>four</a:t>
            </a:r>
            <a:r>
              <a:rPr dirty="0">
                <a:solidFill>
                  <a:srgbClr val="3C3C3C"/>
                </a:solidFill>
                <a:latin typeface="Times New Roman"/>
                <a:cs typeface="Times New Roman"/>
              </a:rPr>
              <a:t>	</a:t>
            </a:r>
            <a:r>
              <a:rPr spc="-20" dirty="0">
                <a:solidFill>
                  <a:srgbClr val="3C3C3C"/>
                </a:solidFill>
                <a:latin typeface="Times New Roman"/>
                <a:cs typeface="Times New Roman"/>
              </a:rPr>
              <a:t>types</a:t>
            </a:r>
            <a:r>
              <a:rPr dirty="0">
                <a:solidFill>
                  <a:srgbClr val="3C3C3C"/>
                </a:solidFill>
                <a:latin typeface="Times New Roman"/>
                <a:cs typeface="Times New Roman"/>
              </a:rPr>
              <a:t>	</a:t>
            </a:r>
            <a:r>
              <a:rPr spc="-25" dirty="0">
                <a:solidFill>
                  <a:srgbClr val="3C3C3C"/>
                </a:solidFill>
                <a:latin typeface="Times New Roman"/>
                <a:cs typeface="Times New Roman"/>
              </a:rPr>
              <a:t>of</a:t>
            </a:r>
            <a:r>
              <a:rPr dirty="0">
                <a:solidFill>
                  <a:srgbClr val="3C3C3C"/>
                </a:solidFill>
                <a:latin typeface="Times New Roman"/>
                <a:cs typeface="Times New Roman"/>
              </a:rPr>
              <a:t>	</a:t>
            </a:r>
            <a:r>
              <a:rPr spc="-10" dirty="0">
                <a:solidFill>
                  <a:srgbClr val="3C3C3C"/>
                </a:solidFill>
                <a:latin typeface="Times New Roman"/>
                <a:cs typeface="Times New Roman"/>
              </a:rPr>
              <a:t>contractual</a:t>
            </a:r>
            <a:r>
              <a:rPr dirty="0">
                <a:solidFill>
                  <a:srgbClr val="3C3C3C"/>
                </a:solidFill>
                <a:latin typeface="Times New Roman"/>
                <a:cs typeface="Times New Roman"/>
              </a:rPr>
              <a:t>	</a:t>
            </a:r>
            <a:r>
              <a:rPr spc="-10" dirty="0">
                <a:solidFill>
                  <a:srgbClr val="3C3C3C"/>
                </a:solidFill>
                <a:latin typeface="Times New Roman"/>
                <a:cs typeface="Times New Roman"/>
              </a:rPr>
              <a:t>arrangement</a:t>
            </a:r>
            <a:r>
              <a:rPr dirty="0">
                <a:solidFill>
                  <a:srgbClr val="3C3C3C"/>
                </a:solidFill>
                <a:latin typeface="Times New Roman"/>
                <a:cs typeface="Times New Roman"/>
              </a:rPr>
              <a:t>	</a:t>
            </a:r>
            <a:r>
              <a:rPr spc="-10" dirty="0">
                <a:solidFill>
                  <a:srgbClr val="3C3C3C"/>
                </a:solidFill>
                <a:latin typeface="Times New Roman"/>
                <a:cs typeface="Times New Roman"/>
              </a:rPr>
              <a:t>which</a:t>
            </a:r>
            <a:r>
              <a:rPr dirty="0">
                <a:solidFill>
                  <a:srgbClr val="3C3C3C"/>
                </a:solidFill>
                <a:latin typeface="Times New Roman"/>
                <a:cs typeface="Times New Roman"/>
              </a:rPr>
              <a:t>	</a:t>
            </a:r>
            <a:r>
              <a:rPr spc="-25" dirty="0">
                <a:solidFill>
                  <a:srgbClr val="3C3C3C"/>
                </a:solidFill>
                <a:latin typeface="Times New Roman"/>
                <a:cs typeface="Times New Roman"/>
              </a:rPr>
              <a:t>are</a:t>
            </a:r>
            <a:r>
              <a:rPr dirty="0">
                <a:solidFill>
                  <a:srgbClr val="3C3C3C"/>
                </a:solidFill>
                <a:latin typeface="Times New Roman"/>
                <a:cs typeface="Times New Roman"/>
              </a:rPr>
              <a:t>	</a:t>
            </a:r>
            <a:r>
              <a:rPr spc="-10" dirty="0">
                <a:solidFill>
                  <a:srgbClr val="3C3C3C"/>
                </a:solidFill>
                <a:latin typeface="Times New Roman"/>
                <a:cs typeface="Times New Roman"/>
              </a:rPr>
              <a:t>widely</a:t>
            </a:r>
            <a:r>
              <a:rPr dirty="0">
                <a:solidFill>
                  <a:srgbClr val="3C3C3C"/>
                </a:solidFill>
                <a:latin typeface="Times New Roman"/>
                <a:cs typeface="Times New Roman"/>
              </a:rPr>
              <a:t>	</a:t>
            </a:r>
            <a:r>
              <a:rPr spc="-20" dirty="0">
                <a:solidFill>
                  <a:srgbClr val="3C3C3C"/>
                </a:solidFill>
                <a:latin typeface="Times New Roman"/>
                <a:cs typeface="Times New Roman"/>
              </a:rPr>
              <a:t>used</a:t>
            </a:r>
            <a:r>
              <a:rPr dirty="0">
                <a:solidFill>
                  <a:srgbClr val="3C3C3C"/>
                </a:solidFill>
                <a:latin typeface="Times New Roman"/>
                <a:cs typeface="Times New Roman"/>
              </a:rPr>
              <a:t>	</a:t>
            </a:r>
            <a:r>
              <a:rPr spc="-25" dirty="0">
                <a:solidFill>
                  <a:srgbClr val="3C3C3C"/>
                </a:solidFill>
                <a:latin typeface="Times New Roman"/>
                <a:cs typeface="Times New Roman"/>
              </a:rPr>
              <a:t>in </a:t>
            </a:r>
            <a:r>
              <a:rPr dirty="0">
                <a:solidFill>
                  <a:srgbClr val="3C3C3C"/>
                </a:solidFill>
                <a:latin typeface="Times New Roman"/>
                <a:cs typeface="Times New Roman"/>
              </a:rPr>
              <a:t>connection</a:t>
            </a:r>
            <a:r>
              <a:rPr spc="-40" dirty="0">
                <a:solidFill>
                  <a:srgbClr val="3C3C3C"/>
                </a:solidFill>
                <a:latin typeface="Times New Roman"/>
                <a:cs typeface="Times New Roman"/>
              </a:rPr>
              <a:t> </a:t>
            </a:r>
            <a:r>
              <a:rPr dirty="0">
                <a:solidFill>
                  <a:srgbClr val="3C3C3C"/>
                </a:solidFill>
                <a:latin typeface="Times New Roman"/>
                <a:cs typeface="Times New Roman"/>
              </a:rPr>
              <a:t>with</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provision</a:t>
            </a:r>
            <a:r>
              <a:rPr spc="-1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software</a:t>
            </a:r>
            <a:r>
              <a:rPr spc="-15" dirty="0">
                <a:solidFill>
                  <a:srgbClr val="3C3C3C"/>
                </a:solidFill>
                <a:latin typeface="Times New Roman"/>
                <a:cs typeface="Times New Roman"/>
              </a:rPr>
              <a:t> </a:t>
            </a:r>
            <a:r>
              <a:rPr spc="-10" dirty="0">
                <a:solidFill>
                  <a:srgbClr val="3C3C3C"/>
                </a:solidFill>
                <a:latin typeface="Times New Roman"/>
                <a:cs typeface="Times New Roman"/>
              </a:rPr>
              <a:t>services</a:t>
            </a:r>
            <a:endParaRPr dirty="0">
              <a:latin typeface="Times New Roman"/>
              <a:cs typeface="Times New Roman"/>
            </a:endParaRPr>
          </a:p>
          <a:p>
            <a:pPr marL="680085" lvl="1" indent="-342900">
              <a:spcBef>
                <a:spcPts val="1030"/>
              </a:spcBef>
              <a:buClr>
                <a:srgbClr val="903062"/>
              </a:buClr>
              <a:buSzPct val="91666"/>
              <a:buFont typeface="+mj-lt"/>
              <a:buAutoNum type="arabicPeriod"/>
              <a:tabLst>
                <a:tab pos="641985" algn="l"/>
              </a:tabLst>
            </a:pPr>
            <a:r>
              <a:rPr dirty="0">
                <a:solidFill>
                  <a:srgbClr val="3C3C3C"/>
                </a:solidFill>
                <a:latin typeface="Times New Roman"/>
                <a:cs typeface="Times New Roman"/>
              </a:rPr>
              <a:t>Contract</a:t>
            </a:r>
            <a:r>
              <a:rPr spc="-15" dirty="0">
                <a:solidFill>
                  <a:srgbClr val="3C3C3C"/>
                </a:solidFill>
                <a:latin typeface="Times New Roman"/>
                <a:cs typeface="Times New Roman"/>
              </a:rPr>
              <a:t> </a:t>
            </a:r>
            <a:r>
              <a:rPr spc="-20" dirty="0">
                <a:solidFill>
                  <a:srgbClr val="3C3C3C"/>
                </a:solidFill>
                <a:latin typeface="Times New Roman"/>
                <a:cs typeface="Times New Roman"/>
              </a:rPr>
              <a:t>hire</a:t>
            </a:r>
            <a:r>
              <a:rPr lang="en-US" spc="-20" dirty="0">
                <a:solidFill>
                  <a:srgbClr val="3C3C3C"/>
                </a:solidFill>
                <a:latin typeface="Times New Roman"/>
                <a:cs typeface="Times New Roman"/>
              </a:rPr>
              <a:t>: </a:t>
            </a:r>
            <a:r>
              <a:rPr lang="en-US" b="1" dirty="0"/>
              <a:t>Contract Hire</a:t>
            </a:r>
            <a:r>
              <a:rPr lang="en-US" dirty="0"/>
              <a:t> means you </a:t>
            </a:r>
            <a:r>
              <a:rPr lang="en-US" i="1" dirty="0"/>
              <a:t>rent a vehicle for a fixed monthly fee</a:t>
            </a:r>
            <a:r>
              <a:rPr lang="en-US" dirty="0"/>
              <a:t> over an agreed period (usually 2–4 years). You </a:t>
            </a:r>
            <a:r>
              <a:rPr lang="en-US" b="1" dirty="0"/>
              <a:t>do not own the vehicle</a:t>
            </a:r>
            <a:r>
              <a:rPr lang="en-US" dirty="0"/>
              <a:t> — you simply use it. At the end of the contract, you </a:t>
            </a:r>
            <a:r>
              <a:rPr lang="en-US" b="1" dirty="0"/>
              <a:t>return the vehicle</a:t>
            </a:r>
            <a:r>
              <a:rPr lang="en-US" dirty="0"/>
              <a:t>.</a:t>
            </a:r>
            <a:endParaRPr lang="en-US" dirty="0">
              <a:latin typeface="Times New Roman"/>
              <a:cs typeface="Times New Roman"/>
            </a:endParaRPr>
          </a:p>
          <a:p>
            <a:pPr marL="680085" lvl="1" indent="-342900">
              <a:spcBef>
                <a:spcPts val="1030"/>
              </a:spcBef>
              <a:buClr>
                <a:srgbClr val="903062"/>
              </a:buClr>
              <a:buSzPct val="91666"/>
              <a:buFont typeface="+mj-lt"/>
              <a:buAutoNum type="arabicPeriod"/>
              <a:tabLst>
                <a:tab pos="641985" algn="l"/>
              </a:tabLst>
            </a:pPr>
            <a:r>
              <a:rPr dirty="0">
                <a:solidFill>
                  <a:srgbClr val="3C3C3C"/>
                </a:solidFill>
                <a:latin typeface="Times New Roman"/>
                <a:cs typeface="Times New Roman"/>
              </a:rPr>
              <a:t>Time</a:t>
            </a:r>
            <a:r>
              <a:rPr spc="-75" dirty="0">
                <a:solidFill>
                  <a:srgbClr val="3C3C3C"/>
                </a:solidFill>
                <a:latin typeface="Times New Roman"/>
                <a:cs typeface="Times New Roman"/>
              </a:rPr>
              <a:t> </a:t>
            </a:r>
            <a:r>
              <a:rPr dirty="0">
                <a:solidFill>
                  <a:srgbClr val="3C3C3C"/>
                </a:solidFill>
                <a:latin typeface="Times New Roman"/>
                <a:cs typeface="Times New Roman"/>
              </a:rPr>
              <a:t>and</a:t>
            </a:r>
            <a:r>
              <a:rPr spc="-65" dirty="0">
                <a:solidFill>
                  <a:srgbClr val="3C3C3C"/>
                </a:solidFill>
                <a:latin typeface="Times New Roman"/>
                <a:cs typeface="Times New Roman"/>
              </a:rPr>
              <a:t> </a:t>
            </a:r>
            <a:r>
              <a:rPr spc="-10" dirty="0">
                <a:solidFill>
                  <a:srgbClr val="3C3C3C"/>
                </a:solidFill>
                <a:latin typeface="Times New Roman"/>
                <a:cs typeface="Times New Roman"/>
              </a:rPr>
              <a:t>materials</a:t>
            </a:r>
            <a:r>
              <a:rPr lang="en-US" spc="-10" dirty="0">
                <a:solidFill>
                  <a:srgbClr val="3C3C3C"/>
                </a:solidFill>
                <a:latin typeface="Times New Roman"/>
                <a:cs typeface="Times New Roman"/>
              </a:rPr>
              <a:t>: </a:t>
            </a:r>
            <a:r>
              <a:rPr lang="en-US" b="1" dirty="0"/>
              <a:t>Time and Material (T&amp;M)</a:t>
            </a:r>
            <a:r>
              <a:rPr lang="en-US" dirty="0"/>
              <a:t> is a type of contract used in projects — especially in IT, construction, and services — where the client pays for: </a:t>
            </a:r>
            <a:r>
              <a:rPr lang="en-US" b="1" dirty="0"/>
              <a:t>Time</a:t>
            </a:r>
            <a:r>
              <a:rPr lang="en-US" dirty="0"/>
              <a:t> → number of hours or days worked and </a:t>
            </a:r>
            <a:r>
              <a:rPr lang="en-US" b="1" dirty="0"/>
              <a:t>Materials</a:t>
            </a:r>
            <a:r>
              <a:rPr lang="en-US" dirty="0"/>
              <a:t> → resources, equipment, or supplies used</a:t>
            </a:r>
            <a:endParaRPr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4EA64-AD5D-49F7-98D0-B7B8A24CEA8C}"/>
              </a:ext>
            </a:extLst>
          </p:cNvPr>
          <p:cNvSpPr>
            <a:spLocks noGrp="1"/>
          </p:cNvSpPr>
          <p:nvPr>
            <p:ph type="title"/>
          </p:nvPr>
        </p:nvSpPr>
        <p:spPr/>
        <p:txBody>
          <a:bodyPr/>
          <a:lstStyle/>
          <a:p>
            <a:endParaRPr lang="en-PK" dirty="0"/>
          </a:p>
        </p:txBody>
      </p:sp>
      <p:sp>
        <p:nvSpPr>
          <p:cNvPr id="3" name="Content Placeholder 2">
            <a:extLst>
              <a:ext uri="{FF2B5EF4-FFF2-40B4-BE49-F238E27FC236}">
                <a16:creationId xmlns:a16="http://schemas.microsoft.com/office/drawing/2014/main" id="{FDFD7FC8-AA94-450B-9CC8-F86DB90C27B0}"/>
              </a:ext>
            </a:extLst>
          </p:cNvPr>
          <p:cNvSpPr>
            <a:spLocks noGrp="1"/>
          </p:cNvSpPr>
          <p:nvPr>
            <p:ph idx="1"/>
          </p:nvPr>
        </p:nvSpPr>
        <p:spPr/>
        <p:txBody>
          <a:bodyPr/>
          <a:lstStyle/>
          <a:p>
            <a:pPr marL="0" indent="0">
              <a:buNone/>
            </a:pPr>
            <a:r>
              <a:rPr lang="en-US" spc="-10" dirty="0">
                <a:solidFill>
                  <a:srgbClr val="3C3C3C"/>
                </a:solidFill>
                <a:latin typeface="Times New Roman"/>
                <a:cs typeface="Times New Roman"/>
              </a:rPr>
              <a:t>3. Consultancy: </a:t>
            </a:r>
            <a:r>
              <a:rPr lang="en-US" b="1" dirty="0"/>
              <a:t>Consultancy</a:t>
            </a:r>
            <a:r>
              <a:rPr lang="en-US" dirty="0"/>
              <a:t> is a professional service where an expert (called a </a:t>
            </a:r>
            <a:r>
              <a:rPr lang="en-US" i="1" dirty="0"/>
              <a:t>consultant</a:t>
            </a:r>
            <a:r>
              <a:rPr lang="en-US" dirty="0"/>
              <a:t>) gives advice, guidance, and solutions to individuals or organizations to help them improve performance, solve problems, or make better decisions.</a:t>
            </a:r>
            <a:endParaRPr lang="en-US" dirty="0">
              <a:latin typeface="Times New Roman"/>
              <a:cs typeface="Times New Roman"/>
            </a:endParaRPr>
          </a:p>
          <a:p>
            <a:pPr marL="0" indent="0">
              <a:buNone/>
            </a:pPr>
            <a:r>
              <a:rPr lang="en-US" dirty="0">
                <a:solidFill>
                  <a:srgbClr val="3C3C3C"/>
                </a:solidFill>
                <a:latin typeface="Times New Roman"/>
                <a:cs typeface="Times New Roman"/>
              </a:rPr>
              <a:t>4. Fixed</a:t>
            </a:r>
            <a:r>
              <a:rPr lang="en-US" spc="-5" dirty="0">
                <a:solidFill>
                  <a:srgbClr val="3C3C3C"/>
                </a:solidFill>
                <a:latin typeface="Times New Roman"/>
                <a:cs typeface="Times New Roman"/>
              </a:rPr>
              <a:t> </a:t>
            </a:r>
            <a:r>
              <a:rPr lang="en-US" spc="-10" dirty="0">
                <a:solidFill>
                  <a:srgbClr val="3C3C3C"/>
                </a:solidFill>
                <a:latin typeface="Times New Roman"/>
                <a:cs typeface="Times New Roman"/>
              </a:rPr>
              <a:t>price: </a:t>
            </a:r>
            <a:r>
              <a:rPr lang="en-US" dirty="0"/>
              <a:t>A </a:t>
            </a:r>
            <a:r>
              <a:rPr lang="en-US" b="1" dirty="0"/>
              <a:t>Fixed Price</a:t>
            </a:r>
            <a:r>
              <a:rPr lang="en-US" dirty="0"/>
              <a:t> contract means the client and contractor agree on a </a:t>
            </a:r>
            <a:r>
              <a:rPr lang="en-US" b="1" dirty="0"/>
              <a:t>set price</a:t>
            </a:r>
            <a:r>
              <a:rPr lang="en-US" dirty="0"/>
              <a:t> for the entire project </a:t>
            </a:r>
            <a:r>
              <a:rPr lang="en-US" i="1" dirty="0"/>
              <a:t>before the work starts</a:t>
            </a:r>
            <a:r>
              <a:rPr lang="en-US" dirty="0"/>
              <a:t>. The price </a:t>
            </a:r>
            <a:r>
              <a:rPr lang="en-US" b="1" dirty="0"/>
              <a:t>does NOT change</a:t>
            </a:r>
            <a:r>
              <a:rPr lang="en-US" dirty="0"/>
              <a:t>, even if the project takes more time or requires more effort.</a:t>
            </a:r>
          </a:p>
          <a:p>
            <a:endParaRPr lang="en-US" dirty="0">
              <a:latin typeface="Times New Roman"/>
              <a:cs typeface="Times New Roman"/>
            </a:endParaRPr>
          </a:p>
          <a:p>
            <a:endParaRPr lang="en-PK" dirty="0"/>
          </a:p>
        </p:txBody>
      </p:sp>
    </p:spTree>
    <p:extLst>
      <p:ext uri="{BB962C8B-B14F-4D97-AF65-F5344CB8AC3E}">
        <p14:creationId xmlns:p14="http://schemas.microsoft.com/office/powerpoint/2010/main" val="1396338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72056" y="600456"/>
            <a:ext cx="8239125" cy="1259205"/>
          </a:xfrm>
          <a:custGeom>
            <a:avLst/>
            <a:gdLst/>
            <a:ahLst/>
            <a:cxnLst/>
            <a:rect l="l" t="t" r="r" b="b"/>
            <a:pathLst>
              <a:path w="8239125" h="1259205">
                <a:moveTo>
                  <a:pt x="8238744" y="0"/>
                </a:moveTo>
                <a:lnTo>
                  <a:pt x="0" y="0"/>
                </a:lnTo>
                <a:lnTo>
                  <a:pt x="0" y="1258824"/>
                </a:lnTo>
                <a:lnTo>
                  <a:pt x="8238744" y="1258824"/>
                </a:lnTo>
                <a:lnTo>
                  <a:pt x="8238744" y="0"/>
                </a:lnTo>
                <a:close/>
              </a:path>
            </a:pathLst>
          </a:custGeom>
          <a:solidFill>
            <a:srgbClr val="4D1334"/>
          </a:solidFill>
        </p:spPr>
        <p:txBody>
          <a:bodyPr wrap="square" lIns="0" tIns="0" rIns="0" bIns="0" rtlCol="0"/>
          <a:lstStyle/>
          <a:p>
            <a:endParaRPr/>
          </a:p>
        </p:txBody>
      </p:sp>
      <p:sp>
        <p:nvSpPr>
          <p:cNvPr id="4" name="object 2">
            <a:extLst>
              <a:ext uri="{FF2B5EF4-FFF2-40B4-BE49-F238E27FC236}">
                <a16:creationId xmlns:a16="http://schemas.microsoft.com/office/drawing/2014/main" id="{ADCEB844-3D47-4025-8EDB-681F07A52D7C}"/>
              </a:ext>
            </a:extLst>
          </p:cNvPr>
          <p:cNvSpPr/>
          <p:nvPr/>
        </p:nvSpPr>
        <p:spPr>
          <a:xfrm>
            <a:off x="2057400" y="2438400"/>
            <a:ext cx="8239125" cy="3505200"/>
          </a:xfrm>
          <a:custGeom>
            <a:avLst/>
            <a:gdLst/>
            <a:ahLst/>
            <a:cxnLst/>
            <a:rect l="l" t="t" r="r" b="b"/>
            <a:pathLst>
              <a:path w="8239125" h="1259205">
                <a:moveTo>
                  <a:pt x="8238744" y="0"/>
                </a:moveTo>
                <a:lnTo>
                  <a:pt x="0" y="0"/>
                </a:lnTo>
                <a:lnTo>
                  <a:pt x="0" y="1258824"/>
                </a:lnTo>
                <a:lnTo>
                  <a:pt x="8238744" y="1258824"/>
                </a:lnTo>
                <a:lnTo>
                  <a:pt x="8238744" y="0"/>
                </a:lnTo>
                <a:close/>
              </a:path>
            </a:pathLst>
          </a:custGeom>
          <a:solidFill>
            <a:srgbClr val="4D1334"/>
          </a:solidFill>
        </p:spPr>
        <p:txBody>
          <a:bodyPr wrap="square" lIns="0" tIns="0" rIns="0" bIns="0" rtlCol="0"/>
          <a:lstStyle/>
          <a:p>
            <a:endParaRPr/>
          </a:p>
        </p:txBody>
      </p:sp>
      <p:sp>
        <p:nvSpPr>
          <p:cNvPr id="7" name="object 3">
            <a:extLst>
              <a:ext uri="{FF2B5EF4-FFF2-40B4-BE49-F238E27FC236}">
                <a16:creationId xmlns:a16="http://schemas.microsoft.com/office/drawing/2014/main" id="{6DA56E5C-2B95-4E7C-8F49-71B25928CA41}"/>
              </a:ext>
            </a:extLst>
          </p:cNvPr>
          <p:cNvSpPr txBox="1">
            <a:spLocks/>
          </p:cNvSpPr>
          <p:nvPr/>
        </p:nvSpPr>
        <p:spPr>
          <a:xfrm>
            <a:off x="2209800" y="3657600"/>
            <a:ext cx="10653003" cy="754360"/>
          </a:xfrm>
          <a:prstGeom prst="rect">
            <a:avLst/>
          </a:prstGeom>
        </p:spPr>
        <p:txBody>
          <a:bodyPr vert="horz" wrap="square" lIns="0" tIns="198424" rIns="0" bIns="0" rtlCol="0" anchor="b">
            <a:sp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974850">
              <a:spcBef>
                <a:spcPts val="100"/>
              </a:spcBef>
            </a:pPr>
            <a:r>
              <a:rPr lang="en-US" sz="3600"/>
              <a:t>CONTRACT</a:t>
            </a:r>
            <a:r>
              <a:rPr lang="en-US" sz="3600" spc="-175"/>
              <a:t> </a:t>
            </a:r>
            <a:r>
              <a:rPr lang="en-US" sz="3600" spc="-20"/>
              <a:t>HIRE</a:t>
            </a:r>
            <a:endParaRPr lang="en-US" sz="3600" dirty="0"/>
          </a:p>
        </p:txBody>
      </p:sp>
    </p:spTree>
    <p:extLst>
      <p:ext uri="{BB962C8B-B14F-4D97-AF65-F5344CB8AC3E}">
        <p14:creationId xmlns:p14="http://schemas.microsoft.com/office/powerpoint/2010/main" val="454051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spc="-10" dirty="0">
                          <a:solidFill>
                            <a:srgbClr val="FFFFFF"/>
                          </a:solidFill>
                          <a:latin typeface="Times New Roman"/>
                          <a:cs typeface="Times New Roman"/>
                        </a:rPr>
                        <a:t>CONTRACT</a:t>
                      </a:r>
                      <a:r>
                        <a:rPr sz="2800" b="1" spc="-114" dirty="0">
                          <a:solidFill>
                            <a:srgbClr val="FFFFFF"/>
                          </a:solidFill>
                          <a:latin typeface="Times New Roman"/>
                          <a:cs typeface="Times New Roman"/>
                        </a:rPr>
                        <a:t> </a:t>
                      </a:r>
                      <a:r>
                        <a:rPr sz="2800" b="1" spc="-20" dirty="0">
                          <a:solidFill>
                            <a:srgbClr val="FFFFFF"/>
                          </a:solidFill>
                          <a:latin typeface="Times New Roman"/>
                          <a:cs typeface="Times New Roman"/>
                        </a:rPr>
                        <a:t>HIRE</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183993" y="1975865"/>
            <a:ext cx="7753984" cy="2613660"/>
          </a:xfrm>
          <a:prstGeom prst="rect">
            <a:avLst/>
          </a:prstGeom>
        </p:spPr>
        <p:txBody>
          <a:bodyPr vert="horz" wrap="square" lIns="0" tIns="143510" rIns="0" bIns="0" rtlCol="0">
            <a:spAutoFit/>
          </a:bodyPr>
          <a:lstStyle/>
          <a:p>
            <a:pPr marL="318770" indent="-306070">
              <a:spcBef>
                <a:spcPts val="1130"/>
              </a:spcBef>
              <a:buClr>
                <a:srgbClr val="903062"/>
              </a:buClr>
              <a:buSzPct val="91666"/>
              <a:buFont typeface="Cambria"/>
              <a:buChar char="◾"/>
              <a:tabLst>
                <a:tab pos="318770" algn="l"/>
              </a:tabLst>
            </a:pPr>
            <a:r>
              <a:rPr dirty="0">
                <a:solidFill>
                  <a:srgbClr val="3C3C3C"/>
                </a:solidFill>
                <a:latin typeface="Times New Roman"/>
                <a:cs typeface="Times New Roman"/>
              </a:rPr>
              <a:t>Contract</a:t>
            </a:r>
            <a:r>
              <a:rPr spc="-40" dirty="0">
                <a:solidFill>
                  <a:srgbClr val="3C3C3C"/>
                </a:solidFill>
                <a:latin typeface="Times New Roman"/>
                <a:cs typeface="Times New Roman"/>
              </a:rPr>
              <a:t> </a:t>
            </a:r>
            <a:r>
              <a:rPr dirty="0">
                <a:solidFill>
                  <a:srgbClr val="3C3C3C"/>
                </a:solidFill>
                <a:latin typeface="Times New Roman"/>
                <a:cs typeface="Times New Roman"/>
              </a:rPr>
              <a:t>hire</a:t>
            </a:r>
            <a:r>
              <a:rPr spc="-30" dirty="0">
                <a:solidFill>
                  <a:srgbClr val="3C3C3C"/>
                </a:solidFill>
                <a:latin typeface="Times New Roman"/>
                <a:cs typeface="Times New Roman"/>
              </a:rPr>
              <a:t> </a:t>
            </a:r>
            <a:r>
              <a:rPr dirty="0">
                <a:solidFill>
                  <a:srgbClr val="3C3C3C"/>
                </a:solidFill>
                <a:latin typeface="Times New Roman"/>
                <a:cs typeface="Times New Roman"/>
              </a:rPr>
              <a:t>agreements</a:t>
            </a:r>
            <a:r>
              <a:rPr spc="-35" dirty="0">
                <a:solidFill>
                  <a:srgbClr val="3C3C3C"/>
                </a:solidFill>
                <a:latin typeface="Times New Roman"/>
                <a:cs typeface="Times New Roman"/>
              </a:rPr>
              <a:t> </a:t>
            </a:r>
            <a:r>
              <a:rPr dirty="0">
                <a:solidFill>
                  <a:srgbClr val="3C3C3C"/>
                </a:solidFill>
                <a:latin typeface="Times New Roman"/>
                <a:cs typeface="Times New Roman"/>
              </a:rPr>
              <a:t>are</a:t>
            </a:r>
            <a:r>
              <a:rPr spc="-35" dirty="0">
                <a:solidFill>
                  <a:srgbClr val="3C3C3C"/>
                </a:solidFill>
                <a:latin typeface="Times New Roman"/>
                <a:cs typeface="Times New Roman"/>
              </a:rPr>
              <a:t> </a:t>
            </a:r>
            <a:r>
              <a:rPr dirty="0">
                <a:solidFill>
                  <a:srgbClr val="3C3C3C"/>
                </a:solidFill>
                <a:latin typeface="Times New Roman"/>
                <a:cs typeface="Times New Roman"/>
              </a:rPr>
              <a:t>very</a:t>
            </a:r>
            <a:r>
              <a:rPr spc="-35" dirty="0">
                <a:solidFill>
                  <a:srgbClr val="3C3C3C"/>
                </a:solidFill>
                <a:latin typeface="Times New Roman"/>
                <a:cs typeface="Times New Roman"/>
              </a:rPr>
              <a:t> </a:t>
            </a:r>
            <a:r>
              <a:rPr dirty="0">
                <a:solidFill>
                  <a:srgbClr val="3C3C3C"/>
                </a:solidFill>
                <a:latin typeface="Times New Roman"/>
                <a:cs typeface="Times New Roman"/>
              </a:rPr>
              <a:t>much</a:t>
            </a:r>
            <a:r>
              <a:rPr spc="-20" dirty="0">
                <a:solidFill>
                  <a:srgbClr val="3C3C3C"/>
                </a:solidFill>
                <a:latin typeface="Times New Roman"/>
                <a:cs typeface="Times New Roman"/>
              </a:rPr>
              <a:t> </a:t>
            </a:r>
            <a:r>
              <a:rPr dirty="0">
                <a:solidFill>
                  <a:srgbClr val="3C3C3C"/>
                </a:solidFill>
                <a:latin typeface="Times New Roman"/>
                <a:cs typeface="Times New Roman"/>
              </a:rPr>
              <a:t>simpler</a:t>
            </a:r>
            <a:r>
              <a:rPr spc="-35" dirty="0">
                <a:solidFill>
                  <a:srgbClr val="3C3C3C"/>
                </a:solidFill>
                <a:latin typeface="Times New Roman"/>
                <a:cs typeface="Times New Roman"/>
              </a:rPr>
              <a:t> </a:t>
            </a:r>
            <a:r>
              <a:rPr dirty="0">
                <a:solidFill>
                  <a:srgbClr val="3C3C3C"/>
                </a:solidFill>
                <a:latin typeface="Times New Roman"/>
                <a:cs typeface="Times New Roman"/>
              </a:rPr>
              <a:t>than</a:t>
            </a:r>
            <a:r>
              <a:rPr spc="-40" dirty="0">
                <a:solidFill>
                  <a:srgbClr val="3C3C3C"/>
                </a:solidFill>
                <a:latin typeface="Times New Roman"/>
                <a:cs typeface="Times New Roman"/>
              </a:rPr>
              <a:t> </a:t>
            </a:r>
            <a:r>
              <a:rPr dirty="0">
                <a:solidFill>
                  <a:srgbClr val="3C3C3C"/>
                </a:solidFill>
                <a:latin typeface="Times New Roman"/>
                <a:cs typeface="Times New Roman"/>
              </a:rPr>
              <a:t>fixed</a:t>
            </a:r>
            <a:r>
              <a:rPr spc="-35" dirty="0">
                <a:solidFill>
                  <a:srgbClr val="3C3C3C"/>
                </a:solidFill>
                <a:latin typeface="Times New Roman"/>
                <a:cs typeface="Times New Roman"/>
              </a:rPr>
              <a:t> </a:t>
            </a:r>
            <a:r>
              <a:rPr dirty="0">
                <a:solidFill>
                  <a:srgbClr val="3C3C3C"/>
                </a:solidFill>
                <a:latin typeface="Times New Roman"/>
                <a:cs typeface="Times New Roman"/>
              </a:rPr>
              <a:t>price</a:t>
            </a:r>
            <a:r>
              <a:rPr spc="-45" dirty="0">
                <a:solidFill>
                  <a:srgbClr val="3C3C3C"/>
                </a:solidFill>
                <a:latin typeface="Times New Roman"/>
                <a:cs typeface="Times New Roman"/>
              </a:rPr>
              <a:t> </a:t>
            </a:r>
            <a:r>
              <a:rPr spc="-10" dirty="0">
                <a:solidFill>
                  <a:srgbClr val="3C3C3C"/>
                </a:solidFill>
                <a:latin typeface="Times New Roman"/>
                <a:cs typeface="Times New Roman"/>
              </a:rPr>
              <a:t>contracts.</a:t>
            </a:r>
            <a:endParaRPr dirty="0">
              <a:latin typeface="Times New Roman"/>
              <a:cs typeface="Times New Roman"/>
            </a:endParaRPr>
          </a:p>
          <a:p>
            <a:pPr marL="318770" indent="-306070">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Reason</a:t>
            </a:r>
            <a:r>
              <a:rPr spc="-30" dirty="0">
                <a:solidFill>
                  <a:srgbClr val="3C3C3C"/>
                </a:solidFill>
                <a:latin typeface="Times New Roman"/>
                <a:cs typeface="Times New Roman"/>
              </a:rPr>
              <a:t> </a:t>
            </a:r>
            <a:r>
              <a:rPr dirty="0">
                <a:solidFill>
                  <a:srgbClr val="3C3C3C"/>
                </a:solidFill>
                <a:latin typeface="Times New Roman"/>
                <a:cs typeface="Times New Roman"/>
              </a:rPr>
              <a:t>is</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much</a:t>
            </a:r>
            <a:r>
              <a:rPr spc="-5" dirty="0">
                <a:solidFill>
                  <a:srgbClr val="3C3C3C"/>
                </a:solidFill>
                <a:latin typeface="Times New Roman"/>
                <a:cs typeface="Times New Roman"/>
              </a:rPr>
              <a:t> </a:t>
            </a:r>
            <a:r>
              <a:rPr dirty="0">
                <a:solidFill>
                  <a:srgbClr val="3C3C3C"/>
                </a:solidFill>
                <a:latin typeface="Times New Roman"/>
                <a:cs typeface="Times New Roman"/>
              </a:rPr>
              <a:t>less</a:t>
            </a:r>
            <a:r>
              <a:rPr spc="-25" dirty="0">
                <a:solidFill>
                  <a:srgbClr val="3C3C3C"/>
                </a:solidFill>
                <a:latin typeface="Times New Roman"/>
                <a:cs typeface="Times New Roman"/>
              </a:rPr>
              <a:t> </a:t>
            </a:r>
            <a:r>
              <a:rPr dirty="0">
                <a:solidFill>
                  <a:srgbClr val="3C3C3C"/>
                </a:solidFill>
                <a:latin typeface="Times New Roman"/>
                <a:cs typeface="Times New Roman"/>
              </a:rPr>
              <a:t>involvement</a:t>
            </a:r>
            <a:r>
              <a:rPr spc="-30" dirty="0">
                <a:solidFill>
                  <a:srgbClr val="3C3C3C"/>
                </a:solidFill>
                <a:latin typeface="Times New Roman"/>
                <a:cs typeface="Times New Roman"/>
              </a:rPr>
              <a:t> </a:t>
            </a:r>
            <a:r>
              <a:rPr dirty="0">
                <a:solidFill>
                  <a:srgbClr val="3C3C3C"/>
                </a:solidFill>
                <a:latin typeface="Times New Roman"/>
                <a:cs typeface="Times New Roman"/>
              </a:rPr>
              <a:t>and</a:t>
            </a:r>
            <a:r>
              <a:rPr spc="-10" dirty="0">
                <a:solidFill>
                  <a:srgbClr val="3C3C3C"/>
                </a:solidFill>
                <a:latin typeface="Times New Roman"/>
                <a:cs typeface="Times New Roman"/>
              </a:rPr>
              <a:t> </a:t>
            </a:r>
            <a:r>
              <a:rPr dirty="0">
                <a:solidFill>
                  <a:srgbClr val="3C3C3C"/>
                </a:solidFill>
                <a:latin typeface="Times New Roman"/>
                <a:cs typeface="Times New Roman"/>
              </a:rPr>
              <a:t>responsibility</a:t>
            </a:r>
            <a:r>
              <a:rPr spc="-30" dirty="0">
                <a:solidFill>
                  <a:srgbClr val="3C3C3C"/>
                </a:solidFill>
                <a:latin typeface="Times New Roman"/>
                <a:cs typeface="Times New Roman"/>
              </a:rPr>
              <a:t> </a:t>
            </a:r>
            <a:r>
              <a:rPr dirty="0">
                <a:solidFill>
                  <a:srgbClr val="3C3C3C"/>
                </a:solidFill>
                <a:latin typeface="Times New Roman"/>
                <a:cs typeface="Times New Roman"/>
              </a:rPr>
              <a:t>of</a:t>
            </a:r>
            <a:r>
              <a:rPr spc="-30" dirty="0">
                <a:solidFill>
                  <a:srgbClr val="3C3C3C"/>
                </a:solidFill>
                <a:latin typeface="Times New Roman"/>
                <a:cs typeface="Times New Roman"/>
              </a:rPr>
              <a:t> </a:t>
            </a:r>
            <a:r>
              <a:rPr spc="-10" dirty="0">
                <a:solidFill>
                  <a:srgbClr val="3C3C3C"/>
                </a:solidFill>
                <a:latin typeface="Times New Roman"/>
                <a:cs typeface="Times New Roman"/>
              </a:rPr>
              <a:t>supplier.</a:t>
            </a:r>
            <a:endParaRPr dirty="0">
              <a:latin typeface="Times New Roman"/>
              <a:cs typeface="Times New Roman"/>
            </a:endParaRPr>
          </a:p>
          <a:p>
            <a:pPr marL="318770" marR="5080" indent="-306705">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Under</a:t>
            </a:r>
            <a:r>
              <a:rPr spc="-35"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contract</a:t>
            </a:r>
            <a:r>
              <a:rPr spc="-45" dirty="0">
                <a:solidFill>
                  <a:srgbClr val="3C3C3C"/>
                </a:solidFill>
                <a:latin typeface="Times New Roman"/>
                <a:cs typeface="Times New Roman"/>
              </a:rPr>
              <a:t> </a:t>
            </a:r>
            <a:r>
              <a:rPr dirty="0">
                <a:solidFill>
                  <a:srgbClr val="3C3C3C"/>
                </a:solidFill>
                <a:latin typeface="Times New Roman"/>
                <a:cs typeface="Times New Roman"/>
              </a:rPr>
              <a:t>hire</a:t>
            </a:r>
            <a:r>
              <a:rPr spc="-45" dirty="0">
                <a:solidFill>
                  <a:srgbClr val="3C3C3C"/>
                </a:solidFill>
                <a:latin typeface="Times New Roman"/>
                <a:cs typeface="Times New Roman"/>
              </a:rPr>
              <a:t> </a:t>
            </a:r>
            <a:r>
              <a:rPr dirty="0">
                <a:solidFill>
                  <a:srgbClr val="3C3C3C"/>
                </a:solidFill>
                <a:latin typeface="Times New Roman"/>
                <a:cs typeface="Times New Roman"/>
              </a:rPr>
              <a:t>agreement,</a:t>
            </a:r>
            <a:r>
              <a:rPr spc="-45" dirty="0">
                <a:solidFill>
                  <a:srgbClr val="3C3C3C"/>
                </a:solidFill>
                <a:latin typeface="Times New Roman"/>
                <a:cs typeface="Times New Roman"/>
              </a:rPr>
              <a:t> </a:t>
            </a:r>
            <a:r>
              <a:rPr dirty="0">
                <a:solidFill>
                  <a:srgbClr val="3C3C3C"/>
                </a:solidFill>
                <a:latin typeface="Times New Roman"/>
                <a:cs typeface="Times New Roman"/>
              </a:rPr>
              <a:t>the</a:t>
            </a:r>
            <a:r>
              <a:rPr spc="-35" dirty="0">
                <a:solidFill>
                  <a:srgbClr val="3C3C3C"/>
                </a:solidFill>
                <a:latin typeface="Times New Roman"/>
                <a:cs typeface="Times New Roman"/>
              </a:rPr>
              <a:t> </a:t>
            </a:r>
            <a:r>
              <a:rPr dirty="0">
                <a:solidFill>
                  <a:srgbClr val="3C3C3C"/>
                </a:solidFill>
                <a:latin typeface="Times New Roman"/>
                <a:cs typeface="Times New Roman"/>
              </a:rPr>
              <a:t>supplier</a:t>
            </a:r>
            <a:r>
              <a:rPr spc="-30" dirty="0">
                <a:solidFill>
                  <a:srgbClr val="3C3C3C"/>
                </a:solidFill>
                <a:latin typeface="Times New Roman"/>
                <a:cs typeface="Times New Roman"/>
              </a:rPr>
              <a:t> </a:t>
            </a:r>
            <a:r>
              <a:rPr dirty="0">
                <a:solidFill>
                  <a:srgbClr val="3C3C3C"/>
                </a:solidFill>
                <a:latin typeface="Times New Roman"/>
                <a:cs typeface="Times New Roman"/>
              </a:rPr>
              <a:t>agrees</a:t>
            </a:r>
            <a:r>
              <a:rPr spc="-45" dirty="0">
                <a:solidFill>
                  <a:srgbClr val="3C3C3C"/>
                </a:solidFill>
                <a:latin typeface="Times New Roman"/>
                <a:cs typeface="Times New Roman"/>
              </a:rPr>
              <a:t>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dirty="0">
                <a:solidFill>
                  <a:srgbClr val="3C3C3C"/>
                </a:solidFill>
                <a:latin typeface="Times New Roman"/>
                <a:cs typeface="Times New Roman"/>
              </a:rPr>
              <a:t>provide</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5" dirty="0">
                <a:solidFill>
                  <a:srgbClr val="3C3C3C"/>
                </a:solidFill>
                <a:latin typeface="Times New Roman"/>
                <a:cs typeface="Times New Roman"/>
              </a:rPr>
              <a:t> </a:t>
            </a:r>
            <a:r>
              <a:rPr dirty="0">
                <a:solidFill>
                  <a:srgbClr val="3C3C3C"/>
                </a:solidFill>
                <a:latin typeface="Times New Roman"/>
                <a:cs typeface="Times New Roman"/>
              </a:rPr>
              <a:t>services</a:t>
            </a:r>
            <a:r>
              <a:rPr spc="-40" dirty="0">
                <a:solidFill>
                  <a:srgbClr val="3C3C3C"/>
                </a:solidFill>
                <a:latin typeface="Times New Roman"/>
                <a:cs typeface="Times New Roman"/>
              </a:rPr>
              <a:t> </a:t>
            </a:r>
            <a:r>
              <a:rPr spc="-25" dirty="0">
                <a:solidFill>
                  <a:srgbClr val="3C3C3C"/>
                </a:solidFill>
                <a:latin typeface="Times New Roman"/>
                <a:cs typeface="Times New Roman"/>
              </a:rPr>
              <a:t>of </a:t>
            </a:r>
            <a:r>
              <a:rPr dirty="0">
                <a:solidFill>
                  <a:srgbClr val="3C3C3C"/>
                </a:solidFill>
                <a:latin typeface="Times New Roman"/>
                <a:cs typeface="Times New Roman"/>
              </a:rPr>
              <a:t>one</a:t>
            </a:r>
            <a:r>
              <a:rPr spc="-35" dirty="0">
                <a:solidFill>
                  <a:srgbClr val="3C3C3C"/>
                </a:solidFill>
                <a:latin typeface="Times New Roman"/>
                <a:cs typeface="Times New Roman"/>
              </a:rPr>
              <a:t> </a:t>
            </a:r>
            <a:r>
              <a:rPr dirty="0">
                <a:solidFill>
                  <a:srgbClr val="3C3C3C"/>
                </a:solidFill>
                <a:latin typeface="Times New Roman"/>
                <a:cs typeface="Times New Roman"/>
              </a:rPr>
              <a:t>or</a:t>
            </a:r>
            <a:r>
              <a:rPr spc="-25" dirty="0">
                <a:solidFill>
                  <a:srgbClr val="3C3C3C"/>
                </a:solidFill>
                <a:latin typeface="Times New Roman"/>
                <a:cs typeface="Times New Roman"/>
              </a:rPr>
              <a:t> </a:t>
            </a:r>
            <a:r>
              <a:rPr dirty="0">
                <a:solidFill>
                  <a:srgbClr val="3C3C3C"/>
                </a:solidFill>
                <a:latin typeface="Times New Roman"/>
                <a:cs typeface="Times New Roman"/>
              </a:rPr>
              <a:t>more</a:t>
            </a:r>
            <a:r>
              <a:rPr spc="-40" dirty="0">
                <a:solidFill>
                  <a:srgbClr val="3C3C3C"/>
                </a:solidFill>
                <a:latin typeface="Times New Roman"/>
                <a:cs typeface="Times New Roman"/>
              </a:rPr>
              <a:t> </a:t>
            </a:r>
            <a:r>
              <a:rPr dirty="0">
                <a:solidFill>
                  <a:srgbClr val="3C3C3C"/>
                </a:solidFill>
                <a:latin typeface="Times New Roman"/>
                <a:cs typeface="Times New Roman"/>
              </a:rPr>
              <a:t>staff</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dirty="0">
                <a:solidFill>
                  <a:srgbClr val="3C3C3C"/>
                </a:solidFill>
                <a:latin typeface="Times New Roman"/>
                <a:cs typeface="Times New Roman"/>
              </a:rPr>
              <a:t>work</a:t>
            </a:r>
            <a:r>
              <a:rPr spc="-25" dirty="0">
                <a:solidFill>
                  <a:srgbClr val="3C3C3C"/>
                </a:solidFill>
                <a:latin typeface="Times New Roman"/>
                <a:cs typeface="Times New Roman"/>
              </a:rPr>
              <a:t> </a:t>
            </a:r>
            <a:r>
              <a:rPr dirty="0">
                <a:solidFill>
                  <a:srgbClr val="3C3C3C"/>
                </a:solidFill>
                <a:latin typeface="Times New Roman"/>
                <a:cs typeface="Times New Roman"/>
              </a:rPr>
              <a:t>for</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client;</a:t>
            </a:r>
            <a:r>
              <a:rPr spc="-45"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staff</a:t>
            </a:r>
            <a:r>
              <a:rPr spc="-30" dirty="0">
                <a:solidFill>
                  <a:srgbClr val="3C3C3C"/>
                </a:solidFill>
                <a:latin typeface="Times New Roman"/>
                <a:cs typeface="Times New Roman"/>
              </a:rPr>
              <a:t> </a:t>
            </a:r>
            <a:r>
              <a:rPr dirty="0">
                <a:solidFill>
                  <a:srgbClr val="3C3C3C"/>
                </a:solidFill>
                <a:latin typeface="Times New Roman"/>
                <a:cs typeface="Times New Roman"/>
              </a:rPr>
              <a:t>work</a:t>
            </a:r>
            <a:r>
              <a:rPr spc="-25" dirty="0">
                <a:solidFill>
                  <a:srgbClr val="3C3C3C"/>
                </a:solidFill>
                <a:latin typeface="Times New Roman"/>
                <a:cs typeface="Times New Roman"/>
              </a:rPr>
              <a:t> </a:t>
            </a:r>
            <a:r>
              <a:rPr dirty="0">
                <a:solidFill>
                  <a:srgbClr val="3C3C3C"/>
                </a:solidFill>
                <a:latin typeface="Times New Roman"/>
                <a:cs typeface="Times New Roman"/>
              </a:rPr>
              <a:t>under</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direction</a:t>
            </a:r>
            <a:r>
              <a:rPr spc="-45" dirty="0">
                <a:solidFill>
                  <a:srgbClr val="3C3C3C"/>
                </a:solidFill>
                <a:latin typeface="Times New Roman"/>
                <a:cs typeface="Times New Roman"/>
              </a:rPr>
              <a:t> </a:t>
            </a:r>
            <a:r>
              <a:rPr dirty="0">
                <a:solidFill>
                  <a:srgbClr val="3C3C3C"/>
                </a:solidFill>
                <a:latin typeface="Times New Roman"/>
                <a:cs typeface="Times New Roman"/>
              </a:rPr>
              <a:t>of</a:t>
            </a:r>
            <a:r>
              <a:rPr spc="-30" dirty="0">
                <a:solidFill>
                  <a:srgbClr val="3C3C3C"/>
                </a:solidFill>
                <a:latin typeface="Times New Roman"/>
                <a:cs typeface="Times New Roman"/>
              </a:rPr>
              <a:t> </a:t>
            </a:r>
            <a:r>
              <a:rPr spc="-25" dirty="0">
                <a:solidFill>
                  <a:srgbClr val="3C3C3C"/>
                </a:solidFill>
                <a:latin typeface="Times New Roman"/>
                <a:cs typeface="Times New Roman"/>
              </a:rPr>
              <a:t>the </a:t>
            </a:r>
            <a:r>
              <a:rPr dirty="0">
                <a:solidFill>
                  <a:srgbClr val="3C3C3C"/>
                </a:solidFill>
                <a:latin typeface="Times New Roman"/>
                <a:cs typeface="Times New Roman"/>
              </a:rPr>
              <a:t>client</a:t>
            </a:r>
            <a:r>
              <a:rPr spc="-30" dirty="0">
                <a:solidFill>
                  <a:srgbClr val="3C3C3C"/>
                </a:solidFill>
                <a:latin typeface="Times New Roman"/>
                <a:cs typeface="Times New Roman"/>
              </a:rPr>
              <a:t> </a:t>
            </a:r>
            <a:r>
              <a:rPr dirty="0">
                <a:solidFill>
                  <a:srgbClr val="3C3C3C"/>
                </a:solidFill>
                <a:latin typeface="Times New Roman"/>
                <a:cs typeface="Times New Roman"/>
              </a:rPr>
              <a:t>and</a:t>
            </a:r>
            <a:r>
              <a:rPr spc="-1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supplier’s</a:t>
            </a:r>
            <a:r>
              <a:rPr spc="-35" dirty="0">
                <a:solidFill>
                  <a:srgbClr val="3C3C3C"/>
                </a:solidFill>
                <a:latin typeface="Times New Roman"/>
                <a:cs typeface="Times New Roman"/>
              </a:rPr>
              <a:t> </a:t>
            </a:r>
            <a:r>
              <a:rPr dirty="0">
                <a:solidFill>
                  <a:srgbClr val="3C3C3C"/>
                </a:solidFill>
                <a:latin typeface="Times New Roman"/>
                <a:cs typeface="Times New Roman"/>
              </a:rPr>
              <a:t>responsibility</a:t>
            </a:r>
            <a:r>
              <a:rPr spc="-35" dirty="0">
                <a:solidFill>
                  <a:srgbClr val="3C3C3C"/>
                </a:solidFill>
                <a:latin typeface="Times New Roman"/>
                <a:cs typeface="Times New Roman"/>
              </a:rPr>
              <a:t> </a:t>
            </a:r>
            <a:r>
              <a:rPr dirty="0">
                <a:solidFill>
                  <a:srgbClr val="3C3C3C"/>
                </a:solidFill>
                <a:latin typeface="Times New Roman"/>
                <a:cs typeface="Times New Roman"/>
              </a:rPr>
              <a:t>is</a:t>
            </a:r>
            <a:r>
              <a:rPr spc="-15" dirty="0">
                <a:solidFill>
                  <a:srgbClr val="3C3C3C"/>
                </a:solidFill>
                <a:latin typeface="Times New Roman"/>
                <a:cs typeface="Times New Roman"/>
              </a:rPr>
              <a:t> </a:t>
            </a:r>
            <a:r>
              <a:rPr dirty="0">
                <a:solidFill>
                  <a:srgbClr val="3C3C3C"/>
                </a:solidFill>
                <a:latin typeface="Times New Roman"/>
                <a:cs typeface="Times New Roman"/>
              </a:rPr>
              <a:t>limited</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10" dirty="0">
                <a:solidFill>
                  <a:srgbClr val="3C3C3C"/>
                </a:solidFill>
                <a:latin typeface="Times New Roman"/>
                <a:cs typeface="Times New Roman"/>
              </a:rPr>
              <a:t> </a:t>
            </a:r>
            <a:r>
              <a:rPr dirty="0">
                <a:solidFill>
                  <a:srgbClr val="3C3C3C"/>
                </a:solidFill>
                <a:latin typeface="Times New Roman"/>
                <a:cs typeface="Times New Roman"/>
              </a:rPr>
              <a:t>providing</a:t>
            </a:r>
            <a:r>
              <a:rPr spc="-35" dirty="0">
                <a:solidFill>
                  <a:srgbClr val="3C3C3C"/>
                </a:solidFill>
                <a:latin typeface="Times New Roman"/>
                <a:cs typeface="Times New Roman"/>
              </a:rPr>
              <a:t> </a:t>
            </a:r>
            <a:r>
              <a:rPr dirty="0">
                <a:solidFill>
                  <a:srgbClr val="3C3C3C"/>
                </a:solidFill>
                <a:latin typeface="Times New Roman"/>
                <a:cs typeface="Times New Roman"/>
              </a:rPr>
              <a:t>suitably</a:t>
            </a:r>
            <a:r>
              <a:rPr spc="-25" dirty="0">
                <a:solidFill>
                  <a:srgbClr val="3C3C3C"/>
                </a:solidFill>
                <a:latin typeface="Times New Roman"/>
                <a:cs typeface="Times New Roman"/>
              </a:rPr>
              <a:t> </a:t>
            </a:r>
            <a:r>
              <a:rPr spc="-10" dirty="0">
                <a:solidFill>
                  <a:srgbClr val="3C3C3C"/>
                </a:solidFill>
                <a:latin typeface="Times New Roman"/>
                <a:cs typeface="Times New Roman"/>
              </a:rPr>
              <a:t>competent </a:t>
            </a:r>
            <a:r>
              <a:rPr dirty="0">
                <a:solidFill>
                  <a:srgbClr val="3C3C3C"/>
                </a:solidFill>
                <a:latin typeface="Times New Roman"/>
                <a:cs typeface="Times New Roman"/>
              </a:rPr>
              <a:t>people</a:t>
            </a:r>
            <a:r>
              <a:rPr spc="-50" dirty="0">
                <a:solidFill>
                  <a:srgbClr val="3C3C3C"/>
                </a:solidFill>
                <a:latin typeface="Times New Roman"/>
                <a:cs typeface="Times New Roman"/>
              </a:rPr>
              <a:t> </a:t>
            </a:r>
            <a:r>
              <a:rPr dirty="0">
                <a:solidFill>
                  <a:srgbClr val="3C3C3C"/>
                </a:solidFill>
                <a:latin typeface="Times New Roman"/>
                <a:cs typeface="Times New Roman"/>
              </a:rPr>
              <a:t>and</a:t>
            </a:r>
            <a:r>
              <a:rPr spc="-20" dirty="0">
                <a:solidFill>
                  <a:srgbClr val="3C3C3C"/>
                </a:solidFill>
                <a:latin typeface="Times New Roman"/>
                <a:cs typeface="Times New Roman"/>
              </a:rPr>
              <a:t> </a:t>
            </a:r>
            <a:r>
              <a:rPr dirty="0">
                <a:solidFill>
                  <a:srgbClr val="3C3C3C"/>
                </a:solidFill>
                <a:latin typeface="Times New Roman"/>
                <a:cs typeface="Times New Roman"/>
              </a:rPr>
              <a:t>replacing</a:t>
            </a:r>
            <a:r>
              <a:rPr spc="-50" dirty="0">
                <a:solidFill>
                  <a:srgbClr val="3C3C3C"/>
                </a:solidFill>
                <a:latin typeface="Times New Roman"/>
                <a:cs typeface="Times New Roman"/>
              </a:rPr>
              <a:t> </a:t>
            </a:r>
            <a:r>
              <a:rPr dirty="0">
                <a:solidFill>
                  <a:srgbClr val="3C3C3C"/>
                </a:solidFill>
                <a:latin typeface="Times New Roman"/>
                <a:cs typeface="Times New Roman"/>
              </a:rPr>
              <a:t>them</a:t>
            </a:r>
            <a:r>
              <a:rPr spc="-40" dirty="0">
                <a:solidFill>
                  <a:srgbClr val="3C3C3C"/>
                </a:solidFill>
                <a:latin typeface="Times New Roman"/>
                <a:cs typeface="Times New Roman"/>
              </a:rPr>
              <a:t> </a:t>
            </a:r>
            <a:r>
              <a:rPr dirty="0">
                <a:solidFill>
                  <a:srgbClr val="3C3C3C"/>
                </a:solidFill>
                <a:latin typeface="Times New Roman"/>
                <a:cs typeface="Times New Roman"/>
              </a:rPr>
              <a:t>if</a:t>
            </a:r>
            <a:r>
              <a:rPr spc="-30" dirty="0">
                <a:solidFill>
                  <a:srgbClr val="3C3C3C"/>
                </a:solidFill>
                <a:latin typeface="Times New Roman"/>
                <a:cs typeface="Times New Roman"/>
              </a:rPr>
              <a:t> </a:t>
            </a:r>
            <a:r>
              <a:rPr dirty="0">
                <a:solidFill>
                  <a:srgbClr val="3C3C3C"/>
                </a:solidFill>
                <a:latin typeface="Times New Roman"/>
                <a:cs typeface="Times New Roman"/>
              </a:rPr>
              <a:t>they</a:t>
            </a:r>
            <a:r>
              <a:rPr spc="-40" dirty="0">
                <a:solidFill>
                  <a:srgbClr val="3C3C3C"/>
                </a:solidFill>
                <a:latin typeface="Times New Roman"/>
                <a:cs typeface="Times New Roman"/>
              </a:rPr>
              <a:t> </a:t>
            </a:r>
            <a:r>
              <a:rPr dirty="0">
                <a:solidFill>
                  <a:srgbClr val="3C3C3C"/>
                </a:solidFill>
                <a:latin typeface="Times New Roman"/>
                <a:cs typeface="Times New Roman"/>
              </a:rPr>
              <a:t>become</a:t>
            </a:r>
            <a:r>
              <a:rPr spc="-35" dirty="0">
                <a:solidFill>
                  <a:srgbClr val="3C3C3C"/>
                </a:solidFill>
                <a:latin typeface="Times New Roman"/>
                <a:cs typeface="Times New Roman"/>
              </a:rPr>
              <a:t> </a:t>
            </a:r>
            <a:r>
              <a:rPr dirty="0">
                <a:solidFill>
                  <a:srgbClr val="3C3C3C"/>
                </a:solidFill>
                <a:latin typeface="Times New Roman"/>
                <a:cs typeface="Times New Roman"/>
              </a:rPr>
              <a:t>unavailable</a:t>
            </a:r>
            <a:r>
              <a:rPr spc="-60" dirty="0">
                <a:solidFill>
                  <a:srgbClr val="3C3C3C"/>
                </a:solidFill>
                <a:latin typeface="Times New Roman"/>
                <a:cs typeface="Times New Roman"/>
              </a:rPr>
              <a:t> </a:t>
            </a:r>
            <a:r>
              <a:rPr dirty="0">
                <a:solidFill>
                  <a:srgbClr val="3C3C3C"/>
                </a:solidFill>
                <a:latin typeface="Times New Roman"/>
                <a:cs typeface="Times New Roman"/>
              </a:rPr>
              <a:t>or</a:t>
            </a:r>
            <a:r>
              <a:rPr spc="-25" dirty="0">
                <a:solidFill>
                  <a:srgbClr val="3C3C3C"/>
                </a:solidFill>
                <a:latin typeface="Times New Roman"/>
                <a:cs typeface="Times New Roman"/>
              </a:rPr>
              <a:t> </a:t>
            </a:r>
            <a:r>
              <a:rPr dirty="0">
                <a:solidFill>
                  <a:srgbClr val="3C3C3C"/>
                </a:solidFill>
                <a:latin typeface="Times New Roman"/>
                <a:cs typeface="Times New Roman"/>
              </a:rPr>
              <a:t>are</a:t>
            </a:r>
            <a:r>
              <a:rPr spc="-35" dirty="0">
                <a:solidFill>
                  <a:srgbClr val="3C3C3C"/>
                </a:solidFill>
                <a:latin typeface="Times New Roman"/>
                <a:cs typeface="Times New Roman"/>
              </a:rPr>
              <a:t> </a:t>
            </a:r>
            <a:r>
              <a:rPr dirty="0">
                <a:solidFill>
                  <a:srgbClr val="3C3C3C"/>
                </a:solidFill>
                <a:latin typeface="Times New Roman"/>
                <a:cs typeface="Times New Roman"/>
              </a:rPr>
              <a:t>adjudged</a:t>
            </a:r>
            <a:r>
              <a:rPr spc="-45" dirty="0">
                <a:solidFill>
                  <a:srgbClr val="3C3C3C"/>
                </a:solidFill>
                <a:latin typeface="Times New Roman"/>
                <a:cs typeface="Times New Roman"/>
              </a:rPr>
              <a:t> </a:t>
            </a:r>
            <a:r>
              <a:rPr spc="-10" dirty="0">
                <a:solidFill>
                  <a:srgbClr val="3C3C3C"/>
                </a:solidFill>
                <a:latin typeface="Times New Roman"/>
                <a:cs typeface="Times New Roman"/>
              </a:rPr>
              <a:t>unsuitable </a:t>
            </a:r>
            <a:r>
              <a:rPr dirty="0">
                <a:solidFill>
                  <a:srgbClr val="3C3C3C"/>
                </a:solidFill>
                <a:latin typeface="Times New Roman"/>
                <a:cs typeface="Times New Roman"/>
              </a:rPr>
              <a:t>by</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client.</a:t>
            </a:r>
            <a:r>
              <a:rPr spc="-25" dirty="0">
                <a:solidFill>
                  <a:srgbClr val="3C3C3C"/>
                </a:solidFill>
                <a:latin typeface="Times New Roman"/>
                <a:cs typeface="Times New Roman"/>
              </a:rPr>
              <a:t> </a:t>
            </a:r>
            <a:r>
              <a:rPr dirty="0">
                <a:solidFill>
                  <a:srgbClr val="3C3C3C"/>
                </a:solidFill>
                <a:latin typeface="Times New Roman"/>
                <a:cs typeface="Times New Roman"/>
              </a:rPr>
              <a:t>Payment</a:t>
            </a:r>
            <a:r>
              <a:rPr spc="-40" dirty="0">
                <a:solidFill>
                  <a:srgbClr val="3C3C3C"/>
                </a:solidFill>
                <a:latin typeface="Times New Roman"/>
                <a:cs typeface="Times New Roman"/>
              </a:rPr>
              <a:t> </a:t>
            </a:r>
            <a:r>
              <a:rPr dirty="0">
                <a:solidFill>
                  <a:srgbClr val="3C3C3C"/>
                </a:solidFill>
                <a:latin typeface="Times New Roman"/>
                <a:cs typeface="Times New Roman"/>
              </a:rPr>
              <a:t>is on</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dirty="0">
                <a:solidFill>
                  <a:srgbClr val="3C3C3C"/>
                </a:solidFill>
                <a:latin typeface="Times New Roman"/>
                <a:cs typeface="Times New Roman"/>
              </a:rPr>
              <a:t>basis</a:t>
            </a:r>
            <a:r>
              <a:rPr spc="-1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fixed</a:t>
            </a:r>
            <a:r>
              <a:rPr spc="-25" dirty="0">
                <a:solidFill>
                  <a:srgbClr val="3C3C3C"/>
                </a:solidFill>
                <a:latin typeface="Times New Roman"/>
                <a:cs typeface="Times New Roman"/>
              </a:rPr>
              <a:t> </a:t>
            </a:r>
            <a:r>
              <a:rPr dirty="0">
                <a:solidFill>
                  <a:srgbClr val="3C3C3C"/>
                </a:solidFill>
                <a:latin typeface="Times New Roman"/>
                <a:cs typeface="Times New Roman"/>
              </a:rPr>
              <a:t>rate</a:t>
            </a:r>
            <a:r>
              <a:rPr spc="-15" dirty="0">
                <a:solidFill>
                  <a:srgbClr val="3C3C3C"/>
                </a:solidFill>
                <a:latin typeface="Times New Roman"/>
                <a:cs typeface="Times New Roman"/>
              </a:rPr>
              <a:t> </a:t>
            </a:r>
            <a:r>
              <a:rPr dirty="0">
                <a:solidFill>
                  <a:srgbClr val="3C3C3C"/>
                </a:solidFill>
                <a:latin typeface="Times New Roman"/>
                <a:cs typeface="Times New Roman"/>
              </a:rPr>
              <a:t>for</a:t>
            </a:r>
            <a:r>
              <a:rPr spc="-25" dirty="0">
                <a:solidFill>
                  <a:srgbClr val="3C3C3C"/>
                </a:solidFill>
                <a:latin typeface="Times New Roman"/>
                <a:cs typeface="Times New Roman"/>
              </a:rPr>
              <a:t> </a:t>
            </a:r>
            <a:r>
              <a:rPr dirty="0">
                <a:solidFill>
                  <a:srgbClr val="3C3C3C"/>
                </a:solidFill>
                <a:latin typeface="Times New Roman"/>
                <a:cs typeface="Times New Roman"/>
              </a:rPr>
              <a:t>each</a:t>
            </a:r>
            <a:r>
              <a:rPr spc="-15" dirty="0">
                <a:solidFill>
                  <a:srgbClr val="3C3C3C"/>
                </a:solidFill>
                <a:latin typeface="Times New Roman"/>
                <a:cs typeface="Times New Roman"/>
              </a:rPr>
              <a:t> </a:t>
            </a:r>
            <a:r>
              <a:rPr dirty="0">
                <a:solidFill>
                  <a:srgbClr val="3C3C3C"/>
                </a:solidFill>
                <a:latin typeface="Times New Roman"/>
                <a:cs typeface="Times New Roman"/>
              </a:rPr>
              <a:t>man</a:t>
            </a:r>
            <a:r>
              <a:rPr spc="-15" dirty="0">
                <a:solidFill>
                  <a:srgbClr val="3C3C3C"/>
                </a:solidFill>
                <a:latin typeface="Times New Roman"/>
                <a:cs typeface="Times New Roman"/>
              </a:rPr>
              <a:t> </a:t>
            </a:r>
            <a:r>
              <a:rPr dirty="0">
                <a:solidFill>
                  <a:srgbClr val="3C3C3C"/>
                </a:solidFill>
                <a:latin typeface="Times New Roman"/>
                <a:cs typeface="Times New Roman"/>
              </a:rPr>
              <a:t>day</a:t>
            </a:r>
            <a:r>
              <a:rPr spc="-10" dirty="0">
                <a:solidFill>
                  <a:srgbClr val="3C3C3C"/>
                </a:solidFill>
                <a:latin typeface="Times New Roman"/>
                <a:cs typeface="Times New Roman"/>
              </a:rPr>
              <a:t> worked; </a:t>
            </a:r>
            <a:r>
              <a:rPr dirty="0">
                <a:solidFill>
                  <a:srgbClr val="3C3C3C"/>
                </a:solidFill>
                <a:latin typeface="Times New Roman"/>
                <a:cs typeface="Times New Roman"/>
              </a:rPr>
              <a:t>the</a:t>
            </a:r>
            <a:r>
              <a:rPr spc="-5" dirty="0">
                <a:solidFill>
                  <a:srgbClr val="3C3C3C"/>
                </a:solidFill>
                <a:latin typeface="Times New Roman"/>
                <a:cs typeface="Times New Roman"/>
              </a:rPr>
              <a:t> </a:t>
            </a:r>
            <a:r>
              <a:rPr dirty="0">
                <a:solidFill>
                  <a:srgbClr val="3C3C3C"/>
                </a:solidFill>
                <a:latin typeface="Times New Roman"/>
                <a:cs typeface="Times New Roman"/>
              </a:rPr>
              <a:t>rate</a:t>
            </a:r>
            <a:r>
              <a:rPr spc="-20" dirty="0">
                <a:solidFill>
                  <a:srgbClr val="3C3C3C"/>
                </a:solidFill>
                <a:latin typeface="Times New Roman"/>
                <a:cs typeface="Times New Roman"/>
              </a:rPr>
              <a:t> </a:t>
            </a:r>
            <a:r>
              <a:rPr dirty="0">
                <a:solidFill>
                  <a:srgbClr val="3C3C3C"/>
                </a:solidFill>
                <a:latin typeface="Times New Roman"/>
                <a:cs typeface="Times New Roman"/>
              </a:rPr>
              <a:t>depends</a:t>
            </a:r>
            <a:r>
              <a:rPr spc="-5" dirty="0">
                <a:solidFill>
                  <a:srgbClr val="3C3C3C"/>
                </a:solidFill>
                <a:latin typeface="Times New Roman"/>
                <a:cs typeface="Times New Roman"/>
              </a:rPr>
              <a:t> </a:t>
            </a:r>
            <a:r>
              <a:rPr dirty="0">
                <a:solidFill>
                  <a:srgbClr val="3C3C3C"/>
                </a:solidFill>
                <a:latin typeface="Times New Roman"/>
                <a:cs typeface="Times New Roman"/>
              </a:rPr>
              <a:t>on the experience</a:t>
            </a:r>
            <a:r>
              <a:rPr spc="-5" dirty="0">
                <a:solidFill>
                  <a:srgbClr val="3C3C3C"/>
                </a:solidFill>
                <a:latin typeface="Times New Roman"/>
                <a:cs typeface="Times New Roman"/>
              </a:rPr>
              <a:t> </a:t>
            </a:r>
            <a:r>
              <a:rPr dirty="0">
                <a:solidFill>
                  <a:srgbClr val="3C3C3C"/>
                </a:solidFill>
                <a:latin typeface="Times New Roman"/>
                <a:cs typeface="Times New Roman"/>
              </a:rPr>
              <a:t>and</a:t>
            </a:r>
            <a:r>
              <a:rPr spc="5" dirty="0">
                <a:solidFill>
                  <a:srgbClr val="3C3C3C"/>
                </a:solidFill>
                <a:latin typeface="Times New Roman"/>
                <a:cs typeface="Times New Roman"/>
              </a:rPr>
              <a:t> </a:t>
            </a:r>
            <a:r>
              <a:rPr dirty="0">
                <a:solidFill>
                  <a:srgbClr val="3C3C3C"/>
                </a:solidFill>
                <a:latin typeface="Times New Roman"/>
                <a:cs typeface="Times New Roman"/>
              </a:rPr>
              <a:t>qualifications</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5" dirty="0">
                <a:solidFill>
                  <a:srgbClr val="3C3C3C"/>
                </a:solidFill>
                <a:latin typeface="Times New Roman"/>
                <a:cs typeface="Times New Roman"/>
              </a:rPr>
              <a:t> </a:t>
            </a:r>
            <a:r>
              <a:rPr dirty="0">
                <a:solidFill>
                  <a:srgbClr val="3C3C3C"/>
                </a:solidFill>
                <a:latin typeface="Times New Roman"/>
                <a:cs typeface="Times New Roman"/>
              </a:rPr>
              <a:t>the</a:t>
            </a:r>
            <a:r>
              <a:rPr spc="-5" dirty="0">
                <a:solidFill>
                  <a:srgbClr val="3C3C3C"/>
                </a:solidFill>
                <a:latin typeface="Times New Roman"/>
                <a:cs typeface="Times New Roman"/>
              </a:rPr>
              <a:t> </a:t>
            </a:r>
            <a:r>
              <a:rPr spc="-10" dirty="0">
                <a:solidFill>
                  <a:srgbClr val="3C3C3C"/>
                </a:solidFill>
                <a:latin typeface="Times New Roman"/>
                <a:cs typeface="Times New Roman"/>
              </a:rPr>
              <a:t>staff.</a:t>
            </a:r>
            <a:endParaRPr dirty="0">
              <a:latin typeface="Times New Roman"/>
              <a:cs typeface="Times New Roman"/>
            </a:endParaRPr>
          </a:p>
        </p:txBody>
      </p:sp>
    </p:spTree>
    <p:extLst>
      <p:ext uri="{BB962C8B-B14F-4D97-AF65-F5344CB8AC3E}">
        <p14:creationId xmlns:p14="http://schemas.microsoft.com/office/powerpoint/2010/main" val="2777108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57400" y="2438400"/>
            <a:ext cx="8239125" cy="3505200"/>
          </a:xfrm>
          <a:custGeom>
            <a:avLst/>
            <a:gdLst/>
            <a:ahLst/>
            <a:cxnLst/>
            <a:rect l="l" t="t" r="r" b="b"/>
            <a:pathLst>
              <a:path w="8239125" h="1259205">
                <a:moveTo>
                  <a:pt x="8238744" y="0"/>
                </a:moveTo>
                <a:lnTo>
                  <a:pt x="0" y="0"/>
                </a:lnTo>
                <a:lnTo>
                  <a:pt x="0" y="1258824"/>
                </a:lnTo>
                <a:lnTo>
                  <a:pt x="8238744" y="1258824"/>
                </a:lnTo>
                <a:lnTo>
                  <a:pt x="8238744" y="0"/>
                </a:lnTo>
                <a:close/>
              </a:path>
            </a:pathLst>
          </a:custGeom>
          <a:solidFill>
            <a:srgbClr val="4D1334"/>
          </a:solidFill>
        </p:spPr>
        <p:txBody>
          <a:bodyPr wrap="square" lIns="0" tIns="0" rIns="0" bIns="0" rtlCol="0"/>
          <a:lstStyle/>
          <a:p>
            <a:endParaRPr/>
          </a:p>
        </p:txBody>
      </p:sp>
      <p:sp>
        <p:nvSpPr>
          <p:cNvPr id="3" name="object 3"/>
          <p:cNvSpPr txBox="1">
            <a:spLocks noGrp="1"/>
          </p:cNvSpPr>
          <p:nvPr>
            <p:ph type="title"/>
          </p:nvPr>
        </p:nvSpPr>
        <p:spPr>
          <a:xfrm>
            <a:off x="4714494" y="3960846"/>
            <a:ext cx="4353306" cy="444352"/>
          </a:xfrm>
          <a:prstGeom prst="rect">
            <a:avLst/>
          </a:prstGeom>
        </p:spPr>
        <p:txBody>
          <a:bodyPr vert="horz" wrap="square" lIns="0" tIns="13335" rIns="0" bIns="0" rtlCol="0" anchor="b">
            <a:spAutoFit/>
          </a:bodyPr>
          <a:lstStyle/>
          <a:p>
            <a:pPr marL="12700" marR="5080" indent="80645">
              <a:spcBef>
                <a:spcPts val="105"/>
              </a:spcBef>
            </a:pPr>
            <a:r>
              <a:rPr dirty="0"/>
              <a:t>TIMES</a:t>
            </a:r>
            <a:r>
              <a:rPr spc="-190" dirty="0"/>
              <a:t> </a:t>
            </a:r>
            <a:r>
              <a:rPr spc="-25" dirty="0"/>
              <a:t>AND </a:t>
            </a:r>
            <a:r>
              <a:rPr spc="-40" dirty="0"/>
              <a:t>MATERIALS</a:t>
            </a:r>
          </a:p>
        </p:txBody>
      </p:sp>
    </p:spTree>
    <p:extLst>
      <p:ext uri="{BB962C8B-B14F-4D97-AF65-F5344CB8AC3E}">
        <p14:creationId xmlns:p14="http://schemas.microsoft.com/office/powerpoint/2010/main" val="4216854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spc="-25" dirty="0">
                          <a:solidFill>
                            <a:srgbClr val="FFFFFF"/>
                          </a:solidFill>
                          <a:latin typeface="Times New Roman"/>
                          <a:cs typeface="Times New Roman"/>
                        </a:rPr>
                        <a:t>TIMES</a:t>
                      </a:r>
                      <a:r>
                        <a:rPr sz="2800" b="1" spc="-175" dirty="0">
                          <a:solidFill>
                            <a:srgbClr val="FFFFFF"/>
                          </a:solidFill>
                          <a:latin typeface="Times New Roman"/>
                          <a:cs typeface="Times New Roman"/>
                        </a:rPr>
                        <a:t> </a:t>
                      </a:r>
                      <a:r>
                        <a:rPr sz="2800" b="1" dirty="0">
                          <a:solidFill>
                            <a:srgbClr val="FFFFFF"/>
                          </a:solidFill>
                          <a:latin typeface="Times New Roman"/>
                          <a:cs typeface="Times New Roman"/>
                        </a:rPr>
                        <a:t>AND</a:t>
                      </a:r>
                      <a:r>
                        <a:rPr sz="2800" b="1" spc="-5" dirty="0">
                          <a:solidFill>
                            <a:srgbClr val="FFFFFF"/>
                          </a:solidFill>
                          <a:latin typeface="Times New Roman"/>
                          <a:cs typeface="Times New Roman"/>
                        </a:rPr>
                        <a:t> </a:t>
                      </a:r>
                      <a:r>
                        <a:rPr sz="2800" b="1" spc="-10" dirty="0">
                          <a:solidFill>
                            <a:srgbClr val="FFFFFF"/>
                          </a:solidFill>
                          <a:latin typeface="Times New Roman"/>
                          <a:cs typeface="Times New Roman"/>
                        </a:rPr>
                        <a:t>MATERIALS</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0" y="2786254"/>
            <a:ext cx="7569200" cy="1397635"/>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A</a:t>
            </a:r>
            <a:r>
              <a:rPr spc="-114" dirty="0">
                <a:solidFill>
                  <a:srgbClr val="3C3C3C"/>
                </a:solidFill>
                <a:latin typeface="Times New Roman"/>
                <a:cs typeface="Times New Roman"/>
              </a:rPr>
              <a:t> </a:t>
            </a:r>
            <a:r>
              <a:rPr dirty="0">
                <a:solidFill>
                  <a:srgbClr val="3C3C3C"/>
                </a:solidFill>
                <a:latin typeface="Times New Roman"/>
                <a:cs typeface="Times New Roman"/>
              </a:rPr>
              <a:t>time</a:t>
            </a:r>
            <a:r>
              <a:rPr spc="-35" dirty="0">
                <a:solidFill>
                  <a:srgbClr val="3C3C3C"/>
                </a:solidFill>
                <a:latin typeface="Times New Roman"/>
                <a:cs typeface="Times New Roman"/>
              </a:rPr>
              <a:t> </a:t>
            </a:r>
            <a:r>
              <a:rPr dirty="0">
                <a:solidFill>
                  <a:srgbClr val="3C3C3C"/>
                </a:solidFill>
                <a:latin typeface="Times New Roman"/>
                <a:cs typeface="Times New Roman"/>
              </a:rPr>
              <a:t>and</a:t>
            </a:r>
            <a:r>
              <a:rPr spc="-30" dirty="0">
                <a:solidFill>
                  <a:srgbClr val="3C3C3C"/>
                </a:solidFill>
                <a:latin typeface="Times New Roman"/>
                <a:cs typeface="Times New Roman"/>
              </a:rPr>
              <a:t> </a:t>
            </a:r>
            <a:r>
              <a:rPr dirty="0">
                <a:solidFill>
                  <a:srgbClr val="3C3C3C"/>
                </a:solidFill>
                <a:latin typeface="Times New Roman"/>
                <a:cs typeface="Times New Roman"/>
              </a:rPr>
              <a:t>materials</a:t>
            </a:r>
            <a:r>
              <a:rPr spc="-55" dirty="0">
                <a:solidFill>
                  <a:srgbClr val="3C3C3C"/>
                </a:solidFill>
                <a:latin typeface="Times New Roman"/>
                <a:cs typeface="Times New Roman"/>
              </a:rPr>
              <a:t> </a:t>
            </a:r>
            <a:r>
              <a:rPr dirty="0">
                <a:solidFill>
                  <a:srgbClr val="3C3C3C"/>
                </a:solidFill>
                <a:latin typeface="Times New Roman"/>
                <a:cs typeface="Times New Roman"/>
              </a:rPr>
              <a:t>contract</a:t>
            </a:r>
            <a:r>
              <a:rPr spc="-45" dirty="0">
                <a:solidFill>
                  <a:srgbClr val="3C3C3C"/>
                </a:solidFill>
                <a:latin typeface="Times New Roman"/>
                <a:cs typeface="Times New Roman"/>
              </a:rPr>
              <a:t> </a:t>
            </a:r>
            <a:r>
              <a:rPr dirty="0">
                <a:solidFill>
                  <a:srgbClr val="3C3C3C"/>
                </a:solidFill>
                <a:latin typeface="Times New Roman"/>
                <a:cs typeface="Times New Roman"/>
              </a:rPr>
              <a:t>(often</a:t>
            </a:r>
            <a:r>
              <a:rPr spc="-40" dirty="0">
                <a:solidFill>
                  <a:srgbClr val="3C3C3C"/>
                </a:solidFill>
                <a:latin typeface="Times New Roman"/>
                <a:cs typeface="Times New Roman"/>
              </a:rPr>
              <a:t> </a:t>
            </a:r>
            <a:r>
              <a:rPr dirty="0">
                <a:solidFill>
                  <a:srgbClr val="3C3C3C"/>
                </a:solidFill>
                <a:latin typeface="Times New Roman"/>
                <a:cs typeface="Times New Roman"/>
              </a:rPr>
              <a:t>referred</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dirty="0">
                <a:solidFill>
                  <a:srgbClr val="3C3C3C"/>
                </a:solidFill>
                <a:latin typeface="Times New Roman"/>
                <a:cs typeface="Times New Roman"/>
              </a:rPr>
              <a:t>as</a:t>
            </a:r>
            <a:r>
              <a:rPr spc="-40" dirty="0">
                <a:solidFill>
                  <a:srgbClr val="3C3C3C"/>
                </a:solidFill>
                <a:latin typeface="Times New Roman"/>
                <a:cs typeface="Times New Roman"/>
              </a:rPr>
              <a:t> </a:t>
            </a:r>
            <a:r>
              <a:rPr dirty="0">
                <a:solidFill>
                  <a:srgbClr val="3C3C3C"/>
                </a:solidFill>
                <a:latin typeface="Times New Roman"/>
                <a:cs typeface="Times New Roman"/>
              </a:rPr>
              <a:t>a</a:t>
            </a:r>
            <a:r>
              <a:rPr spc="-30" dirty="0">
                <a:solidFill>
                  <a:srgbClr val="3C3C3C"/>
                </a:solidFill>
                <a:latin typeface="Times New Roman"/>
                <a:cs typeface="Times New Roman"/>
              </a:rPr>
              <a:t> </a:t>
            </a:r>
            <a:r>
              <a:rPr dirty="0">
                <a:solidFill>
                  <a:srgbClr val="3C3C3C"/>
                </a:solidFill>
                <a:latin typeface="Times New Roman"/>
                <a:cs typeface="Times New Roman"/>
              </a:rPr>
              <a:t>“cost</a:t>
            </a:r>
            <a:r>
              <a:rPr spc="-25" dirty="0">
                <a:solidFill>
                  <a:srgbClr val="3C3C3C"/>
                </a:solidFill>
                <a:latin typeface="Times New Roman"/>
                <a:cs typeface="Times New Roman"/>
              </a:rPr>
              <a:t> </a:t>
            </a:r>
            <a:r>
              <a:rPr dirty="0">
                <a:solidFill>
                  <a:srgbClr val="3C3C3C"/>
                </a:solidFill>
                <a:latin typeface="Times New Roman"/>
                <a:cs typeface="Times New Roman"/>
              </a:rPr>
              <a:t>plus”</a:t>
            </a:r>
            <a:r>
              <a:rPr spc="-30" dirty="0">
                <a:solidFill>
                  <a:srgbClr val="3C3C3C"/>
                </a:solidFill>
                <a:latin typeface="Times New Roman"/>
                <a:cs typeface="Times New Roman"/>
              </a:rPr>
              <a:t> </a:t>
            </a:r>
            <a:r>
              <a:rPr dirty="0">
                <a:solidFill>
                  <a:srgbClr val="3C3C3C"/>
                </a:solidFill>
                <a:latin typeface="Times New Roman"/>
                <a:cs typeface="Times New Roman"/>
              </a:rPr>
              <a:t>contract)</a:t>
            </a:r>
            <a:r>
              <a:rPr spc="-40" dirty="0">
                <a:solidFill>
                  <a:srgbClr val="3C3C3C"/>
                </a:solidFill>
                <a:latin typeface="Times New Roman"/>
                <a:cs typeface="Times New Roman"/>
              </a:rPr>
              <a:t> </a:t>
            </a:r>
            <a:r>
              <a:rPr spc="-25" dirty="0">
                <a:solidFill>
                  <a:srgbClr val="3C3C3C"/>
                </a:solidFill>
                <a:latin typeface="Times New Roman"/>
                <a:cs typeface="Times New Roman"/>
              </a:rPr>
              <a:t>is </a:t>
            </a:r>
            <a:r>
              <a:rPr dirty="0">
                <a:solidFill>
                  <a:srgbClr val="3C3C3C"/>
                </a:solidFill>
                <a:latin typeface="Times New Roman"/>
                <a:cs typeface="Times New Roman"/>
              </a:rPr>
              <a:t>somewhere</a:t>
            </a:r>
            <a:r>
              <a:rPr spc="-25" dirty="0">
                <a:solidFill>
                  <a:srgbClr val="3C3C3C"/>
                </a:solidFill>
                <a:latin typeface="Times New Roman"/>
                <a:cs typeface="Times New Roman"/>
              </a:rPr>
              <a:t> </a:t>
            </a:r>
            <a:r>
              <a:rPr dirty="0">
                <a:solidFill>
                  <a:srgbClr val="3C3C3C"/>
                </a:solidFill>
                <a:latin typeface="Times New Roman"/>
                <a:cs typeface="Times New Roman"/>
              </a:rPr>
              <a:t>between</a:t>
            </a:r>
            <a:r>
              <a:rPr spc="-75" dirty="0">
                <a:solidFill>
                  <a:srgbClr val="3C3C3C"/>
                </a:solidFill>
                <a:latin typeface="Times New Roman"/>
                <a:cs typeface="Times New Roman"/>
              </a:rPr>
              <a:t> </a:t>
            </a:r>
            <a:r>
              <a:rPr dirty="0">
                <a:solidFill>
                  <a:srgbClr val="3C3C3C"/>
                </a:solidFill>
                <a:latin typeface="Times New Roman"/>
                <a:cs typeface="Times New Roman"/>
              </a:rPr>
              <a:t>a</a:t>
            </a:r>
            <a:r>
              <a:rPr spc="-30" dirty="0">
                <a:solidFill>
                  <a:srgbClr val="3C3C3C"/>
                </a:solidFill>
                <a:latin typeface="Times New Roman"/>
                <a:cs typeface="Times New Roman"/>
              </a:rPr>
              <a:t> </a:t>
            </a:r>
            <a:r>
              <a:rPr dirty="0">
                <a:solidFill>
                  <a:srgbClr val="3C3C3C"/>
                </a:solidFill>
                <a:latin typeface="Times New Roman"/>
                <a:cs typeface="Times New Roman"/>
              </a:rPr>
              <a:t>contract</a:t>
            </a:r>
            <a:r>
              <a:rPr spc="-60" dirty="0">
                <a:solidFill>
                  <a:srgbClr val="3C3C3C"/>
                </a:solidFill>
                <a:latin typeface="Times New Roman"/>
                <a:cs typeface="Times New Roman"/>
              </a:rPr>
              <a:t> </a:t>
            </a:r>
            <a:r>
              <a:rPr dirty="0">
                <a:solidFill>
                  <a:srgbClr val="3C3C3C"/>
                </a:solidFill>
                <a:latin typeface="Times New Roman"/>
                <a:cs typeface="Times New Roman"/>
              </a:rPr>
              <a:t>hire</a:t>
            </a:r>
            <a:r>
              <a:rPr spc="-35" dirty="0">
                <a:solidFill>
                  <a:srgbClr val="3C3C3C"/>
                </a:solidFill>
                <a:latin typeface="Times New Roman"/>
                <a:cs typeface="Times New Roman"/>
              </a:rPr>
              <a:t> </a:t>
            </a:r>
            <a:r>
              <a:rPr dirty="0">
                <a:solidFill>
                  <a:srgbClr val="3C3C3C"/>
                </a:solidFill>
                <a:latin typeface="Times New Roman"/>
                <a:cs typeface="Times New Roman"/>
              </a:rPr>
              <a:t>agreement</a:t>
            </a:r>
            <a:r>
              <a:rPr spc="-30" dirty="0">
                <a:solidFill>
                  <a:srgbClr val="3C3C3C"/>
                </a:solidFill>
                <a:latin typeface="Times New Roman"/>
                <a:cs typeface="Times New Roman"/>
              </a:rPr>
              <a:t> </a:t>
            </a:r>
            <a:r>
              <a:rPr dirty="0">
                <a:solidFill>
                  <a:srgbClr val="3C3C3C"/>
                </a:solidFill>
                <a:latin typeface="Times New Roman"/>
                <a:cs typeface="Times New Roman"/>
              </a:rPr>
              <a:t>and</a:t>
            </a:r>
            <a:r>
              <a:rPr spc="-35" dirty="0">
                <a:solidFill>
                  <a:srgbClr val="3C3C3C"/>
                </a:solidFill>
                <a:latin typeface="Times New Roman"/>
                <a:cs typeface="Times New Roman"/>
              </a:rPr>
              <a:t> </a:t>
            </a:r>
            <a:r>
              <a:rPr dirty="0">
                <a:solidFill>
                  <a:srgbClr val="3C3C3C"/>
                </a:solidFill>
                <a:latin typeface="Times New Roman"/>
                <a:cs typeface="Times New Roman"/>
              </a:rPr>
              <a:t>a</a:t>
            </a:r>
            <a:r>
              <a:rPr spc="-35" dirty="0">
                <a:solidFill>
                  <a:srgbClr val="3C3C3C"/>
                </a:solidFill>
                <a:latin typeface="Times New Roman"/>
                <a:cs typeface="Times New Roman"/>
              </a:rPr>
              <a:t> </a:t>
            </a:r>
            <a:r>
              <a:rPr dirty="0">
                <a:solidFill>
                  <a:srgbClr val="3C3C3C"/>
                </a:solidFill>
                <a:latin typeface="Times New Roman"/>
                <a:cs typeface="Times New Roman"/>
              </a:rPr>
              <a:t>fixed</a:t>
            </a:r>
            <a:r>
              <a:rPr spc="-45" dirty="0">
                <a:solidFill>
                  <a:srgbClr val="3C3C3C"/>
                </a:solidFill>
                <a:latin typeface="Times New Roman"/>
                <a:cs typeface="Times New Roman"/>
              </a:rPr>
              <a:t> </a:t>
            </a:r>
            <a:r>
              <a:rPr dirty="0">
                <a:solidFill>
                  <a:srgbClr val="3C3C3C"/>
                </a:solidFill>
                <a:latin typeface="Times New Roman"/>
                <a:cs typeface="Times New Roman"/>
              </a:rPr>
              <a:t>price</a:t>
            </a:r>
            <a:r>
              <a:rPr spc="-45" dirty="0">
                <a:solidFill>
                  <a:srgbClr val="3C3C3C"/>
                </a:solidFill>
                <a:latin typeface="Times New Roman"/>
                <a:cs typeface="Times New Roman"/>
              </a:rPr>
              <a:t> </a:t>
            </a:r>
            <a:r>
              <a:rPr dirty="0">
                <a:solidFill>
                  <a:srgbClr val="3C3C3C"/>
                </a:solidFill>
                <a:latin typeface="Times New Roman"/>
                <a:cs typeface="Times New Roman"/>
              </a:rPr>
              <a:t>contract.</a:t>
            </a:r>
            <a:r>
              <a:rPr spc="-80" dirty="0">
                <a:solidFill>
                  <a:srgbClr val="3C3C3C"/>
                </a:solidFill>
                <a:latin typeface="Times New Roman"/>
                <a:cs typeface="Times New Roman"/>
              </a:rPr>
              <a:t> </a:t>
            </a:r>
            <a:r>
              <a:rPr spc="-25" dirty="0">
                <a:solidFill>
                  <a:srgbClr val="3C3C3C"/>
                </a:solidFill>
                <a:latin typeface="Times New Roman"/>
                <a:cs typeface="Times New Roman"/>
              </a:rPr>
              <a:t>The </a:t>
            </a:r>
            <a:r>
              <a:rPr dirty="0">
                <a:solidFill>
                  <a:srgbClr val="3C3C3C"/>
                </a:solidFill>
                <a:latin typeface="Times New Roman"/>
                <a:cs typeface="Times New Roman"/>
              </a:rPr>
              <a:t>supplier</a:t>
            </a:r>
            <a:r>
              <a:rPr spc="-35" dirty="0">
                <a:solidFill>
                  <a:srgbClr val="3C3C3C"/>
                </a:solidFill>
                <a:latin typeface="Times New Roman"/>
                <a:cs typeface="Times New Roman"/>
              </a:rPr>
              <a:t> </a:t>
            </a:r>
            <a:r>
              <a:rPr dirty="0">
                <a:solidFill>
                  <a:srgbClr val="3C3C3C"/>
                </a:solidFill>
                <a:latin typeface="Times New Roman"/>
                <a:cs typeface="Times New Roman"/>
              </a:rPr>
              <a:t>agrees</a:t>
            </a:r>
            <a:r>
              <a:rPr spc="-50" dirty="0">
                <a:solidFill>
                  <a:srgbClr val="3C3C3C"/>
                </a:solidFill>
                <a:latin typeface="Times New Roman"/>
                <a:cs typeface="Times New Roman"/>
              </a:rPr>
              <a:t> </a:t>
            </a:r>
            <a:r>
              <a:rPr dirty="0">
                <a:solidFill>
                  <a:srgbClr val="3C3C3C"/>
                </a:solidFill>
                <a:latin typeface="Times New Roman"/>
                <a:cs typeface="Times New Roman"/>
              </a:rPr>
              <a:t>to</a:t>
            </a:r>
            <a:r>
              <a:rPr spc="-35" dirty="0">
                <a:solidFill>
                  <a:srgbClr val="3C3C3C"/>
                </a:solidFill>
                <a:latin typeface="Times New Roman"/>
                <a:cs typeface="Times New Roman"/>
              </a:rPr>
              <a:t> </a:t>
            </a:r>
            <a:r>
              <a:rPr dirty="0">
                <a:solidFill>
                  <a:srgbClr val="3C3C3C"/>
                </a:solidFill>
                <a:latin typeface="Times New Roman"/>
                <a:cs typeface="Times New Roman"/>
              </a:rPr>
              <a:t>undertake</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development</a:t>
            </a:r>
            <a:r>
              <a:rPr spc="-45"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software</a:t>
            </a:r>
            <a:r>
              <a:rPr spc="-30" dirty="0">
                <a:solidFill>
                  <a:srgbClr val="3C3C3C"/>
                </a:solidFill>
                <a:latin typeface="Times New Roman"/>
                <a:cs typeface="Times New Roman"/>
              </a:rPr>
              <a:t> </a:t>
            </a:r>
            <a:r>
              <a:rPr dirty="0">
                <a:solidFill>
                  <a:srgbClr val="3C3C3C"/>
                </a:solidFill>
                <a:latin typeface="Times New Roman"/>
                <a:cs typeface="Times New Roman"/>
              </a:rPr>
              <a:t>in</a:t>
            </a:r>
            <a:r>
              <a:rPr spc="-30" dirty="0">
                <a:solidFill>
                  <a:srgbClr val="3C3C3C"/>
                </a:solidFill>
                <a:latin typeface="Times New Roman"/>
                <a:cs typeface="Times New Roman"/>
              </a:rPr>
              <a:t> </a:t>
            </a:r>
            <a:r>
              <a:rPr dirty="0">
                <a:solidFill>
                  <a:srgbClr val="3C3C3C"/>
                </a:solidFill>
                <a:latin typeface="Times New Roman"/>
                <a:cs typeface="Times New Roman"/>
              </a:rPr>
              <a:t>much</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spc="-20" dirty="0">
                <a:solidFill>
                  <a:srgbClr val="3C3C3C"/>
                </a:solidFill>
                <a:latin typeface="Times New Roman"/>
                <a:cs typeface="Times New Roman"/>
              </a:rPr>
              <a:t>same </a:t>
            </a:r>
            <a:r>
              <a:rPr dirty="0">
                <a:solidFill>
                  <a:srgbClr val="3C3C3C"/>
                </a:solidFill>
                <a:latin typeface="Times New Roman"/>
                <a:cs typeface="Times New Roman"/>
              </a:rPr>
              <a:t>way</a:t>
            </a:r>
            <a:r>
              <a:rPr spc="-30" dirty="0">
                <a:solidFill>
                  <a:srgbClr val="3C3C3C"/>
                </a:solidFill>
                <a:latin typeface="Times New Roman"/>
                <a:cs typeface="Times New Roman"/>
              </a:rPr>
              <a:t> </a:t>
            </a:r>
            <a:r>
              <a:rPr dirty="0">
                <a:solidFill>
                  <a:srgbClr val="3C3C3C"/>
                </a:solidFill>
                <a:latin typeface="Times New Roman"/>
                <a:cs typeface="Times New Roman"/>
              </a:rPr>
              <a:t>as</a:t>
            </a:r>
            <a:r>
              <a:rPr spc="-15" dirty="0">
                <a:solidFill>
                  <a:srgbClr val="3C3C3C"/>
                </a:solidFill>
                <a:latin typeface="Times New Roman"/>
                <a:cs typeface="Times New Roman"/>
              </a:rPr>
              <a:t> </a:t>
            </a:r>
            <a:r>
              <a:rPr dirty="0">
                <a:solidFill>
                  <a:srgbClr val="3C3C3C"/>
                </a:solidFill>
                <a:latin typeface="Times New Roman"/>
                <a:cs typeface="Times New Roman"/>
              </a:rPr>
              <a:t>in</a:t>
            </a:r>
            <a:r>
              <a:rPr spc="-15" dirty="0">
                <a:solidFill>
                  <a:srgbClr val="3C3C3C"/>
                </a:solidFill>
                <a:latin typeface="Times New Roman"/>
                <a:cs typeface="Times New Roman"/>
              </a:rPr>
              <a:t> </a:t>
            </a:r>
            <a:r>
              <a:rPr dirty="0">
                <a:solidFill>
                  <a:srgbClr val="3C3C3C"/>
                </a:solidFill>
                <a:latin typeface="Times New Roman"/>
                <a:cs typeface="Times New Roman"/>
              </a:rPr>
              <a:t>a</a:t>
            </a:r>
            <a:r>
              <a:rPr spc="-15" dirty="0">
                <a:solidFill>
                  <a:srgbClr val="3C3C3C"/>
                </a:solidFill>
                <a:latin typeface="Times New Roman"/>
                <a:cs typeface="Times New Roman"/>
              </a:rPr>
              <a:t> </a:t>
            </a:r>
            <a:r>
              <a:rPr dirty="0">
                <a:solidFill>
                  <a:srgbClr val="3C3C3C"/>
                </a:solidFill>
                <a:latin typeface="Times New Roman"/>
                <a:cs typeface="Times New Roman"/>
              </a:rPr>
              <a:t>fixed</a:t>
            </a:r>
            <a:r>
              <a:rPr spc="-35" dirty="0">
                <a:solidFill>
                  <a:srgbClr val="3C3C3C"/>
                </a:solidFill>
                <a:latin typeface="Times New Roman"/>
                <a:cs typeface="Times New Roman"/>
              </a:rPr>
              <a:t> </a:t>
            </a:r>
            <a:r>
              <a:rPr dirty="0">
                <a:solidFill>
                  <a:srgbClr val="3C3C3C"/>
                </a:solidFill>
                <a:latin typeface="Times New Roman"/>
                <a:cs typeface="Times New Roman"/>
              </a:rPr>
              <a:t>price</a:t>
            </a:r>
            <a:r>
              <a:rPr spc="-15" dirty="0">
                <a:solidFill>
                  <a:srgbClr val="3C3C3C"/>
                </a:solidFill>
                <a:latin typeface="Times New Roman"/>
                <a:cs typeface="Times New Roman"/>
              </a:rPr>
              <a:t> </a:t>
            </a:r>
            <a:r>
              <a:rPr dirty="0">
                <a:solidFill>
                  <a:srgbClr val="3C3C3C"/>
                </a:solidFill>
                <a:latin typeface="Times New Roman"/>
                <a:cs typeface="Times New Roman"/>
              </a:rPr>
              <a:t>contract</a:t>
            </a:r>
            <a:r>
              <a:rPr spc="-20" dirty="0">
                <a:solidFill>
                  <a:srgbClr val="3C3C3C"/>
                </a:solidFill>
                <a:latin typeface="Times New Roman"/>
                <a:cs typeface="Times New Roman"/>
              </a:rPr>
              <a:t> </a:t>
            </a:r>
            <a:r>
              <a:rPr dirty="0">
                <a:solidFill>
                  <a:srgbClr val="3C3C3C"/>
                </a:solidFill>
                <a:latin typeface="Times New Roman"/>
                <a:cs typeface="Times New Roman"/>
              </a:rPr>
              <a:t>but</a:t>
            </a:r>
            <a:r>
              <a:rPr spc="-15" dirty="0">
                <a:solidFill>
                  <a:srgbClr val="3C3C3C"/>
                </a:solidFill>
                <a:latin typeface="Times New Roman"/>
                <a:cs typeface="Times New Roman"/>
              </a:rPr>
              <a:t> </a:t>
            </a:r>
            <a:r>
              <a:rPr dirty="0">
                <a:solidFill>
                  <a:srgbClr val="3C3C3C"/>
                </a:solidFill>
                <a:latin typeface="Times New Roman"/>
                <a:cs typeface="Times New Roman"/>
              </a:rPr>
              <a:t>payment</a:t>
            </a:r>
            <a:r>
              <a:rPr spc="-40"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made</a:t>
            </a:r>
            <a:r>
              <a:rPr spc="-5" dirty="0">
                <a:solidFill>
                  <a:srgbClr val="3C3C3C"/>
                </a:solidFill>
                <a:latin typeface="Times New Roman"/>
                <a:cs typeface="Times New Roman"/>
              </a:rPr>
              <a:t> </a:t>
            </a:r>
            <a:r>
              <a:rPr dirty="0">
                <a:solidFill>
                  <a:srgbClr val="3C3C3C"/>
                </a:solidFill>
                <a:latin typeface="Times New Roman"/>
                <a:cs typeface="Times New Roman"/>
              </a:rPr>
              <a:t>on</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basis</a:t>
            </a:r>
            <a:r>
              <a:rPr spc="-15"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spc="-10" dirty="0">
                <a:solidFill>
                  <a:srgbClr val="3C3C3C"/>
                </a:solidFill>
                <a:latin typeface="Times New Roman"/>
                <a:cs typeface="Times New Roman"/>
              </a:rPr>
              <a:t>costs </a:t>
            </a:r>
            <a:r>
              <a:rPr dirty="0">
                <a:solidFill>
                  <a:srgbClr val="3C3C3C"/>
                </a:solidFill>
                <a:latin typeface="Times New Roman"/>
                <a:cs typeface="Times New Roman"/>
              </a:rPr>
              <a:t>incurred,</a:t>
            </a:r>
            <a:r>
              <a:rPr spc="-50" dirty="0">
                <a:solidFill>
                  <a:srgbClr val="3C3C3C"/>
                </a:solidFill>
                <a:latin typeface="Times New Roman"/>
                <a:cs typeface="Times New Roman"/>
              </a:rPr>
              <a:t> </a:t>
            </a:r>
            <a:r>
              <a:rPr dirty="0">
                <a:solidFill>
                  <a:srgbClr val="3C3C3C"/>
                </a:solidFill>
                <a:latin typeface="Times New Roman"/>
                <a:cs typeface="Times New Roman"/>
              </a:rPr>
              <a:t>with</a:t>
            </a:r>
            <a:r>
              <a:rPr spc="-45" dirty="0">
                <a:solidFill>
                  <a:srgbClr val="3C3C3C"/>
                </a:solidFill>
                <a:latin typeface="Times New Roman"/>
                <a:cs typeface="Times New Roman"/>
              </a:rPr>
              <a:t> </a:t>
            </a:r>
            <a:r>
              <a:rPr dirty="0">
                <a:solidFill>
                  <a:srgbClr val="3C3C3C"/>
                </a:solidFill>
                <a:latin typeface="Times New Roman"/>
                <a:cs typeface="Times New Roman"/>
              </a:rPr>
              <a:t>labour</a:t>
            </a:r>
            <a:r>
              <a:rPr spc="-35" dirty="0">
                <a:solidFill>
                  <a:srgbClr val="3C3C3C"/>
                </a:solidFill>
                <a:latin typeface="Times New Roman"/>
                <a:cs typeface="Times New Roman"/>
              </a:rPr>
              <a:t> </a:t>
            </a:r>
            <a:r>
              <a:rPr dirty="0">
                <a:solidFill>
                  <a:srgbClr val="3C3C3C"/>
                </a:solidFill>
                <a:latin typeface="Times New Roman"/>
                <a:cs typeface="Times New Roman"/>
              </a:rPr>
              <a:t>charged</a:t>
            </a:r>
            <a:r>
              <a:rPr spc="-30" dirty="0">
                <a:solidFill>
                  <a:srgbClr val="3C3C3C"/>
                </a:solidFill>
                <a:latin typeface="Times New Roman"/>
                <a:cs typeface="Times New Roman"/>
              </a:rPr>
              <a:t> </a:t>
            </a:r>
            <a:r>
              <a:rPr dirty="0">
                <a:solidFill>
                  <a:srgbClr val="3C3C3C"/>
                </a:solidFill>
                <a:latin typeface="Times New Roman"/>
                <a:cs typeface="Times New Roman"/>
              </a:rPr>
              <a:t>in</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same</a:t>
            </a:r>
            <a:r>
              <a:rPr spc="-30" dirty="0">
                <a:solidFill>
                  <a:srgbClr val="3C3C3C"/>
                </a:solidFill>
                <a:latin typeface="Times New Roman"/>
                <a:cs typeface="Times New Roman"/>
              </a:rPr>
              <a:t> </a:t>
            </a:r>
            <a:r>
              <a:rPr dirty="0">
                <a:solidFill>
                  <a:srgbClr val="3C3C3C"/>
                </a:solidFill>
                <a:latin typeface="Times New Roman"/>
                <a:cs typeface="Times New Roman"/>
              </a:rPr>
              <a:t>way</a:t>
            </a:r>
            <a:r>
              <a:rPr spc="-40" dirty="0">
                <a:solidFill>
                  <a:srgbClr val="3C3C3C"/>
                </a:solidFill>
                <a:latin typeface="Times New Roman"/>
                <a:cs typeface="Times New Roman"/>
              </a:rPr>
              <a:t> </a:t>
            </a:r>
            <a:r>
              <a:rPr dirty="0">
                <a:solidFill>
                  <a:srgbClr val="3C3C3C"/>
                </a:solidFill>
                <a:latin typeface="Times New Roman"/>
                <a:cs typeface="Times New Roman"/>
              </a:rPr>
              <a:t>as</a:t>
            </a:r>
            <a:r>
              <a:rPr spc="-30" dirty="0">
                <a:solidFill>
                  <a:srgbClr val="3C3C3C"/>
                </a:solidFill>
                <a:latin typeface="Times New Roman"/>
                <a:cs typeface="Times New Roman"/>
              </a:rPr>
              <a:t> </a:t>
            </a:r>
            <a:r>
              <a:rPr dirty="0">
                <a:solidFill>
                  <a:srgbClr val="3C3C3C"/>
                </a:solidFill>
                <a:latin typeface="Times New Roman"/>
                <a:cs typeface="Times New Roman"/>
              </a:rPr>
              <a:t>for</a:t>
            </a:r>
            <a:r>
              <a:rPr spc="-30" dirty="0">
                <a:solidFill>
                  <a:srgbClr val="3C3C3C"/>
                </a:solidFill>
                <a:latin typeface="Times New Roman"/>
                <a:cs typeface="Times New Roman"/>
              </a:rPr>
              <a:t> </a:t>
            </a:r>
            <a:r>
              <a:rPr dirty="0">
                <a:solidFill>
                  <a:srgbClr val="3C3C3C"/>
                </a:solidFill>
                <a:latin typeface="Times New Roman"/>
                <a:cs typeface="Times New Roman"/>
              </a:rPr>
              <a:t>contract</a:t>
            </a:r>
            <a:r>
              <a:rPr spc="-45" dirty="0">
                <a:solidFill>
                  <a:srgbClr val="3C3C3C"/>
                </a:solidFill>
                <a:latin typeface="Times New Roman"/>
                <a:cs typeface="Times New Roman"/>
              </a:rPr>
              <a:t> </a:t>
            </a:r>
            <a:r>
              <a:rPr spc="-10" dirty="0">
                <a:solidFill>
                  <a:srgbClr val="3C3C3C"/>
                </a:solidFill>
                <a:latin typeface="Times New Roman"/>
                <a:cs typeface="Times New Roman"/>
              </a:rPr>
              <a:t>hire.</a:t>
            </a:r>
            <a:endParaRPr dirty="0">
              <a:latin typeface="Times New Roman"/>
              <a:cs typeface="Times New Roman"/>
            </a:endParaRPr>
          </a:p>
        </p:txBody>
      </p:sp>
    </p:spTree>
    <p:extLst>
      <p:ext uri="{BB962C8B-B14F-4D97-AF65-F5344CB8AC3E}">
        <p14:creationId xmlns:p14="http://schemas.microsoft.com/office/powerpoint/2010/main" val="4000411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72056" y="600456"/>
            <a:ext cx="8239125" cy="1259205"/>
          </a:xfrm>
          <a:custGeom>
            <a:avLst/>
            <a:gdLst/>
            <a:ahLst/>
            <a:cxnLst/>
            <a:rect l="l" t="t" r="r" b="b"/>
            <a:pathLst>
              <a:path w="8239125" h="1259205">
                <a:moveTo>
                  <a:pt x="8238744" y="0"/>
                </a:moveTo>
                <a:lnTo>
                  <a:pt x="0" y="0"/>
                </a:lnTo>
                <a:lnTo>
                  <a:pt x="0" y="1258824"/>
                </a:lnTo>
                <a:lnTo>
                  <a:pt x="8238744" y="1258824"/>
                </a:lnTo>
                <a:lnTo>
                  <a:pt x="8238744" y="0"/>
                </a:lnTo>
                <a:close/>
              </a:path>
            </a:pathLst>
          </a:custGeom>
          <a:solidFill>
            <a:srgbClr val="4D1334"/>
          </a:solidFill>
        </p:spPr>
        <p:txBody>
          <a:bodyPr wrap="square" lIns="0" tIns="0" rIns="0" bIns="0" rtlCol="0"/>
          <a:lstStyle/>
          <a:p>
            <a:endParaRPr/>
          </a:p>
        </p:txBody>
      </p:sp>
      <p:sp>
        <p:nvSpPr>
          <p:cNvPr id="4" name="object 2">
            <a:extLst>
              <a:ext uri="{FF2B5EF4-FFF2-40B4-BE49-F238E27FC236}">
                <a16:creationId xmlns:a16="http://schemas.microsoft.com/office/drawing/2014/main" id="{CEB88CDB-A465-47A5-9CDB-BC7B7578E5BC}"/>
              </a:ext>
            </a:extLst>
          </p:cNvPr>
          <p:cNvSpPr/>
          <p:nvPr/>
        </p:nvSpPr>
        <p:spPr>
          <a:xfrm>
            <a:off x="2057400" y="2438400"/>
            <a:ext cx="8239125" cy="3505200"/>
          </a:xfrm>
          <a:custGeom>
            <a:avLst/>
            <a:gdLst/>
            <a:ahLst/>
            <a:cxnLst/>
            <a:rect l="l" t="t" r="r" b="b"/>
            <a:pathLst>
              <a:path w="8239125" h="1259205">
                <a:moveTo>
                  <a:pt x="8238744" y="0"/>
                </a:moveTo>
                <a:lnTo>
                  <a:pt x="0" y="0"/>
                </a:lnTo>
                <a:lnTo>
                  <a:pt x="0" y="1258824"/>
                </a:lnTo>
                <a:lnTo>
                  <a:pt x="8238744" y="1258824"/>
                </a:lnTo>
                <a:lnTo>
                  <a:pt x="8238744" y="0"/>
                </a:lnTo>
                <a:close/>
              </a:path>
            </a:pathLst>
          </a:custGeom>
          <a:solidFill>
            <a:srgbClr val="4D1334"/>
          </a:solidFill>
        </p:spPr>
        <p:txBody>
          <a:bodyPr wrap="square" lIns="0" tIns="0" rIns="0" bIns="0" rtlCol="0"/>
          <a:lstStyle/>
          <a:p>
            <a:endParaRPr/>
          </a:p>
        </p:txBody>
      </p:sp>
      <p:sp>
        <p:nvSpPr>
          <p:cNvPr id="7" name="object 3">
            <a:extLst>
              <a:ext uri="{FF2B5EF4-FFF2-40B4-BE49-F238E27FC236}">
                <a16:creationId xmlns:a16="http://schemas.microsoft.com/office/drawing/2014/main" id="{2551F7A4-08BF-4E58-8143-EE458B06A162}"/>
              </a:ext>
            </a:extLst>
          </p:cNvPr>
          <p:cNvSpPr txBox="1">
            <a:spLocks noGrp="1"/>
          </p:cNvSpPr>
          <p:nvPr>
            <p:ph type="title"/>
          </p:nvPr>
        </p:nvSpPr>
        <p:spPr>
          <a:xfrm>
            <a:off x="1131888" y="3048000"/>
            <a:ext cx="11029950" cy="989013"/>
          </a:xfrm>
          <a:prstGeom prst="rect">
            <a:avLst/>
          </a:prstGeom>
        </p:spPr>
        <p:txBody>
          <a:bodyPr vert="horz" wrap="square" lIns="0" tIns="211759" rIns="0" bIns="0" rtlCol="0" anchor="b">
            <a:spAutoFit/>
          </a:bodyPr>
          <a:lstStyle/>
          <a:p>
            <a:pPr marL="2566035" marR="5080" indent="-253365">
              <a:spcBef>
                <a:spcPts val="100"/>
              </a:spcBef>
            </a:pPr>
            <a:r>
              <a:rPr spc="-55" dirty="0"/>
              <a:t>CONSULTANCY </a:t>
            </a:r>
            <a:r>
              <a:rPr spc="-10" dirty="0"/>
              <a:t>CONTRACTS</a:t>
            </a:r>
          </a:p>
        </p:txBody>
      </p:sp>
    </p:spTree>
    <p:extLst>
      <p:ext uri="{BB962C8B-B14F-4D97-AF65-F5344CB8AC3E}">
        <p14:creationId xmlns:p14="http://schemas.microsoft.com/office/powerpoint/2010/main" val="2257510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spc="-55" dirty="0">
                          <a:solidFill>
                            <a:srgbClr val="FFFFFF"/>
                          </a:solidFill>
                          <a:latin typeface="Times New Roman"/>
                          <a:cs typeface="Times New Roman"/>
                        </a:rPr>
                        <a:t>CONSULTANCY</a:t>
                      </a:r>
                      <a:r>
                        <a:rPr sz="2800" b="1" spc="-105" dirty="0">
                          <a:solidFill>
                            <a:srgbClr val="FFFFFF"/>
                          </a:solidFill>
                          <a:latin typeface="Times New Roman"/>
                          <a:cs typeface="Times New Roman"/>
                        </a:rPr>
                        <a:t> </a:t>
                      </a:r>
                      <a:r>
                        <a:rPr sz="2800" b="1" spc="-10" dirty="0">
                          <a:solidFill>
                            <a:srgbClr val="FFFFFF"/>
                          </a:solidFill>
                          <a:latin typeface="Times New Roman"/>
                          <a:cs typeface="Times New Roman"/>
                        </a:rPr>
                        <a:t>CONTRACTS</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1" y="2480309"/>
            <a:ext cx="7513955" cy="2065020"/>
          </a:xfrm>
          <a:prstGeom prst="rect">
            <a:avLst/>
          </a:prstGeom>
        </p:spPr>
        <p:txBody>
          <a:bodyPr vert="horz" wrap="square" lIns="0" tIns="143510" rIns="0" bIns="0" rtlCol="0">
            <a:spAutoFit/>
          </a:bodyPr>
          <a:lstStyle/>
          <a:p>
            <a:pPr marL="318770" indent="-306070">
              <a:spcBef>
                <a:spcPts val="1130"/>
              </a:spcBef>
              <a:buClr>
                <a:srgbClr val="903062"/>
              </a:buClr>
              <a:buSzPct val="91666"/>
              <a:buFont typeface="Cambria"/>
              <a:buChar char="◾"/>
              <a:tabLst>
                <a:tab pos="318770" algn="l"/>
              </a:tabLst>
            </a:pPr>
            <a:r>
              <a:rPr dirty="0">
                <a:solidFill>
                  <a:srgbClr val="3C3C3C"/>
                </a:solidFill>
                <a:latin typeface="Times New Roman"/>
                <a:cs typeface="Times New Roman"/>
              </a:rPr>
              <a:t>Use</a:t>
            </a:r>
            <a:r>
              <a:rPr spc="-15" dirty="0">
                <a:solidFill>
                  <a:srgbClr val="3C3C3C"/>
                </a:solidFill>
                <a:latin typeface="Times New Roman"/>
                <a:cs typeface="Times New Roman"/>
              </a:rPr>
              <a:t> </a:t>
            </a:r>
            <a:r>
              <a:rPr dirty="0">
                <a:solidFill>
                  <a:srgbClr val="3C3C3C"/>
                </a:solidFill>
                <a:latin typeface="Times New Roman"/>
                <a:cs typeface="Times New Roman"/>
              </a:rPr>
              <a:t>of</a:t>
            </a:r>
            <a:r>
              <a:rPr spc="-30" dirty="0">
                <a:solidFill>
                  <a:srgbClr val="3C3C3C"/>
                </a:solidFill>
                <a:latin typeface="Times New Roman"/>
                <a:cs typeface="Times New Roman"/>
              </a:rPr>
              <a:t> </a:t>
            </a:r>
            <a:r>
              <a:rPr dirty="0">
                <a:solidFill>
                  <a:srgbClr val="3C3C3C"/>
                </a:solidFill>
                <a:latin typeface="Times New Roman"/>
                <a:cs typeface="Times New Roman"/>
              </a:rPr>
              <a:t>consultants</a:t>
            </a:r>
            <a:r>
              <a:rPr spc="-30" dirty="0">
                <a:solidFill>
                  <a:srgbClr val="3C3C3C"/>
                </a:solidFill>
                <a:latin typeface="Times New Roman"/>
                <a:cs typeface="Times New Roman"/>
              </a:rPr>
              <a:t> </a:t>
            </a:r>
            <a:r>
              <a:rPr dirty="0">
                <a:solidFill>
                  <a:srgbClr val="3C3C3C"/>
                </a:solidFill>
                <a:latin typeface="Times New Roman"/>
                <a:cs typeface="Times New Roman"/>
              </a:rPr>
              <a:t>is</a:t>
            </a:r>
            <a:r>
              <a:rPr spc="-30" dirty="0">
                <a:solidFill>
                  <a:srgbClr val="3C3C3C"/>
                </a:solidFill>
                <a:latin typeface="Times New Roman"/>
                <a:cs typeface="Times New Roman"/>
              </a:rPr>
              <a:t> </a:t>
            </a:r>
            <a:r>
              <a:rPr dirty="0">
                <a:solidFill>
                  <a:srgbClr val="3C3C3C"/>
                </a:solidFill>
                <a:latin typeface="Times New Roman"/>
                <a:cs typeface="Times New Roman"/>
              </a:rPr>
              <a:t>now</a:t>
            </a:r>
            <a:r>
              <a:rPr spc="-15" dirty="0">
                <a:solidFill>
                  <a:srgbClr val="3C3C3C"/>
                </a:solidFill>
                <a:latin typeface="Times New Roman"/>
                <a:cs typeface="Times New Roman"/>
              </a:rPr>
              <a:t> </a:t>
            </a:r>
            <a:r>
              <a:rPr dirty="0">
                <a:solidFill>
                  <a:srgbClr val="3C3C3C"/>
                </a:solidFill>
                <a:latin typeface="Times New Roman"/>
                <a:cs typeface="Times New Roman"/>
              </a:rPr>
              <a:t>widespread</a:t>
            </a:r>
            <a:r>
              <a:rPr spc="-20" dirty="0">
                <a:solidFill>
                  <a:srgbClr val="3C3C3C"/>
                </a:solidFill>
                <a:latin typeface="Times New Roman"/>
                <a:cs typeface="Times New Roman"/>
              </a:rPr>
              <a:t> </a:t>
            </a:r>
            <a:r>
              <a:rPr dirty="0">
                <a:solidFill>
                  <a:srgbClr val="3C3C3C"/>
                </a:solidFill>
                <a:latin typeface="Times New Roman"/>
                <a:cs typeface="Times New Roman"/>
              </a:rPr>
              <a:t>in</a:t>
            </a:r>
            <a:r>
              <a:rPr spc="-30" dirty="0">
                <a:solidFill>
                  <a:srgbClr val="3C3C3C"/>
                </a:solidFill>
                <a:latin typeface="Times New Roman"/>
                <a:cs typeface="Times New Roman"/>
              </a:rPr>
              <a:t> </a:t>
            </a:r>
            <a:r>
              <a:rPr dirty="0">
                <a:solidFill>
                  <a:srgbClr val="3C3C3C"/>
                </a:solidFill>
                <a:latin typeface="Times New Roman"/>
                <a:cs typeface="Times New Roman"/>
              </a:rPr>
              <a:t>both</a:t>
            </a:r>
            <a:r>
              <a:rPr spc="-25" dirty="0">
                <a:solidFill>
                  <a:srgbClr val="3C3C3C"/>
                </a:solidFill>
                <a:latin typeface="Times New Roman"/>
                <a:cs typeface="Times New Roman"/>
              </a:rPr>
              <a:t> </a:t>
            </a:r>
            <a:r>
              <a:rPr dirty="0">
                <a:solidFill>
                  <a:srgbClr val="3C3C3C"/>
                </a:solidFill>
                <a:latin typeface="Times New Roman"/>
                <a:cs typeface="Times New Roman"/>
              </a:rPr>
              <a:t>private</a:t>
            </a:r>
            <a:r>
              <a:rPr spc="-15"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public</a:t>
            </a:r>
            <a:r>
              <a:rPr spc="-35" dirty="0">
                <a:solidFill>
                  <a:srgbClr val="3C3C3C"/>
                </a:solidFill>
                <a:latin typeface="Times New Roman"/>
                <a:cs typeface="Times New Roman"/>
              </a:rPr>
              <a:t> </a:t>
            </a:r>
            <a:r>
              <a:rPr spc="-10" dirty="0">
                <a:solidFill>
                  <a:srgbClr val="3C3C3C"/>
                </a:solidFill>
                <a:latin typeface="Times New Roman"/>
                <a:cs typeface="Times New Roman"/>
              </a:rPr>
              <a:t>body.</a:t>
            </a:r>
            <a:endParaRPr dirty="0">
              <a:latin typeface="Times New Roman"/>
              <a:cs typeface="Times New Roman"/>
            </a:endParaRPr>
          </a:p>
          <a:p>
            <a:pPr marL="318770" marR="5080" indent="-306705">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Consultants</a:t>
            </a:r>
            <a:r>
              <a:rPr spc="-45" dirty="0">
                <a:solidFill>
                  <a:srgbClr val="3C3C3C"/>
                </a:solidFill>
                <a:latin typeface="Times New Roman"/>
                <a:cs typeface="Times New Roman"/>
              </a:rPr>
              <a:t> </a:t>
            </a:r>
            <a:r>
              <a:rPr dirty="0">
                <a:solidFill>
                  <a:srgbClr val="3C3C3C"/>
                </a:solidFill>
                <a:latin typeface="Times New Roman"/>
                <a:cs typeface="Times New Roman"/>
              </a:rPr>
              <a:t>are</a:t>
            </a:r>
            <a:r>
              <a:rPr spc="-25" dirty="0">
                <a:solidFill>
                  <a:srgbClr val="3C3C3C"/>
                </a:solidFill>
                <a:latin typeface="Times New Roman"/>
                <a:cs typeface="Times New Roman"/>
              </a:rPr>
              <a:t> </a:t>
            </a:r>
            <a:r>
              <a:rPr dirty="0">
                <a:solidFill>
                  <a:srgbClr val="3C3C3C"/>
                </a:solidFill>
                <a:latin typeface="Times New Roman"/>
                <a:cs typeface="Times New Roman"/>
              </a:rPr>
              <a:t>typically</a:t>
            </a:r>
            <a:r>
              <a:rPr spc="-60" dirty="0">
                <a:solidFill>
                  <a:srgbClr val="3C3C3C"/>
                </a:solidFill>
                <a:latin typeface="Times New Roman"/>
                <a:cs typeface="Times New Roman"/>
              </a:rPr>
              <a:t> </a:t>
            </a:r>
            <a:r>
              <a:rPr dirty="0">
                <a:solidFill>
                  <a:srgbClr val="3C3C3C"/>
                </a:solidFill>
                <a:latin typeface="Times New Roman"/>
                <a:cs typeface="Times New Roman"/>
              </a:rPr>
              <a:t>used</a:t>
            </a:r>
            <a:r>
              <a:rPr spc="-20"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assess</a:t>
            </a:r>
            <a:r>
              <a:rPr spc="-20" dirty="0">
                <a:solidFill>
                  <a:srgbClr val="3C3C3C"/>
                </a:solidFill>
                <a:latin typeface="Times New Roman"/>
                <a:cs typeface="Times New Roman"/>
              </a:rPr>
              <a:t> </a:t>
            </a:r>
            <a:r>
              <a:rPr dirty="0">
                <a:solidFill>
                  <a:srgbClr val="3C3C3C"/>
                </a:solidFill>
                <a:latin typeface="Times New Roman"/>
                <a:cs typeface="Times New Roman"/>
              </a:rPr>
              <a:t>some</a:t>
            </a:r>
            <a:r>
              <a:rPr spc="-20" dirty="0">
                <a:solidFill>
                  <a:srgbClr val="3C3C3C"/>
                </a:solidFill>
                <a:latin typeface="Times New Roman"/>
                <a:cs typeface="Times New Roman"/>
              </a:rPr>
              <a:t> </a:t>
            </a:r>
            <a:r>
              <a:rPr dirty="0">
                <a:solidFill>
                  <a:srgbClr val="3C3C3C"/>
                </a:solidFill>
                <a:latin typeface="Times New Roman"/>
                <a:cs typeface="Times New Roman"/>
              </a:rPr>
              <a:t>aspect</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an</a:t>
            </a:r>
            <a:r>
              <a:rPr spc="-30" dirty="0">
                <a:solidFill>
                  <a:srgbClr val="3C3C3C"/>
                </a:solidFill>
                <a:latin typeface="Times New Roman"/>
                <a:cs typeface="Times New Roman"/>
              </a:rPr>
              <a:t> </a:t>
            </a:r>
            <a:r>
              <a:rPr dirty="0">
                <a:solidFill>
                  <a:srgbClr val="3C3C3C"/>
                </a:solidFill>
                <a:latin typeface="Times New Roman"/>
                <a:cs typeface="Times New Roman"/>
              </a:rPr>
              <a:t>organization</a:t>
            </a:r>
            <a:r>
              <a:rPr spc="-45"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to </a:t>
            </a:r>
            <a:r>
              <a:rPr dirty="0">
                <a:solidFill>
                  <a:srgbClr val="3C3C3C"/>
                </a:solidFill>
                <a:latin typeface="Times New Roman"/>
                <a:cs typeface="Times New Roman"/>
              </a:rPr>
              <a:t>make</a:t>
            </a:r>
            <a:r>
              <a:rPr spc="-25" dirty="0">
                <a:solidFill>
                  <a:srgbClr val="3C3C3C"/>
                </a:solidFill>
                <a:latin typeface="Times New Roman"/>
                <a:cs typeface="Times New Roman"/>
              </a:rPr>
              <a:t> </a:t>
            </a:r>
            <a:r>
              <a:rPr dirty="0">
                <a:solidFill>
                  <a:srgbClr val="3C3C3C"/>
                </a:solidFill>
                <a:latin typeface="Times New Roman"/>
                <a:cs typeface="Times New Roman"/>
              </a:rPr>
              <a:t>proposals</a:t>
            </a:r>
            <a:r>
              <a:rPr spc="-30" dirty="0">
                <a:solidFill>
                  <a:srgbClr val="3C3C3C"/>
                </a:solidFill>
                <a:latin typeface="Times New Roman"/>
                <a:cs typeface="Times New Roman"/>
              </a:rPr>
              <a:t> </a:t>
            </a:r>
            <a:r>
              <a:rPr dirty="0">
                <a:solidFill>
                  <a:srgbClr val="3C3C3C"/>
                </a:solidFill>
                <a:latin typeface="Times New Roman"/>
                <a:cs typeface="Times New Roman"/>
              </a:rPr>
              <a:t>for</a:t>
            </a:r>
            <a:r>
              <a:rPr spc="-20" dirty="0">
                <a:solidFill>
                  <a:srgbClr val="3C3C3C"/>
                </a:solidFill>
                <a:latin typeface="Times New Roman"/>
                <a:cs typeface="Times New Roman"/>
              </a:rPr>
              <a:t> </a:t>
            </a:r>
            <a:r>
              <a:rPr spc="-10" dirty="0">
                <a:solidFill>
                  <a:srgbClr val="3C3C3C"/>
                </a:solidFill>
                <a:latin typeface="Times New Roman"/>
                <a:cs typeface="Times New Roman"/>
              </a:rPr>
              <a:t>improvements.</a:t>
            </a:r>
            <a:r>
              <a:rPr spc="-6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end</a:t>
            </a:r>
            <a:r>
              <a:rPr spc="-25" dirty="0">
                <a:solidFill>
                  <a:srgbClr val="3C3C3C"/>
                </a:solidFill>
                <a:latin typeface="Times New Roman"/>
                <a:cs typeface="Times New Roman"/>
              </a:rPr>
              <a:t> </a:t>
            </a:r>
            <a:r>
              <a:rPr dirty="0">
                <a:solidFill>
                  <a:srgbClr val="3C3C3C"/>
                </a:solidFill>
                <a:latin typeface="Times New Roman"/>
                <a:cs typeface="Times New Roman"/>
              </a:rPr>
              <a:t>product</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consultancy</a:t>
            </a:r>
            <a:r>
              <a:rPr spc="-40" dirty="0">
                <a:solidFill>
                  <a:srgbClr val="3C3C3C"/>
                </a:solidFill>
                <a:latin typeface="Times New Roman"/>
                <a:cs typeface="Times New Roman"/>
              </a:rPr>
              <a:t> </a:t>
            </a:r>
            <a:r>
              <a:rPr dirty="0">
                <a:solidFill>
                  <a:srgbClr val="3C3C3C"/>
                </a:solidFill>
                <a:latin typeface="Times New Roman"/>
                <a:cs typeface="Times New Roman"/>
              </a:rPr>
              <a:t>project</a:t>
            </a:r>
            <a:r>
              <a:rPr spc="-35" dirty="0">
                <a:solidFill>
                  <a:srgbClr val="3C3C3C"/>
                </a:solidFill>
                <a:latin typeface="Times New Roman"/>
                <a:cs typeface="Times New Roman"/>
              </a:rPr>
              <a:t> </a:t>
            </a:r>
            <a:r>
              <a:rPr spc="-25" dirty="0">
                <a:solidFill>
                  <a:srgbClr val="3C3C3C"/>
                </a:solidFill>
                <a:latin typeface="Times New Roman"/>
                <a:cs typeface="Times New Roman"/>
              </a:rPr>
              <a:t>is </a:t>
            </a:r>
            <a:r>
              <a:rPr dirty="0">
                <a:solidFill>
                  <a:srgbClr val="3C3C3C"/>
                </a:solidFill>
                <a:latin typeface="Times New Roman"/>
                <a:cs typeface="Times New Roman"/>
              </a:rPr>
              <a:t>therefore</a:t>
            </a:r>
            <a:r>
              <a:rPr spc="-20" dirty="0">
                <a:solidFill>
                  <a:srgbClr val="3C3C3C"/>
                </a:solidFill>
                <a:latin typeface="Times New Roman"/>
                <a:cs typeface="Times New Roman"/>
              </a:rPr>
              <a:t> </a:t>
            </a:r>
            <a:r>
              <a:rPr dirty="0">
                <a:solidFill>
                  <a:srgbClr val="3C3C3C"/>
                </a:solidFill>
                <a:latin typeface="Times New Roman"/>
                <a:cs typeface="Times New Roman"/>
              </a:rPr>
              <a:t>usually</a:t>
            </a:r>
            <a:r>
              <a:rPr spc="-25" dirty="0">
                <a:solidFill>
                  <a:srgbClr val="3C3C3C"/>
                </a:solidFill>
                <a:latin typeface="Times New Roman"/>
                <a:cs typeface="Times New Roman"/>
              </a:rPr>
              <a:t> </a:t>
            </a:r>
            <a:r>
              <a:rPr dirty="0">
                <a:solidFill>
                  <a:srgbClr val="3C3C3C"/>
                </a:solidFill>
                <a:latin typeface="Times New Roman"/>
                <a:cs typeface="Times New Roman"/>
              </a:rPr>
              <a:t>a report</a:t>
            </a:r>
            <a:r>
              <a:rPr spc="-5" dirty="0">
                <a:solidFill>
                  <a:srgbClr val="3C3C3C"/>
                </a:solidFill>
                <a:latin typeface="Times New Roman"/>
                <a:cs typeface="Times New Roman"/>
              </a:rPr>
              <a:t> </a:t>
            </a:r>
            <a:r>
              <a:rPr dirty="0">
                <a:solidFill>
                  <a:srgbClr val="3C3C3C"/>
                </a:solidFill>
                <a:latin typeface="Times New Roman"/>
                <a:cs typeface="Times New Roman"/>
              </a:rPr>
              <a:t>or other</a:t>
            </a:r>
            <a:r>
              <a:rPr spc="-20" dirty="0">
                <a:solidFill>
                  <a:srgbClr val="3C3C3C"/>
                </a:solidFill>
                <a:latin typeface="Times New Roman"/>
                <a:cs typeface="Times New Roman"/>
              </a:rPr>
              <a:t> </a:t>
            </a:r>
            <a:r>
              <a:rPr spc="-10" dirty="0">
                <a:solidFill>
                  <a:srgbClr val="3C3C3C"/>
                </a:solidFill>
                <a:latin typeface="Times New Roman"/>
                <a:cs typeface="Times New Roman"/>
              </a:rPr>
              <a:t>document.</a:t>
            </a:r>
            <a:endParaRPr dirty="0">
              <a:latin typeface="Times New Roman"/>
              <a:cs typeface="Times New Roman"/>
            </a:endParaRPr>
          </a:p>
          <a:p>
            <a:pPr marL="318770" marR="175895" indent="-306705">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Consultancy</a:t>
            </a:r>
            <a:r>
              <a:rPr spc="-55" dirty="0">
                <a:solidFill>
                  <a:srgbClr val="3C3C3C"/>
                </a:solidFill>
                <a:latin typeface="Times New Roman"/>
                <a:cs typeface="Times New Roman"/>
              </a:rPr>
              <a:t> </a:t>
            </a:r>
            <a:r>
              <a:rPr dirty="0">
                <a:solidFill>
                  <a:srgbClr val="3C3C3C"/>
                </a:solidFill>
                <a:latin typeface="Times New Roman"/>
                <a:cs typeface="Times New Roman"/>
              </a:rPr>
              <a:t>projects</a:t>
            </a:r>
            <a:r>
              <a:rPr spc="-35" dirty="0">
                <a:solidFill>
                  <a:srgbClr val="3C3C3C"/>
                </a:solidFill>
                <a:latin typeface="Times New Roman"/>
                <a:cs typeface="Times New Roman"/>
              </a:rPr>
              <a:t> </a:t>
            </a:r>
            <a:r>
              <a:rPr dirty="0">
                <a:solidFill>
                  <a:srgbClr val="3C3C3C"/>
                </a:solidFill>
                <a:latin typeface="Times New Roman"/>
                <a:cs typeface="Times New Roman"/>
              </a:rPr>
              <a:t>are</a:t>
            </a:r>
            <a:r>
              <a:rPr spc="-25" dirty="0">
                <a:solidFill>
                  <a:srgbClr val="3C3C3C"/>
                </a:solidFill>
                <a:latin typeface="Times New Roman"/>
                <a:cs typeface="Times New Roman"/>
              </a:rPr>
              <a:t> </a:t>
            </a:r>
            <a:r>
              <a:rPr dirty="0">
                <a:solidFill>
                  <a:srgbClr val="3C3C3C"/>
                </a:solidFill>
                <a:latin typeface="Times New Roman"/>
                <a:cs typeface="Times New Roman"/>
              </a:rPr>
              <a:t>usually</a:t>
            </a:r>
            <a:r>
              <a:rPr spc="-35" dirty="0">
                <a:solidFill>
                  <a:srgbClr val="3C3C3C"/>
                </a:solidFill>
                <a:latin typeface="Times New Roman"/>
                <a:cs typeface="Times New Roman"/>
              </a:rPr>
              <a:t> </a:t>
            </a:r>
            <a:r>
              <a:rPr dirty="0">
                <a:solidFill>
                  <a:srgbClr val="3C3C3C"/>
                </a:solidFill>
                <a:latin typeface="Times New Roman"/>
                <a:cs typeface="Times New Roman"/>
              </a:rPr>
              <a:t>undertaken</a:t>
            </a:r>
            <a:r>
              <a:rPr spc="-35" dirty="0">
                <a:solidFill>
                  <a:srgbClr val="3C3C3C"/>
                </a:solidFill>
                <a:latin typeface="Times New Roman"/>
                <a:cs typeface="Times New Roman"/>
              </a:rPr>
              <a:t> </a:t>
            </a:r>
            <a:r>
              <a:rPr dirty="0">
                <a:solidFill>
                  <a:srgbClr val="3C3C3C"/>
                </a:solidFill>
                <a:latin typeface="Times New Roman"/>
                <a:cs typeface="Times New Roman"/>
              </a:rPr>
              <a:t>for</a:t>
            </a:r>
            <a:r>
              <a:rPr spc="-10"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dirty="0">
                <a:solidFill>
                  <a:srgbClr val="3C3C3C"/>
                </a:solidFill>
                <a:latin typeface="Times New Roman"/>
                <a:cs typeface="Times New Roman"/>
              </a:rPr>
              <a:t>fixed</a:t>
            </a:r>
            <a:r>
              <a:rPr spc="-35" dirty="0">
                <a:solidFill>
                  <a:srgbClr val="3C3C3C"/>
                </a:solidFill>
                <a:latin typeface="Times New Roman"/>
                <a:cs typeface="Times New Roman"/>
              </a:rPr>
              <a:t> </a:t>
            </a:r>
            <a:r>
              <a:rPr dirty="0">
                <a:solidFill>
                  <a:srgbClr val="3C3C3C"/>
                </a:solidFill>
                <a:latin typeface="Times New Roman"/>
                <a:cs typeface="Times New Roman"/>
              </a:rPr>
              <a:t>price</a:t>
            </a:r>
            <a:r>
              <a:rPr spc="-25" dirty="0">
                <a:solidFill>
                  <a:srgbClr val="3C3C3C"/>
                </a:solidFill>
                <a:latin typeface="Times New Roman"/>
                <a:cs typeface="Times New Roman"/>
              </a:rPr>
              <a:t> </a:t>
            </a:r>
            <a:r>
              <a:rPr dirty="0">
                <a:solidFill>
                  <a:srgbClr val="3C3C3C"/>
                </a:solidFill>
                <a:latin typeface="Times New Roman"/>
                <a:cs typeface="Times New Roman"/>
              </a:rPr>
              <a:t>but</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form</a:t>
            </a:r>
            <a:r>
              <a:rPr spc="-35" dirty="0">
                <a:solidFill>
                  <a:srgbClr val="3C3C3C"/>
                </a:solidFill>
                <a:latin typeface="Times New Roman"/>
                <a:cs typeface="Times New Roman"/>
              </a:rPr>
              <a:t> </a:t>
            </a:r>
            <a:r>
              <a:rPr spc="-25" dirty="0">
                <a:solidFill>
                  <a:srgbClr val="3C3C3C"/>
                </a:solidFill>
                <a:latin typeface="Times New Roman"/>
                <a:cs typeface="Times New Roman"/>
              </a:rPr>
              <a:t>of </a:t>
            </a:r>
            <a:r>
              <a:rPr dirty="0">
                <a:solidFill>
                  <a:srgbClr val="3C3C3C"/>
                </a:solidFill>
                <a:latin typeface="Times New Roman"/>
                <a:cs typeface="Times New Roman"/>
              </a:rPr>
              <a:t>contract</a:t>
            </a:r>
            <a:r>
              <a:rPr spc="-30" dirty="0">
                <a:solidFill>
                  <a:srgbClr val="3C3C3C"/>
                </a:solidFill>
                <a:latin typeface="Times New Roman"/>
                <a:cs typeface="Times New Roman"/>
              </a:rPr>
              <a:t> </a:t>
            </a:r>
            <a:r>
              <a:rPr dirty="0">
                <a:solidFill>
                  <a:srgbClr val="3C3C3C"/>
                </a:solidFill>
                <a:latin typeface="Times New Roman"/>
                <a:cs typeface="Times New Roman"/>
              </a:rPr>
              <a:t>is</a:t>
            </a:r>
            <a:r>
              <a:rPr spc="-15" dirty="0">
                <a:solidFill>
                  <a:srgbClr val="3C3C3C"/>
                </a:solidFill>
                <a:latin typeface="Times New Roman"/>
                <a:cs typeface="Times New Roman"/>
              </a:rPr>
              <a:t> </a:t>
            </a:r>
            <a:r>
              <a:rPr dirty="0">
                <a:solidFill>
                  <a:srgbClr val="3C3C3C"/>
                </a:solidFill>
                <a:latin typeface="Times New Roman"/>
                <a:cs typeface="Times New Roman"/>
              </a:rPr>
              <a:t>very</a:t>
            </a:r>
            <a:r>
              <a:rPr spc="-20" dirty="0">
                <a:solidFill>
                  <a:srgbClr val="3C3C3C"/>
                </a:solidFill>
                <a:latin typeface="Times New Roman"/>
                <a:cs typeface="Times New Roman"/>
              </a:rPr>
              <a:t> </a:t>
            </a:r>
            <a:r>
              <a:rPr dirty="0">
                <a:solidFill>
                  <a:srgbClr val="3C3C3C"/>
                </a:solidFill>
                <a:latin typeface="Times New Roman"/>
                <a:cs typeface="Times New Roman"/>
              </a:rPr>
              <a:t>much</a:t>
            </a:r>
            <a:r>
              <a:rPr spc="-10" dirty="0">
                <a:solidFill>
                  <a:srgbClr val="3C3C3C"/>
                </a:solidFill>
                <a:latin typeface="Times New Roman"/>
                <a:cs typeface="Times New Roman"/>
              </a:rPr>
              <a:t> </a:t>
            </a:r>
            <a:r>
              <a:rPr dirty="0">
                <a:solidFill>
                  <a:srgbClr val="3C3C3C"/>
                </a:solidFill>
                <a:latin typeface="Times New Roman"/>
                <a:cs typeface="Times New Roman"/>
              </a:rPr>
              <a:t>simpler</a:t>
            </a:r>
            <a:r>
              <a:rPr spc="-5" dirty="0">
                <a:solidFill>
                  <a:srgbClr val="3C3C3C"/>
                </a:solidFill>
                <a:latin typeface="Times New Roman"/>
                <a:cs typeface="Times New Roman"/>
              </a:rPr>
              <a:t> </a:t>
            </a:r>
            <a:r>
              <a:rPr dirty="0">
                <a:solidFill>
                  <a:srgbClr val="3C3C3C"/>
                </a:solidFill>
                <a:latin typeface="Times New Roman"/>
                <a:cs typeface="Times New Roman"/>
              </a:rPr>
              <a:t>than</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fixed</a:t>
            </a:r>
            <a:r>
              <a:rPr spc="-35" dirty="0">
                <a:solidFill>
                  <a:srgbClr val="3C3C3C"/>
                </a:solidFill>
                <a:latin typeface="Times New Roman"/>
                <a:cs typeface="Times New Roman"/>
              </a:rPr>
              <a:t> </a:t>
            </a:r>
            <a:r>
              <a:rPr dirty="0">
                <a:solidFill>
                  <a:srgbClr val="3C3C3C"/>
                </a:solidFill>
                <a:latin typeface="Times New Roman"/>
                <a:cs typeface="Times New Roman"/>
              </a:rPr>
              <a:t>price</a:t>
            </a:r>
            <a:r>
              <a:rPr spc="-10" dirty="0">
                <a:solidFill>
                  <a:srgbClr val="3C3C3C"/>
                </a:solidFill>
                <a:latin typeface="Times New Roman"/>
                <a:cs typeface="Times New Roman"/>
              </a:rPr>
              <a:t> </a:t>
            </a:r>
            <a:r>
              <a:rPr dirty="0">
                <a:solidFill>
                  <a:srgbClr val="3C3C3C"/>
                </a:solidFill>
                <a:latin typeface="Times New Roman"/>
                <a:cs typeface="Times New Roman"/>
              </a:rPr>
              <a:t>contracts</a:t>
            </a:r>
            <a:r>
              <a:rPr spc="-75" dirty="0">
                <a:solidFill>
                  <a:srgbClr val="3C3C3C"/>
                </a:solidFill>
                <a:latin typeface="Times New Roman"/>
                <a:cs typeface="Times New Roman"/>
              </a:rPr>
              <a:t> </a:t>
            </a:r>
            <a:r>
              <a:rPr dirty="0">
                <a:solidFill>
                  <a:srgbClr val="3C3C3C"/>
                </a:solidFill>
                <a:latin typeface="Times New Roman"/>
                <a:cs typeface="Times New Roman"/>
              </a:rPr>
              <a:t>so</a:t>
            </a:r>
            <a:r>
              <a:rPr spc="-15" dirty="0">
                <a:solidFill>
                  <a:srgbClr val="3C3C3C"/>
                </a:solidFill>
                <a:latin typeface="Times New Roman"/>
                <a:cs typeface="Times New Roman"/>
              </a:rPr>
              <a:t> </a:t>
            </a:r>
            <a:r>
              <a:rPr dirty="0">
                <a:solidFill>
                  <a:srgbClr val="3C3C3C"/>
                </a:solidFill>
                <a:latin typeface="Times New Roman"/>
                <a:cs typeface="Times New Roman"/>
              </a:rPr>
              <a:t>far</a:t>
            </a:r>
            <a:r>
              <a:rPr spc="-15" dirty="0">
                <a:solidFill>
                  <a:srgbClr val="3C3C3C"/>
                </a:solidFill>
                <a:latin typeface="Times New Roman"/>
                <a:cs typeface="Times New Roman"/>
              </a:rPr>
              <a:t> </a:t>
            </a:r>
            <a:r>
              <a:rPr spc="-10" dirty="0">
                <a:solidFill>
                  <a:srgbClr val="3C3C3C"/>
                </a:solidFill>
                <a:latin typeface="Times New Roman"/>
                <a:cs typeface="Times New Roman"/>
              </a:rPr>
              <a:t>described.</a:t>
            </a:r>
            <a:endParaRPr dirty="0">
              <a:latin typeface="Times New Roman"/>
              <a:cs typeface="Times New Roman"/>
            </a:endParaRPr>
          </a:p>
        </p:txBody>
      </p:sp>
    </p:spTree>
    <p:extLst>
      <p:ext uri="{BB962C8B-B14F-4D97-AF65-F5344CB8AC3E}">
        <p14:creationId xmlns:p14="http://schemas.microsoft.com/office/powerpoint/2010/main" val="3169239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353FB9-F185-4A32-A8AA-5CA6653F32F3}"/>
              </a:ext>
            </a:extLst>
          </p:cNvPr>
          <p:cNvSpPr>
            <a:spLocks noGrp="1"/>
          </p:cNvSpPr>
          <p:nvPr>
            <p:ph type="title"/>
          </p:nvPr>
        </p:nvSpPr>
        <p:spPr/>
        <p:txBody>
          <a:bodyPr/>
          <a:lstStyle/>
          <a:p>
            <a:r>
              <a:rPr lang="en-US" dirty="0"/>
              <a:t>Contract  </a:t>
            </a:r>
            <a:r>
              <a:rPr lang="en-US" dirty="0" err="1"/>
              <a:t>TriagE</a:t>
            </a:r>
            <a:endParaRPr lang="en-US" dirty="0"/>
          </a:p>
        </p:txBody>
      </p:sp>
      <p:sp>
        <p:nvSpPr>
          <p:cNvPr id="5" name="Content Placeholder 4">
            <a:extLst>
              <a:ext uri="{FF2B5EF4-FFF2-40B4-BE49-F238E27FC236}">
                <a16:creationId xmlns:a16="http://schemas.microsoft.com/office/drawing/2014/main" id="{BA5A13DD-B834-5B96-D4D9-4FA6AF9506B0}"/>
              </a:ext>
            </a:extLst>
          </p:cNvPr>
          <p:cNvSpPr>
            <a:spLocks noGrp="1"/>
          </p:cNvSpPr>
          <p:nvPr>
            <p:ph idx="1"/>
          </p:nvPr>
        </p:nvSpPr>
        <p:spPr>
          <a:xfrm>
            <a:off x="581192" y="2180497"/>
            <a:ext cx="11029615" cy="2467704"/>
          </a:xfrm>
        </p:spPr>
        <p:txBody>
          <a:bodyPr>
            <a:normAutofit/>
          </a:bodyPr>
          <a:lstStyle/>
          <a:p>
            <a:r>
              <a:rPr lang="en-US" sz="2400" dirty="0"/>
              <a:t> When you learn to fly, you are taught how to land before being taught how to take off. That way, you can never be left in a tricky situation. For the same reason I shall start with what to do when you are in a difficult position and then go on to a general explanation of computer contracts.</a:t>
            </a:r>
          </a:p>
        </p:txBody>
      </p:sp>
    </p:spTree>
    <p:extLst>
      <p:ext uri="{BB962C8B-B14F-4D97-AF65-F5344CB8AC3E}">
        <p14:creationId xmlns:p14="http://schemas.microsoft.com/office/powerpoint/2010/main" val="1565983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E5D68-825B-7212-E539-9CBD467D8348}"/>
              </a:ext>
            </a:extLst>
          </p:cNvPr>
          <p:cNvSpPr>
            <a:spLocks noGrp="1"/>
          </p:cNvSpPr>
          <p:nvPr>
            <p:ph type="title"/>
          </p:nvPr>
        </p:nvSpPr>
        <p:spPr/>
        <p:txBody>
          <a:bodyPr/>
          <a:lstStyle/>
          <a:p>
            <a:r>
              <a:rPr lang="en-US" dirty="0"/>
              <a:t>The position in which you may find yourself</a:t>
            </a:r>
          </a:p>
        </p:txBody>
      </p:sp>
      <p:sp>
        <p:nvSpPr>
          <p:cNvPr id="3" name="Content Placeholder 2">
            <a:extLst>
              <a:ext uri="{FF2B5EF4-FFF2-40B4-BE49-F238E27FC236}">
                <a16:creationId xmlns:a16="http://schemas.microsoft.com/office/drawing/2014/main" id="{402B461E-9B2A-685B-F07D-3A67AF980F95}"/>
              </a:ext>
            </a:extLst>
          </p:cNvPr>
          <p:cNvSpPr>
            <a:spLocks noGrp="1"/>
          </p:cNvSpPr>
          <p:nvPr>
            <p:ph idx="1"/>
          </p:nvPr>
        </p:nvSpPr>
        <p:spPr/>
        <p:txBody>
          <a:bodyPr/>
          <a:lstStyle/>
          <a:p>
            <a:pPr marL="0" indent="0">
              <a:buNone/>
            </a:pPr>
            <a:r>
              <a:rPr lang="en-US" dirty="0"/>
              <a:t>There are three main possibilities: </a:t>
            </a:r>
          </a:p>
          <a:p>
            <a:pPr marL="342900" indent="-342900">
              <a:buAutoNum type="alphaLcParenBoth"/>
            </a:pPr>
            <a:r>
              <a:rPr lang="en-US" dirty="0"/>
              <a:t>You and the other side immediately agree on a perfect contract that covers all the points properly (dream on!), or, </a:t>
            </a:r>
          </a:p>
          <a:p>
            <a:pPr marL="342900" indent="-342900">
              <a:buAutoNum type="alphaLcParenBoth"/>
            </a:pPr>
            <a:r>
              <a:rPr lang="en-US" dirty="0"/>
              <a:t>You are offered a somewhat unattractive contract by the other side that is slightly thinner than a telephone directory and does not cover the points properly, or, </a:t>
            </a:r>
          </a:p>
          <a:p>
            <a:pPr marL="342900" indent="-342900">
              <a:buAutoNum type="alphaLcParenBoth"/>
            </a:pPr>
            <a:r>
              <a:rPr lang="en-US" dirty="0"/>
              <a:t>You are offered no contractual terms by the other side and the client expects you to come up with some – instantly</a:t>
            </a:r>
          </a:p>
        </p:txBody>
      </p:sp>
    </p:spTree>
    <p:extLst>
      <p:ext uri="{BB962C8B-B14F-4D97-AF65-F5344CB8AC3E}">
        <p14:creationId xmlns:p14="http://schemas.microsoft.com/office/powerpoint/2010/main" val="1961114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7074C-3724-B608-0B08-66C8CE7B7614}"/>
              </a:ext>
            </a:extLst>
          </p:cNvPr>
          <p:cNvSpPr>
            <a:spLocks noGrp="1"/>
          </p:cNvSpPr>
          <p:nvPr>
            <p:ph type="title"/>
          </p:nvPr>
        </p:nvSpPr>
        <p:spPr/>
        <p:txBody>
          <a:bodyPr>
            <a:normAutofit/>
          </a:bodyPr>
          <a:lstStyle/>
          <a:p>
            <a:r>
              <a:rPr lang="en-US" dirty="0"/>
              <a:t>What to do with an unattractive contract offered to you by the other side</a:t>
            </a:r>
          </a:p>
        </p:txBody>
      </p:sp>
      <p:sp>
        <p:nvSpPr>
          <p:cNvPr id="3" name="Content Placeholder 2">
            <a:extLst>
              <a:ext uri="{FF2B5EF4-FFF2-40B4-BE49-F238E27FC236}">
                <a16:creationId xmlns:a16="http://schemas.microsoft.com/office/drawing/2014/main" id="{3E34D50D-A79E-4D1F-3C66-713CD939FC78}"/>
              </a:ext>
            </a:extLst>
          </p:cNvPr>
          <p:cNvSpPr>
            <a:spLocks noGrp="1"/>
          </p:cNvSpPr>
          <p:nvPr>
            <p:ph idx="1"/>
          </p:nvPr>
        </p:nvSpPr>
        <p:spPr/>
        <p:txBody>
          <a:bodyPr>
            <a:normAutofit/>
          </a:bodyPr>
          <a:lstStyle/>
          <a:p>
            <a:pPr marL="0" indent="0">
              <a:buNone/>
            </a:pPr>
            <a:r>
              <a:rPr lang="en-US" dirty="0"/>
              <a:t>a)DO NOT PANIC! There is a lot that you can do. </a:t>
            </a:r>
          </a:p>
          <a:p>
            <a:pPr marL="0" indent="0">
              <a:buNone/>
            </a:pPr>
            <a:r>
              <a:rPr lang="en-US" dirty="0"/>
              <a:t>(b) Assess whether the other side is particularly wedded to their contract. It is possible that they themselves regard it as being just as bad as you do, particularly if it has caused problems with other customers in the past. In that case the production by you of a short, easy to read contract written in plain English may be very welcome to them. (Indeed, they may adopt it as their standard form contract in future). </a:t>
            </a:r>
          </a:p>
          <a:p>
            <a:pPr marL="0" indent="0">
              <a:buNone/>
            </a:pPr>
            <a:r>
              <a:rPr lang="en-US" dirty="0"/>
              <a:t>(c) If they do insist on their own contract, assess whether they will accept any changes to it. If they will not, you have a stark choice – either accept the contract as it is or walk away. </a:t>
            </a:r>
          </a:p>
          <a:p>
            <a:pPr marL="0" indent="0">
              <a:buNone/>
            </a:pPr>
            <a:r>
              <a:rPr lang="en-US" dirty="0"/>
              <a:t>(d) If they are prepared to accept some amendments and you are under time pressure do not waste your ammunition. Pick out no more than 10 points that you want to change and put them in a supplemental agreement or letter to the other side. Make them sound as reasonable as possible (in order to make it as difficult as possible for the other side to object to the changes).</a:t>
            </a:r>
          </a:p>
        </p:txBody>
      </p:sp>
    </p:spTree>
    <p:extLst>
      <p:ext uri="{BB962C8B-B14F-4D97-AF65-F5344CB8AC3E}">
        <p14:creationId xmlns:p14="http://schemas.microsoft.com/office/powerpoint/2010/main" val="1785360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A4F447-0DDB-4724-AAE0-ECAA7D86DA00}"/>
              </a:ext>
            </a:extLst>
          </p:cNvPr>
          <p:cNvSpPr>
            <a:spLocks noGrp="1"/>
          </p:cNvSpPr>
          <p:nvPr>
            <p:ph type="ctrTitle"/>
          </p:nvPr>
        </p:nvSpPr>
        <p:spPr>
          <a:xfrm>
            <a:off x="1198451" y="4114800"/>
            <a:ext cx="10993549" cy="1475013"/>
          </a:xfrm>
        </p:spPr>
        <p:txBody>
          <a:bodyPr/>
          <a:lstStyle/>
          <a:p>
            <a:r>
              <a:rPr lang="en-US" dirty="0">
                <a:solidFill>
                  <a:schemeClr val="bg1"/>
                </a:solidFill>
              </a:rPr>
              <a:t>Structure of Contract</a:t>
            </a:r>
            <a:endParaRPr lang="en-PK" dirty="0">
              <a:solidFill>
                <a:schemeClr val="bg1"/>
              </a:solidFill>
            </a:endParaRPr>
          </a:p>
        </p:txBody>
      </p:sp>
    </p:spTree>
    <p:extLst>
      <p:ext uri="{BB962C8B-B14F-4D97-AF65-F5344CB8AC3E}">
        <p14:creationId xmlns:p14="http://schemas.microsoft.com/office/powerpoint/2010/main" val="1837984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72056" y="600456"/>
            <a:ext cx="8239125" cy="1259205"/>
          </a:xfrm>
          <a:custGeom>
            <a:avLst/>
            <a:gdLst/>
            <a:ahLst/>
            <a:cxnLst/>
            <a:rect l="l" t="t" r="r" b="b"/>
            <a:pathLst>
              <a:path w="8239125" h="1259205">
                <a:moveTo>
                  <a:pt x="8238744" y="0"/>
                </a:moveTo>
                <a:lnTo>
                  <a:pt x="0" y="0"/>
                </a:lnTo>
                <a:lnTo>
                  <a:pt x="0" y="1258824"/>
                </a:lnTo>
                <a:lnTo>
                  <a:pt x="8238744" y="1258824"/>
                </a:lnTo>
                <a:lnTo>
                  <a:pt x="8238744" y="0"/>
                </a:lnTo>
                <a:close/>
              </a:path>
            </a:pathLst>
          </a:custGeom>
          <a:solidFill>
            <a:srgbClr val="4D1334"/>
          </a:solidFill>
        </p:spPr>
        <p:txBody>
          <a:bodyPr wrap="square" lIns="0" tIns="0" rIns="0" bIns="0" rtlCol="0"/>
          <a:lstStyle/>
          <a:p>
            <a:endParaRPr/>
          </a:p>
        </p:txBody>
      </p:sp>
      <p:sp>
        <p:nvSpPr>
          <p:cNvPr id="3" name="object 3"/>
          <p:cNvSpPr txBox="1">
            <a:spLocks noGrp="1"/>
          </p:cNvSpPr>
          <p:nvPr>
            <p:ph type="title"/>
          </p:nvPr>
        </p:nvSpPr>
        <p:spPr>
          <a:xfrm>
            <a:off x="685800" y="3124200"/>
            <a:ext cx="10653003" cy="1023279"/>
          </a:xfrm>
          <a:prstGeom prst="rect">
            <a:avLst/>
          </a:prstGeom>
        </p:spPr>
        <p:txBody>
          <a:bodyPr vert="horz" wrap="square" lIns="0" tIns="159943" rIns="0" bIns="0" rtlCol="0" anchor="b">
            <a:spAutoFit/>
          </a:bodyPr>
          <a:lstStyle/>
          <a:p>
            <a:pPr marL="655955" marR="5080" indent="-643255">
              <a:spcBef>
                <a:spcPts val="95"/>
              </a:spcBef>
            </a:pPr>
            <a:r>
              <a:rPr dirty="0">
                <a:solidFill>
                  <a:schemeClr val="tx1"/>
                </a:solidFill>
              </a:rPr>
              <a:t>CONTRACTS</a:t>
            </a:r>
            <a:r>
              <a:rPr spc="-30" dirty="0">
                <a:solidFill>
                  <a:schemeClr val="tx1"/>
                </a:solidFill>
              </a:rPr>
              <a:t> </a:t>
            </a:r>
            <a:r>
              <a:rPr dirty="0">
                <a:solidFill>
                  <a:schemeClr val="tx1"/>
                </a:solidFill>
              </a:rPr>
              <a:t>FOR</a:t>
            </a:r>
            <a:r>
              <a:rPr spc="-100" dirty="0">
                <a:solidFill>
                  <a:schemeClr val="tx1"/>
                </a:solidFill>
              </a:rPr>
              <a:t> </a:t>
            </a:r>
            <a:r>
              <a:rPr dirty="0">
                <a:solidFill>
                  <a:schemeClr val="tx1"/>
                </a:solidFill>
              </a:rPr>
              <a:t>THE</a:t>
            </a:r>
            <a:r>
              <a:rPr spc="-60" dirty="0">
                <a:solidFill>
                  <a:schemeClr val="tx1"/>
                </a:solidFill>
              </a:rPr>
              <a:t> SUPPLY</a:t>
            </a:r>
            <a:r>
              <a:rPr spc="-114" dirty="0">
                <a:solidFill>
                  <a:schemeClr val="tx1"/>
                </a:solidFill>
              </a:rPr>
              <a:t> </a:t>
            </a:r>
            <a:r>
              <a:rPr dirty="0">
                <a:solidFill>
                  <a:schemeClr val="tx1"/>
                </a:solidFill>
              </a:rPr>
              <a:t>OF</a:t>
            </a:r>
            <a:r>
              <a:rPr spc="-145" dirty="0">
                <a:solidFill>
                  <a:schemeClr val="tx1"/>
                </a:solidFill>
              </a:rPr>
              <a:t> </a:t>
            </a:r>
            <a:r>
              <a:rPr spc="-10" dirty="0">
                <a:solidFill>
                  <a:schemeClr val="tx1"/>
                </a:solidFill>
              </a:rPr>
              <a:t>CUSTOM- </a:t>
            </a:r>
            <a:r>
              <a:rPr spc="-55" dirty="0">
                <a:solidFill>
                  <a:schemeClr val="tx1"/>
                </a:solidFill>
              </a:rPr>
              <a:t>BUILT</a:t>
            </a:r>
            <a:r>
              <a:rPr spc="-114" dirty="0">
                <a:solidFill>
                  <a:schemeClr val="tx1"/>
                </a:solidFill>
              </a:rPr>
              <a:t> </a:t>
            </a:r>
            <a:r>
              <a:rPr spc="-60" dirty="0">
                <a:solidFill>
                  <a:schemeClr val="tx1"/>
                </a:solidFill>
              </a:rPr>
              <a:t>SOFTWARE</a:t>
            </a:r>
            <a:r>
              <a:rPr spc="-125" dirty="0">
                <a:solidFill>
                  <a:schemeClr val="tx1"/>
                </a:solidFill>
              </a:rPr>
              <a:t> AT</a:t>
            </a:r>
            <a:r>
              <a:rPr spc="-204" dirty="0">
                <a:solidFill>
                  <a:schemeClr val="tx1"/>
                </a:solidFill>
              </a:rPr>
              <a:t> </a:t>
            </a:r>
            <a:r>
              <a:rPr spc="-30" dirty="0">
                <a:solidFill>
                  <a:schemeClr val="tx1"/>
                </a:solidFill>
              </a:rPr>
              <a:t>A</a:t>
            </a:r>
            <a:r>
              <a:rPr spc="-155" dirty="0">
                <a:solidFill>
                  <a:schemeClr val="tx1"/>
                </a:solidFill>
              </a:rPr>
              <a:t> </a:t>
            </a:r>
            <a:r>
              <a:rPr dirty="0">
                <a:solidFill>
                  <a:schemeClr val="tx1"/>
                </a:solidFill>
              </a:rPr>
              <a:t>FIXED</a:t>
            </a:r>
            <a:r>
              <a:rPr spc="-10" dirty="0">
                <a:solidFill>
                  <a:schemeClr val="tx1"/>
                </a:solidFill>
              </a:rPr>
              <a:t> PRICE</a:t>
            </a:r>
            <a:endParaRPr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199448117"/>
              </p:ext>
            </p:extLst>
          </p:nvPr>
        </p:nvGraphicFramePr>
        <p:xfrm>
          <a:off x="990600" y="441960"/>
          <a:ext cx="9219943" cy="1416685"/>
        </p:xfrm>
        <a:graphic>
          <a:graphicData uri="http://schemas.openxmlformats.org/drawingml/2006/table">
            <a:tbl>
              <a:tblPr firstRow="1" bandRow="1">
                <a:tableStyleId>{2D5ABB26-0587-4C30-8999-92F81FD0307C}</a:tableStyleId>
              </a:tblPr>
              <a:tblGrid>
                <a:gridCol w="3071420">
                  <a:extLst>
                    <a:ext uri="{9D8B030D-6E8A-4147-A177-3AD203B41FA5}">
                      <a16:colId xmlns:a16="http://schemas.microsoft.com/office/drawing/2014/main" val="20000"/>
                    </a:ext>
                  </a:extLst>
                </a:gridCol>
                <a:gridCol w="3087053">
                  <a:extLst>
                    <a:ext uri="{9D8B030D-6E8A-4147-A177-3AD203B41FA5}">
                      <a16:colId xmlns:a16="http://schemas.microsoft.com/office/drawing/2014/main" val="20001"/>
                    </a:ext>
                  </a:extLst>
                </a:gridCol>
                <a:gridCol w="3061470">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dirty="0">
                          <a:solidFill>
                            <a:srgbClr val="FFFFFF"/>
                          </a:solidFill>
                          <a:latin typeface="Times New Roman"/>
                          <a:cs typeface="Times New Roman"/>
                        </a:rPr>
                        <a:t>STRUCTURE</a:t>
                      </a:r>
                      <a:r>
                        <a:rPr sz="2800" b="1" spc="-85" dirty="0">
                          <a:solidFill>
                            <a:srgbClr val="FFFFFF"/>
                          </a:solidFill>
                          <a:latin typeface="Times New Roman"/>
                          <a:cs typeface="Times New Roman"/>
                        </a:rPr>
                        <a:t> </a:t>
                      </a:r>
                      <a:r>
                        <a:rPr sz="2800" b="1" spc="-20" dirty="0">
                          <a:solidFill>
                            <a:srgbClr val="FFFFFF"/>
                          </a:solidFill>
                          <a:latin typeface="Times New Roman"/>
                          <a:cs typeface="Times New Roman"/>
                        </a:rPr>
                        <a:t>OF</a:t>
                      </a:r>
                      <a:r>
                        <a:rPr sz="2800" b="1" spc="-155" dirty="0">
                          <a:solidFill>
                            <a:srgbClr val="FFFFFF"/>
                          </a:solidFill>
                          <a:latin typeface="Times New Roman"/>
                          <a:cs typeface="Times New Roman"/>
                        </a:rPr>
                        <a:t> </a:t>
                      </a:r>
                      <a:r>
                        <a:rPr sz="2800" b="1" dirty="0">
                          <a:solidFill>
                            <a:srgbClr val="FFFFFF"/>
                          </a:solidFill>
                          <a:latin typeface="Times New Roman"/>
                          <a:cs typeface="Times New Roman"/>
                        </a:rPr>
                        <a:t>THE</a:t>
                      </a:r>
                      <a:r>
                        <a:rPr sz="2800" b="1" spc="-75" dirty="0">
                          <a:solidFill>
                            <a:srgbClr val="FFFFFF"/>
                          </a:solidFill>
                          <a:latin typeface="Times New Roman"/>
                          <a:cs typeface="Times New Roman"/>
                        </a:rPr>
                        <a:t> </a:t>
                      </a:r>
                      <a:r>
                        <a:rPr sz="2800" b="1" spc="-10" dirty="0">
                          <a:solidFill>
                            <a:srgbClr val="FFFFFF"/>
                          </a:solidFill>
                          <a:latin typeface="Times New Roman"/>
                          <a:cs typeface="Times New Roman"/>
                        </a:rPr>
                        <a:t>CONTRACT</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0" y="2519553"/>
            <a:ext cx="3843654" cy="1647825"/>
          </a:xfrm>
          <a:prstGeom prst="rect">
            <a:avLst/>
          </a:prstGeom>
        </p:spPr>
        <p:txBody>
          <a:bodyPr vert="horz" wrap="square" lIns="0" tIns="143510" rIns="0" bIns="0" rtlCol="0">
            <a:spAutoFit/>
          </a:bodyPr>
          <a:lstStyle/>
          <a:p>
            <a:pPr marL="318770" indent="-306070">
              <a:spcBef>
                <a:spcPts val="1130"/>
              </a:spcBef>
              <a:buClr>
                <a:srgbClr val="903062"/>
              </a:buClr>
              <a:buSzPct val="91666"/>
              <a:buFont typeface="Cambria"/>
              <a:buChar char="◾"/>
              <a:tabLst>
                <a:tab pos="318770" algn="l"/>
              </a:tabLst>
            </a:pPr>
            <a:r>
              <a:rPr dirty="0">
                <a:solidFill>
                  <a:srgbClr val="3C3C3C"/>
                </a:solidFill>
                <a:latin typeface="Times New Roman"/>
                <a:cs typeface="Times New Roman"/>
              </a:rPr>
              <a:t>A</a:t>
            </a:r>
            <a:r>
              <a:rPr spc="-110" dirty="0">
                <a:solidFill>
                  <a:srgbClr val="3C3C3C"/>
                </a:solidFill>
                <a:latin typeface="Times New Roman"/>
                <a:cs typeface="Times New Roman"/>
              </a:rPr>
              <a:t> </a:t>
            </a:r>
            <a:r>
              <a:rPr dirty="0">
                <a:solidFill>
                  <a:srgbClr val="3C3C3C"/>
                </a:solidFill>
                <a:latin typeface="Times New Roman"/>
                <a:cs typeface="Times New Roman"/>
              </a:rPr>
              <a:t>short</a:t>
            </a:r>
            <a:r>
              <a:rPr spc="-15" dirty="0">
                <a:solidFill>
                  <a:srgbClr val="3C3C3C"/>
                </a:solidFill>
                <a:latin typeface="Times New Roman"/>
                <a:cs typeface="Times New Roman"/>
              </a:rPr>
              <a:t> </a:t>
            </a:r>
            <a:r>
              <a:rPr dirty="0">
                <a:solidFill>
                  <a:srgbClr val="3C3C3C"/>
                </a:solidFill>
                <a:latin typeface="Times New Roman"/>
                <a:cs typeface="Times New Roman"/>
              </a:rPr>
              <a:t>introductory</a:t>
            </a:r>
            <a:r>
              <a:rPr spc="-30" dirty="0">
                <a:solidFill>
                  <a:srgbClr val="3C3C3C"/>
                </a:solidFill>
                <a:latin typeface="Times New Roman"/>
                <a:cs typeface="Times New Roman"/>
              </a:rPr>
              <a:t> </a:t>
            </a:r>
            <a:r>
              <a:rPr spc="-10" dirty="0">
                <a:solidFill>
                  <a:srgbClr val="3C3C3C"/>
                </a:solidFill>
                <a:latin typeface="Times New Roman"/>
                <a:cs typeface="Times New Roman"/>
              </a:rPr>
              <a:t>section</a:t>
            </a:r>
            <a:endParaRPr>
              <a:latin typeface="Times New Roman"/>
              <a:cs typeface="Times New Roman"/>
            </a:endParaRPr>
          </a:p>
          <a:p>
            <a:pPr marL="318770" indent="-306070">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A</a:t>
            </a:r>
            <a:r>
              <a:rPr spc="-110" dirty="0">
                <a:solidFill>
                  <a:srgbClr val="3C3C3C"/>
                </a:solidFill>
                <a:latin typeface="Times New Roman"/>
                <a:cs typeface="Times New Roman"/>
              </a:rPr>
              <a:t> </a:t>
            </a:r>
            <a:r>
              <a:rPr dirty="0">
                <a:solidFill>
                  <a:srgbClr val="3C3C3C"/>
                </a:solidFill>
                <a:latin typeface="Times New Roman"/>
                <a:cs typeface="Times New Roman"/>
              </a:rPr>
              <a:t>set</a:t>
            </a:r>
            <a:r>
              <a:rPr spc="-1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standard</a:t>
            </a:r>
            <a:r>
              <a:rPr spc="-25" dirty="0">
                <a:solidFill>
                  <a:srgbClr val="3C3C3C"/>
                </a:solidFill>
                <a:latin typeface="Times New Roman"/>
                <a:cs typeface="Times New Roman"/>
              </a:rPr>
              <a:t> </a:t>
            </a:r>
            <a:r>
              <a:rPr dirty="0">
                <a:solidFill>
                  <a:srgbClr val="3C3C3C"/>
                </a:solidFill>
                <a:latin typeface="Times New Roman"/>
                <a:cs typeface="Times New Roman"/>
              </a:rPr>
              <a:t>terms</a:t>
            </a:r>
            <a:r>
              <a:rPr spc="-15" dirty="0">
                <a:solidFill>
                  <a:srgbClr val="3C3C3C"/>
                </a:solidFill>
                <a:latin typeface="Times New Roman"/>
                <a:cs typeface="Times New Roman"/>
              </a:rPr>
              <a:t> </a:t>
            </a:r>
            <a:r>
              <a:rPr dirty="0">
                <a:solidFill>
                  <a:srgbClr val="3C3C3C"/>
                </a:solidFill>
                <a:latin typeface="Times New Roman"/>
                <a:cs typeface="Times New Roman"/>
              </a:rPr>
              <a:t>and</a:t>
            </a:r>
            <a:r>
              <a:rPr spc="-15" dirty="0">
                <a:solidFill>
                  <a:srgbClr val="3C3C3C"/>
                </a:solidFill>
                <a:latin typeface="Times New Roman"/>
                <a:cs typeface="Times New Roman"/>
              </a:rPr>
              <a:t> </a:t>
            </a:r>
            <a:r>
              <a:rPr spc="-10" dirty="0">
                <a:solidFill>
                  <a:srgbClr val="3C3C3C"/>
                </a:solidFill>
                <a:latin typeface="Times New Roman"/>
                <a:cs typeface="Times New Roman"/>
              </a:rPr>
              <a:t>conditions</a:t>
            </a:r>
            <a:endParaRPr>
              <a:latin typeface="Times New Roman"/>
              <a:cs typeface="Times New Roman"/>
            </a:endParaRPr>
          </a:p>
          <a:p>
            <a:pPr marL="318770" indent="-306070">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Authority</a:t>
            </a:r>
            <a:r>
              <a:rPr spc="-10" dirty="0">
                <a:solidFill>
                  <a:srgbClr val="3C3C3C"/>
                </a:solidFill>
                <a:latin typeface="Times New Roman"/>
                <a:cs typeface="Times New Roman"/>
              </a:rPr>
              <a:t> Section</a:t>
            </a:r>
            <a:endParaRPr>
              <a:latin typeface="Times New Roman"/>
              <a:cs typeface="Times New Roman"/>
            </a:endParaRPr>
          </a:p>
          <a:p>
            <a:pPr marL="318770" indent="-306070">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A</a:t>
            </a:r>
            <a:r>
              <a:rPr spc="-110" dirty="0">
                <a:solidFill>
                  <a:srgbClr val="3C3C3C"/>
                </a:solidFill>
                <a:latin typeface="Times New Roman"/>
                <a:cs typeface="Times New Roman"/>
              </a:rPr>
              <a:t> </a:t>
            </a:r>
            <a:r>
              <a:rPr dirty="0">
                <a:solidFill>
                  <a:srgbClr val="3C3C3C"/>
                </a:solidFill>
                <a:latin typeface="Times New Roman"/>
                <a:cs typeface="Times New Roman"/>
              </a:rPr>
              <a:t>set</a:t>
            </a:r>
            <a:r>
              <a:rPr spc="-1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appendices</a:t>
            </a:r>
            <a:r>
              <a:rPr spc="-35" dirty="0">
                <a:solidFill>
                  <a:srgbClr val="3C3C3C"/>
                </a:solidFill>
                <a:latin typeface="Times New Roman"/>
                <a:cs typeface="Times New Roman"/>
              </a:rPr>
              <a:t> </a:t>
            </a:r>
            <a:r>
              <a:rPr dirty="0">
                <a:solidFill>
                  <a:srgbClr val="3C3C3C"/>
                </a:solidFill>
                <a:latin typeface="Times New Roman"/>
                <a:cs typeface="Times New Roman"/>
              </a:rPr>
              <a:t>or</a:t>
            </a:r>
            <a:r>
              <a:rPr spc="-5" dirty="0">
                <a:solidFill>
                  <a:srgbClr val="3C3C3C"/>
                </a:solidFill>
                <a:latin typeface="Times New Roman"/>
                <a:cs typeface="Times New Roman"/>
              </a:rPr>
              <a:t> </a:t>
            </a:r>
            <a:r>
              <a:rPr spc="-10" dirty="0">
                <a:solidFill>
                  <a:srgbClr val="3C3C3C"/>
                </a:solidFill>
                <a:latin typeface="Times New Roman"/>
                <a:cs typeface="Times New Roman"/>
              </a:rPr>
              <a:t>annexes</a:t>
            </a:r>
            <a:endParaRPr>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77531342"/>
              </p:ext>
            </p:extLst>
          </p:nvPr>
        </p:nvGraphicFramePr>
        <p:xfrm>
          <a:off x="381000" y="441960"/>
          <a:ext cx="9829544" cy="1416685"/>
        </p:xfrm>
        <a:graphic>
          <a:graphicData uri="http://schemas.openxmlformats.org/drawingml/2006/table">
            <a:tbl>
              <a:tblPr firstRow="1" bandRow="1">
                <a:tableStyleId>{2D5ABB26-0587-4C30-8999-92F81FD0307C}</a:tableStyleId>
              </a:tblPr>
              <a:tblGrid>
                <a:gridCol w="3274495">
                  <a:extLst>
                    <a:ext uri="{9D8B030D-6E8A-4147-A177-3AD203B41FA5}">
                      <a16:colId xmlns:a16="http://schemas.microsoft.com/office/drawing/2014/main" val="20000"/>
                    </a:ext>
                  </a:extLst>
                </a:gridCol>
                <a:gridCol w="3291162">
                  <a:extLst>
                    <a:ext uri="{9D8B030D-6E8A-4147-A177-3AD203B41FA5}">
                      <a16:colId xmlns:a16="http://schemas.microsoft.com/office/drawing/2014/main" val="20001"/>
                    </a:ext>
                  </a:extLst>
                </a:gridCol>
                <a:gridCol w="3263887">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dirty="0">
                          <a:solidFill>
                            <a:srgbClr val="FFFFFF"/>
                          </a:solidFill>
                          <a:latin typeface="Times New Roman"/>
                          <a:cs typeface="Times New Roman"/>
                        </a:rPr>
                        <a:t>THE</a:t>
                      </a:r>
                      <a:r>
                        <a:rPr sz="2800" b="1" spc="-30" dirty="0">
                          <a:solidFill>
                            <a:srgbClr val="FFFFFF"/>
                          </a:solidFill>
                          <a:latin typeface="Times New Roman"/>
                          <a:cs typeface="Times New Roman"/>
                        </a:rPr>
                        <a:t> INTRODUCTORY</a:t>
                      </a:r>
                      <a:r>
                        <a:rPr sz="2800" b="1" spc="-80" dirty="0">
                          <a:solidFill>
                            <a:srgbClr val="FFFFFF"/>
                          </a:solidFill>
                          <a:latin typeface="Times New Roman"/>
                          <a:cs typeface="Times New Roman"/>
                        </a:rPr>
                        <a:t> </a:t>
                      </a:r>
                      <a:r>
                        <a:rPr sz="2800" b="1" spc="-10" dirty="0">
                          <a:solidFill>
                            <a:srgbClr val="FFFFFF"/>
                          </a:solidFill>
                          <a:latin typeface="Times New Roman"/>
                          <a:cs typeface="Times New Roman"/>
                        </a:rPr>
                        <a:t>SECTION</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990600" y="2286000"/>
            <a:ext cx="9829544" cy="2664832"/>
          </a:xfrm>
          <a:prstGeom prst="rect">
            <a:avLst/>
          </a:prstGeom>
        </p:spPr>
        <p:txBody>
          <a:bodyPr vert="horz" wrap="square" lIns="0" tIns="12700" rIns="0" bIns="0" rtlCol="0">
            <a:spAutoFit/>
          </a:bodyPr>
          <a:lstStyle/>
          <a:p>
            <a:pPr marL="297180" marR="354965" indent="-285115">
              <a:lnSpc>
                <a:spcPct val="147800"/>
              </a:lnSpc>
              <a:spcBef>
                <a:spcPts val="100"/>
              </a:spcBef>
              <a:buChar char="◾"/>
              <a:tabLst>
                <a:tab pos="297180" algn="l"/>
                <a:tab pos="318770" algn="l"/>
              </a:tabLst>
            </a:pPr>
            <a:r>
              <a:rPr lang="en-US" sz="1600" dirty="0"/>
              <a:t>This contract is an agreement between </a:t>
            </a:r>
            <a:r>
              <a:rPr lang="en-US" sz="1600" b="1" dirty="0"/>
              <a:t>[Client Name]</a:t>
            </a:r>
            <a:r>
              <a:rPr lang="en-US" sz="1600" dirty="0"/>
              <a:t> and </a:t>
            </a:r>
            <a:r>
              <a:rPr lang="en-US" sz="1600" b="1" dirty="0"/>
              <a:t>[Service Provider/Contractor Name]</a:t>
            </a:r>
            <a:r>
              <a:rPr lang="en-US" sz="1600" dirty="0"/>
              <a:t>, made on </a:t>
            </a:r>
            <a:r>
              <a:rPr lang="en-US" sz="1600" b="1" dirty="0"/>
              <a:t>[Date]</a:t>
            </a:r>
            <a:r>
              <a:rPr lang="en-US" sz="1600" dirty="0"/>
              <a:t>. The purpose of this agreement is to define the terms, responsibilities, and conditions under which the services will be provided. Both parties agree to work together in a professional manner and follow all terms stated in this contract.</a:t>
            </a:r>
          </a:p>
          <a:p>
            <a:pPr marL="297180" marR="354965" indent="-285115">
              <a:lnSpc>
                <a:spcPct val="147800"/>
              </a:lnSpc>
              <a:spcBef>
                <a:spcPts val="100"/>
              </a:spcBef>
              <a:buChar char="◾"/>
              <a:tabLst>
                <a:tab pos="297180" algn="l"/>
                <a:tab pos="318770" algn="l"/>
              </a:tabLst>
            </a:pPr>
            <a:r>
              <a:rPr sz="1650" b="1" dirty="0">
                <a:solidFill>
                  <a:srgbClr val="903062"/>
                </a:solidFill>
                <a:latin typeface="Cambria"/>
                <a:cs typeface="Cambria"/>
              </a:rPr>
              <a:t>	</a:t>
            </a:r>
            <a:r>
              <a:rPr b="1" dirty="0">
                <a:solidFill>
                  <a:srgbClr val="3C3C3C"/>
                </a:solidFill>
                <a:latin typeface="Times New Roman"/>
                <a:cs typeface="Times New Roman"/>
              </a:rPr>
              <a:t>For</a:t>
            </a:r>
            <a:r>
              <a:rPr b="1" spc="-15" dirty="0">
                <a:solidFill>
                  <a:srgbClr val="3C3C3C"/>
                </a:solidFill>
                <a:latin typeface="Times New Roman"/>
                <a:cs typeface="Times New Roman"/>
              </a:rPr>
              <a:t> </a:t>
            </a:r>
            <a:r>
              <a:rPr b="1" dirty="0">
                <a:solidFill>
                  <a:srgbClr val="3C3C3C"/>
                </a:solidFill>
                <a:latin typeface="Times New Roman"/>
                <a:cs typeface="Times New Roman"/>
              </a:rPr>
              <a:t>example</a:t>
            </a:r>
            <a:r>
              <a:rPr dirty="0">
                <a:solidFill>
                  <a:srgbClr val="3C3C3C"/>
                </a:solidFill>
                <a:latin typeface="Times New Roman"/>
                <a:cs typeface="Times New Roman"/>
              </a:rPr>
              <a:t>,</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dirty="0">
                <a:solidFill>
                  <a:srgbClr val="3C3C3C"/>
                </a:solidFill>
                <a:latin typeface="Times New Roman"/>
                <a:cs typeface="Times New Roman"/>
              </a:rPr>
              <a:t>definitions</a:t>
            </a:r>
            <a:r>
              <a:rPr spc="-35" dirty="0">
                <a:solidFill>
                  <a:srgbClr val="3C3C3C"/>
                </a:solidFill>
                <a:latin typeface="Times New Roman"/>
                <a:cs typeface="Times New Roman"/>
              </a:rPr>
              <a:t> </a:t>
            </a:r>
            <a:r>
              <a:rPr dirty="0">
                <a:solidFill>
                  <a:srgbClr val="3C3C3C"/>
                </a:solidFill>
                <a:latin typeface="Times New Roman"/>
                <a:cs typeface="Times New Roman"/>
              </a:rPr>
              <a:t>section</a:t>
            </a:r>
            <a:r>
              <a:rPr spc="-20" dirty="0">
                <a:solidFill>
                  <a:srgbClr val="3C3C3C"/>
                </a:solidFill>
                <a:latin typeface="Times New Roman"/>
                <a:cs typeface="Times New Roman"/>
              </a:rPr>
              <a:t> </a:t>
            </a:r>
            <a:r>
              <a:rPr dirty="0">
                <a:solidFill>
                  <a:srgbClr val="3C3C3C"/>
                </a:solidFill>
                <a:latin typeface="Times New Roman"/>
                <a:cs typeface="Times New Roman"/>
              </a:rPr>
              <a:t>will</a:t>
            </a:r>
            <a:r>
              <a:rPr spc="-15" dirty="0">
                <a:solidFill>
                  <a:srgbClr val="3C3C3C"/>
                </a:solidFill>
                <a:latin typeface="Times New Roman"/>
                <a:cs typeface="Times New Roman"/>
              </a:rPr>
              <a:t> </a:t>
            </a:r>
            <a:r>
              <a:rPr dirty="0">
                <a:solidFill>
                  <a:srgbClr val="3C3C3C"/>
                </a:solidFill>
                <a:latin typeface="Times New Roman"/>
                <a:cs typeface="Times New Roman"/>
              </a:rPr>
              <a:t>tell</a:t>
            </a:r>
            <a:r>
              <a:rPr spc="-25" dirty="0">
                <a:solidFill>
                  <a:srgbClr val="3C3C3C"/>
                </a:solidFill>
                <a:latin typeface="Times New Roman"/>
                <a:cs typeface="Times New Roman"/>
              </a:rPr>
              <a:t> </a:t>
            </a:r>
            <a:r>
              <a:rPr dirty="0">
                <a:solidFill>
                  <a:srgbClr val="3C3C3C"/>
                </a:solidFill>
                <a:latin typeface="Times New Roman"/>
                <a:cs typeface="Times New Roman"/>
              </a:rPr>
              <a:t>us</a:t>
            </a:r>
            <a:r>
              <a:rPr spc="15" dirty="0">
                <a:solidFill>
                  <a:srgbClr val="3C3C3C"/>
                </a:solidFill>
                <a:latin typeface="Times New Roman"/>
                <a:cs typeface="Times New Roman"/>
              </a:rPr>
              <a:t> </a:t>
            </a:r>
            <a:r>
              <a:rPr b="1" dirty="0">
                <a:solidFill>
                  <a:srgbClr val="3C3C3C"/>
                </a:solidFill>
                <a:latin typeface="Times New Roman"/>
                <a:cs typeface="Times New Roman"/>
              </a:rPr>
              <a:t>that</a:t>
            </a:r>
            <a:r>
              <a:rPr b="1" spc="-20" dirty="0">
                <a:solidFill>
                  <a:srgbClr val="3C3C3C"/>
                </a:solidFill>
                <a:latin typeface="Times New Roman"/>
                <a:cs typeface="Times New Roman"/>
              </a:rPr>
              <a:t> </a:t>
            </a:r>
            <a:r>
              <a:rPr b="1" dirty="0">
                <a:solidFill>
                  <a:srgbClr val="3C3C3C"/>
                </a:solidFill>
                <a:latin typeface="Times New Roman"/>
                <a:cs typeface="Times New Roman"/>
              </a:rPr>
              <a:t>Company</a:t>
            </a:r>
            <a:r>
              <a:rPr b="1" spc="-5" dirty="0">
                <a:solidFill>
                  <a:srgbClr val="3C3C3C"/>
                </a:solidFill>
                <a:latin typeface="Times New Roman"/>
                <a:cs typeface="Times New Roman"/>
              </a:rPr>
              <a:t> </a:t>
            </a:r>
            <a:r>
              <a:rPr b="1" dirty="0">
                <a:solidFill>
                  <a:srgbClr val="3C3C3C"/>
                </a:solidFill>
                <a:latin typeface="Times New Roman"/>
                <a:cs typeface="Times New Roman"/>
              </a:rPr>
              <a:t>X</a:t>
            </a:r>
            <a:r>
              <a:rPr b="1" spc="-15" dirty="0">
                <a:solidFill>
                  <a:srgbClr val="3C3C3C"/>
                </a:solidFill>
                <a:latin typeface="Times New Roman"/>
                <a:cs typeface="Times New Roman"/>
              </a:rPr>
              <a:t> </a:t>
            </a:r>
            <a:r>
              <a:rPr b="1" dirty="0">
                <a:solidFill>
                  <a:srgbClr val="3C3C3C"/>
                </a:solidFill>
                <a:latin typeface="Times New Roman"/>
                <a:cs typeface="Times New Roman"/>
              </a:rPr>
              <a:t>Ltd</a:t>
            </a:r>
            <a:r>
              <a:rPr dirty="0">
                <a:solidFill>
                  <a:srgbClr val="3C3C3C"/>
                </a:solidFill>
                <a:latin typeface="Times New Roman"/>
                <a:cs typeface="Times New Roman"/>
              </a:rPr>
              <a:t>,</a:t>
            </a:r>
            <a:r>
              <a:rPr spc="-15" dirty="0">
                <a:solidFill>
                  <a:srgbClr val="3C3C3C"/>
                </a:solidFill>
                <a:latin typeface="Times New Roman"/>
                <a:cs typeface="Times New Roman"/>
              </a:rPr>
              <a:t> </a:t>
            </a:r>
            <a:r>
              <a:rPr spc="-25" dirty="0">
                <a:solidFill>
                  <a:srgbClr val="3C3C3C"/>
                </a:solidFill>
                <a:latin typeface="Times New Roman"/>
                <a:cs typeface="Times New Roman"/>
              </a:rPr>
              <a:t>the </a:t>
            </a:r>
            <a:r>
              <a:rPr b="1" dirty="0">
                <a:solidFill>
                  <a:srgbClr val="3C3C3C"/>
                </a:solidFill>
                <a:latin typeface="Times New Roman"/>
                <a:cs typeface="Times New Roman"/>
              </a:rPr>
              <a:t>software</a:t>
            </a:r>
            <a:r>
              <a:rPr b="1" spc="-40" dirty="0">
                <a:solidFill>
                  <a:srgbClr val="3C3C3C"/>
                </a:solidFill>
                <a:latin typeface="Times New Roman"/>
                <a:cs typeface="Times New Roman"/>
              </a:rPr>
              <a:t> </a:t>
            </a:r>
            <a:r>
              <a:rPr b="1" dirty="0">
                <a:solidFill>
                  <a:srgbClr val="3C3C3C"/>
                </a:solidFill>
                <a:latin typeface="Times New Roman"/>
                <a:cs typeface="Times New Roman"/>
              </a:rPr>
              <a:t>house</a:t>
            </a:r>
            <a:r>
              <a:rPr dirty="0">
                <a:solidFill>
                  <a:srgbClr val="3C3C3C"/>
                </a:solidFill>
                <a:latin typeface="Times New Roman"/>
                <a:cs typeface="Times New Roman"/>
              </a:rPr>
              <a:t>,</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be</a:t>
            </a:r>
            <a:r>
              <a:rPr spc="-20" dirty="0">
                <a:solidFill>
                  <a:srgbClr val="3C3C3C"/>
                </a:solidFill>
                <a:latin typeface="Times New Roman"/>
                <a:cs typeface="Times New Roman"/>
              </a:rPr>
              <a:t> </a:t>
            </a:r>
            <a:r>
              <a:rPr dirty="0">
                <a:solidFill>
                  <a:srgbClr val="3C3C3C"/>
                </a:solidFill>
                <a:latin typeface="Times New Roman"/>
                <a:cs typeface="Times New Roman"/>
              </a:rPr>
              <a:t>referred</a:t>
            </a:r>
            <a:r>
              <a:rPr spc="-4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throughout</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contract</a:t>
            </a:r>
            <a:r>
              <a:rPr spc="-40" dirty="0">
                <a:solidFill>
                  <a:srgbClr val="3C3C3C"/>
                </a:solidFill>
                <a:latin typeface="Times New Roman"/>
                <a:cs typeface="Times New Roman"/>
              </a:rPr>
              <a:t> </a:t>
            </a:r>
            <a:r>
              <a:rPr dirty="0">
                <a:solidFill>
                  <a:srgbClr val="3C3C3C"/>
                </a:solidFill>
                <a:latin typeface="Times New Roman"/>
                <a:cs typeface="Times New Roman"/>
              </a:rPr>
              <a:t>as</a:t>
            </a:r>
            <a:r>
              <a:rPr spc="-5" dirty="0">
                <a:solidFill>
                  <a:srgbClr val="3C3C3C"/>
                </a:solidFill>
                <a:latin typeface="Times New Roman"/>
                <a:cs typeface="Times New Roman"/>
              </a:rPr>
              <a:t> </a:t>
            </a:r>
            <a:r>
              <a:rPr b="1" spc="-20" dirty="0">
                <a:solidFill>
                  <a:srgbClr val="3C3C3C"/>
                </a:solidFill>
                <a:latin typeface="Times New Roman"/>
                <a:cs typeface="Times New Roman"/>
              </a:rPr>
              <a:t>“The </a:t>
            </a:r>
            <a:r>
              <a:rPr b="1" dirty="0">
                <a:solidFill>
                  <a:srgbClr val="3C3C3C"/>
                </a:solidFill>
                <a:latin typeface="Times New Roman"/>
                <a:cs typeface="Times New Roman"/>
              </a:rPr>
              <a:t>Company”,</a:t>
            </a:r>
            <a:r>
              <a:rPr b="1" spc="-20" dirty="0">
                <a:solidFill>
                  <a:srgbClr val="3C3C3C"/>
                </a:solidFill>
                <a:latin typeface="Times New Roman"/>
                <a:cs typeface="Times New Roman"/>
              </a:rPr>
              <a:t> </a:t>
            </a:r>
            <a:r>
              <a:rPr dirty="0">
                <a:solidFill>
                  <a:srgbClr val="3C3C3C"/>
                </a:solidFill>
                <a:latin typeface="Times New Roman"/>
                <a:cs typeface="Times New Roman"/>
              </a:rPr>
              <a:t>and</a:t>
            </a:r>
            <a:r>
              <a:rPr spc="-10" dirty="0">
                <a:solidFill>
                  <a:srgbClr val="3C3C3C"/>
                </a:solidFill>
                <a:latin typeface="Times New Roman"/>
                <a:cs typeface="Times New Roman"/>
              </a:rPr>
              <a:t> </a:t>
            </a:r>
            <a:r>
              <a:rPr b="1" dirty="0">
                <a:solidFill>
                  <a:srgbClr val="3C3C3C"/>
                </a:solidFill>
                <a:latin typeface="Times New Roman"/>
                <a:cs typeface="Times New Roman"/>
              </a:rPr>
              <a:t>Company</a:t>
            </a:r>
            <a:r>
              <a:rPr b="1" spc="-85" dirty="0">
                <a:solidFill>
                  <a:srgbClr val="3C3C3C"/>
                </a:solidFill>
                <a:latin typeface="Times New Roman"/>
                <a:cs typeface="Times New Roman"/>
              </a:rPr>
              <a:t> </a:t>
            </a:r>
            <a:r>
              <a:rPr b="1" dirty="0">
                <a:solidFill>
                  <a:srgbClr val="3C3C3C"/>
                </a:solidFill>
                <a:latin typeface="Times New Roman"/>
                <a:cs typeface="Times New Roman"/>
              </a:rPr>
              <a:t>Y</a:t>
            </a:r>
            <a:r>
              <a:rPr b="1" spc="-90" dirty="0">
                <a:solidFill>
                  <a:srgbClr val="3C3C3C"/>
                </a:solidFill>
                <a:latin typeface="Times New Roman"/>
                <a:cs typeface="Times New Roman"/>
              </a:rPr>
              <a:t> </a:t>
            </a:r>
            <a:r>
              <a:rPr b="1" dirty="0">
                <a:solidFill>
                  <a:srgbClr val="3C3C3C"/>
                </a:solidFill>
                <a:latin typeface="Times New Roman"/>
                <a:cs typeface="Times New Roman"/>
              </a:rPr>
              <a:t>Ltd</a:t>
            </a:r>
            <a:r>
              <a:rPr dirty="0">
                <a:solidFill>
                  <a:srgbClr val="3C3C3C"/>
                </a:solidFill>
                <a:latin typeface="Times New Roman"/>
                <a:cs typeface="Times New Roman"/>
              </a:rPr>
              <a:t>,</a:t>
            </a:r>
            <a:r>
              <a:rPr spc="-25" dirty="0">
                <a:solidFill>
                  <a:srgbClr val="3C3C3C"/>
                </a:solidFill>
                <a:latin typeface="Times New Roman"/>
                <a:cs typeface="Times New Roman"/>
              </a:rPr>
              <a:t> </a:t>
            </a:r>
            <a:r>
              <a:rPr dirty="0">
                <a:solidFill>
                  <a:srgbClr val="3C3C3C"/>
                </a:solidFill>
                <a:latin typeface="Times New Roman"/>
                <a:cs typeface="Times New Roman"/>
              </a:rPr>
              <a:t>which</a:t>
            </a:r>
            <a:r>
              <a:rPr spc="-20" dirty="0">
                <a:solidFill>
                  <a:srgbClr val="3C3C3C"/>
                </a:solidFill>
                <a:latin typeface="Times New Roman"/>
                <a:cs typeface="Times New Roman"/>
              </a:rPr>
              <a:t> </a:t>
            </a:r>
            <a:r>
              <a:rPr dirty="0">
                <a:solidFill>
                  <a:srgbClr val="3C3C3C"/>
                </a:solidFill>
                <a:latin typeface="Times New Roman"/>
                <a:cs typeface="Times New Roman"/>
              </a:rPr>
              <a:t>has</a:t>
            </a:r>
            <a:r>
              <a:rPr spc="-20" dirty="0">
                <a:solidFill>
                  <a:srgbClr val="3C3C3C"/>
                </a:solidFill>
                <a:latin typeface="Times New Roman"/>
                <a:cs typeface="Times New Roman"/>
              </a:rPr>
              <a:t> </a:t>
            </a:r>
            <a:r>
              <a:rPr dirty="0">
                <a:solidFill>
                  <a:srgbClr val="3C3C3C"/>
                </a:solidFill>
                <a:latin typeface="Times New Roman"/>
                <a:cs typeface="Times New Roman"/>
              </a:rPr>
              <a:t>commissioned</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work,</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20" dirty="0">
                <a:solidFill>
                  <a:srgbClr val="3C3C3C"/>
                </a:solidFill>
                <a:latin typeface="Times New Roman"/>
                <a:cs typeface="Times New Roman"/>
              </a:rPr>
              <a:t> </a:t>
            </a:r>
            <a:r>
              <a:rPr spc="-25" dirty="0">
                <a:solidFill>
                  <a:srgbClr val="3C3C3C"/>
                </a:solidFill>
                <a:latin typeface="Times New Roman"/>
                <a:cs typeface="Times New Roman"/>
              </a:rPr>
              <a:t>to </a:t>
            </a:r>
            <a:r>
              <a:rPr dirty="0">
                <a:solidFill>
                  <a:srgbClr val="3C3C3C"/>
                </a:solidFill>
                <a:latin typeface="Times New Roman"/>
                <a:cs typeface="Times New Roman"/>
              </a:rPr>
              <a:t>be</a:t>
            </a:r>
            <a:r>
              <a:rPr spc="-10" dirty="0">
                <a:solidFill>
                  <a:srgbClr val="3C3C3C"/>
                </a:solidFill>
                <a:latin typeface="Times New Roman"/>
                <a:cs typeface="Times New Roman"/>
              </a:rPr>
              <a:t> </a:t>
            </a:r>
            <a:r>
              <a:rPr dirty="0">
                <a:solidFill>
                  <a:srgbClr val="3C3C3C"/>
                </a:solidFill>
                <a:latin typeface="Times New Roman"/>
                <a:cs typeface="Times New Roman"/>
              </a:rPr>
              <a:t>known</a:t>
            </a:r>
            <a:r>
              <a:rPr spc="-20" dirty="0">
                <a:solidFill>
                  <a:srgbClr val="3C3C3C"/>
                </a:solidFill>
                <a:latin typeface="Times New Roman"/>
                <a:cs typeface="Times New Roman"/>
              </a:rPr>
              <a:t> </a:t>
            </a:r>
            <a:r>
              <a:rPr dirty="0">
                <a:solidFill>
                  <a:srgbClr val="3C3C3C"/>
                </a:solidFill>
                <a:latin typeface="Times New Roman"/>
                <a:cs typeface="Times New Roman"/>
              </a:rPr>
              <a:t>throughout</a:t>
            </a:r>
            <a:r>
              <a:rPr spc="-15" dirty="0">
                <a:solidFill>
                  <a:srgbClr val="3C3C3C"/>
                </a:solidFill>
                <a:latin typeface="Times New Roman"/>
                <a:cs typeface="Times New Roman"/>
              </a:rPr>
              <a:t> </a:t>
            </a:r>
            <a:r>
              <a:rPr dirty="0">
                <a:solidFill>
                  <a:srgbClr val="3C3C3C"/>
                </a:solidFill>
                <a:latin typeface="Times New Roman"/>
                <a:cs typeface="Times New Roman"/>
              </a:rPr>
              <a:t>as </a:t>
            </a:r>
            <a:r>
              <a:rPr b="1" dirty="0">
                <a:solidFill>
                  <a:srgbClr val="3C3C3C"/>
                </a:solidFill>
                <a:latin typeface="Times New Roman"/>
                <a:cs typeface="Times New Roman"/>
              </a:rPr>
              <a:t>“The</a:t>
            </a:r>
            <a:r>
              <a:rPr b="1" spc="-10" dirty="0">
                <a:solidFill>
                  <a:srgbClr val="3C3C3C"/>
                </a:solidFill>
                <a:latin typeface="Times New Roman"/>
                <a:cs typeface="Times New Roman"/>
              </a:rPr>
              <a:t> Client”.</a:t>
            </a:r>
            <a:endParaRPr dirty="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017296029"/>
              </p:ext>
            </p:extLst>
          </p:nvPr>
        </p:nvGraphicFramePr>
        <p:xfrm>
          <a:off x="533400" y="441960"/>
          <a:ext cx="9677144" cy="1416685"/>
        </p:xfrm>
        <a:graphic>
          <a:graphicData uri="http://schemas.openxmlformats.org/drawingml/2006/table">
            <a:tbl>
              <a:tblPr firstRow="1" bandRow="1">
                <a:tableStyleId>{2D5ABB26-0587-4C30-8999-92F81FD0307C}</a:tableStyleId>
              </a:tblPr>
              <a:tblGrid>
                <a:gridCol w="3223726">
                  <a:extLst>
                    <a:ext uri="{9D8B030D-6E8A-4147-A177-3AD203B41FA5}">
                      <a16:colId xmlns:a16="http://schemas.microsoft.com/office/drawing/2014/main" val="20000"/>
                    </a:ext>
                  </a:extLst>
                </a:gridCol>
                <a:gridCol w="3240135">
                  <a:extLst>
                    <a:ext uri="{9D8B030D-6E8A-4147-A177-3AD203B41FA5}">
                      <a16:colId xmlns:a16="http://schemas.microsoft.com/office/drawing/2014/main" val="20001"/>
                    </a:ext>
                  </a:extLst>
                </a:gridCol>
                <a:gridCol w="3213283">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55" dirty="0">
                          <a:solidFill>
                            <a:srgbClr val="FFFFFF"/>
                          </a:solidFill>
                          <a:latin typeface="Times New Roman"/>
                          <a:cs typeface="Times New Roman"/>
                        </a:rPr>
                        <a:t>WHAT</a:t>
                      </a:r>
                      <a:r>
                        <a:rPr sz="2800" b="1" spc="-90" dirty="0">
                          <a:solidFill>
                            <a:srgbClr val="FFFFFF"/>
                          </a:solidFill>
                          <a:latin typeface="Times New Roman"/>
                          <a:cs typeface="Times New Roman"/>
                        </a:rPr>
                        <a:t> </a:t>
                      </a:r>
                      <a:r>
                        <a:rPr sz="2800" b="1" dirty="0">
                          <a:solidFill>
                            <a:srgbClr val="FFFFFF"/>
                          </a:solidFill>
                          <a:latin typeface="Times New Roman"/>
                          <a:cs typeface="Times New Roman"/>
                        </a:rPr>
                        <a:t>IS</a:t>
                      </a:r>
                      <a:r>
                        <a:rPr sz="2800" b="1" spc="-90" dirty="0">
                          <a:solidFill>
                            <a:srgbClr val="FFFFFF"/>
                          </a:solidFill>
                          <a:latin typeface="Times New Roman"/>
                          <a:cs typeface="Times New Roman"/>
                        </a:rPr>
                        <a:t> </a:t>
                      </a:r>
                      <a:r>
                        <a:rPr sz="2800" b="1" dirty="0">
                          <a:solidFill>
                            <a:srgbClr val="FFFFFF"/>
                          </a:solidFill>
                          <a:latin typeface="Times New Roman"/>
                          <a:cs typeface="Times New Roman"/>
                        </a:rPr>
                        <a:t>TO</a:t>
                      </a:r>
                      <a:r>
                        <a:rPr sz="2800" b="1" spc="-55" dirty="0">
                          <a:solidFill>
                            <a:srgbClr val="FFFFFF"/>
                          </a:solidFill>
                          <a:latin typeface="Times New Roman"/>
                          <a:cs typeface="Times New Roman"/>
                        </a:rPr>
                        <a:t> </a:t>
                      </a:r>
                      <a:r>
                        <a:rPr sz="2800" b="1" dirty="0">
                          <a:solidFill>
                            <a:srgbClr val="FFFFFF"/>
                          </a:solidFill>
                          <a:latin typeface="Times New Roman"/>
                          <a:cs typeface="Times New Roman"/>
                        </a:rPr>
                        <a:t>BE</a:t>
                      </a:r>
                      <a:r>
                        <a:rPr sz="2800" b="1" spc="-50" dirty="0">
                          <a:solidFill>
                            <a:srgbClr val="FFFFFF"/>
                          </a:solidFill>
                          <a:latin typeface="Times New Roman"/>
                          <a:cs typeface="Times New Roman"/>
                        </a:rPr>
                        <a:t> </a:t>
                      </a:r>
                      <a:r>
                        <a:rPr sz="2800" b="1" spc="-10" dirty="0">
                          <a:solidFill>
                            <a:srgbClr val="FFFFFF"/>
                          </a:solidFill>
                          <a:latin typeface="Times New Roman"/>
                          <a:cs typeface="Times New Roman"/>
                        </a:rPr>
                        <a:t>PRODUCED</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838200" y="2362200"/>
            <a:ext cx="10820400" cy="2324611"/>
          </a:xfrm>
          <a:prstGeom prst="rect">
            <a:avLst/>
          </a:prstGeom>
        </p:spPr>
        <p:txBody>
          <a:bodyPr vert="horz" wrap="square" lIns="0" tIns="143510" rIns="0" bIns="0" rtlCol="0">
            <a:spAutoFit/>
          </a:bodyPr>
          <a:lstStyle/>
          <a:p>
            <a:pPr marL="318770" indent="-306070">
              <a:spcBef>
                <a:spcPts val="1130"/>
              </a:spcBef>
              <a:buClr>
                <a:srgbClr val="903062"/>
              </a:buClr>
              <a:buSzPct val="91666"/>
              <a:buFont typeface="Cambria"/>
              <a:buChar char="◾"/>
              <a:tabLst>
                <a:tab pos="318770" algn="l"/>
              </a:tabLst>
            </a:pPr>
            <a:r>
              <a:rPr dirty="0">
                <a:solidFill>
                  <a:srgbClr val="3C3C3C"/>
                </a:solidFill>
                <a:latin typeface="Times New Roman"/>
                <a:cs typeface="Times New Roman"/>
              </a:rPr>
              <a:t>It</a:t>
            </a:r>
            <a:r>
              <a:rPr spc="-25" dirty="0">
                <a:solidFill>
                  <a:srgbClr val="3C3C3C"/>
                </a:solidFill>
                <a:latin typeface="Times New Roman"/>
                <a:cs typeface="Times New Roman"/>
              </a:rPr>
              <a:t> </a:t>
            </a:r>
            <a:r>
              <a:rPr dirty="0">
                <a:solidFill>
                  <a:srgbClr val="3C3C3C"/>
                </a:solidFill>
                <a:latin typeface="Times New Roman"/>
                <a:cs typeface="Times New Roman"/>
              </a:rPr>
              <a:t>is</a:t>
            </a:r>
            <a:r>
              <a:rPr spc="-20" dirty="0">
                <a:solidFill>
                  <a:srgbClr val="3C3C3C"/>
                </a:solidFill>
                <a:latin typeface="Times New Roman"/>
                <a:cs typeface="Times New Roman"/>
              </a:rPr>
              <a:t> </a:t>
            </a:r>
            <a:r>
              <a:rPr dirty="0">
                <a:solidFill>
                  <a:srgbClr val="3C3C3C"/>
                </a:solidFill>
                <a:latin typeface="Times New Roman"/>
                <a:cs typeface="Times New Roman"/>
              </a:rPr>
              <a:t>clearly</a:t>
            </a:r>
            <a:r>
              <a:rPr spc="-50" dirty="0">
                <a:solidFill>
                  <a:srgbClr val="3C3C3C"/>
                </a:solidFill>
                <a:latin typeface="Times New Roman"/>
                <a:cs typeface="Times New Roman"/>
              </a:rPr>
              <a:t> </a:t>
            </a:r>
            <a:r>
              <a:rPr dirty="0">
                <a:solidFill>
                  <a:srgbClr val="3C3C3C"/>
                </a:solidFill>
                <a:latin typeface="Times New Roman"/>
                <a:cs typeface="Times New Roman"/>
              </a:rPr>
              <a:t>necessary</a:t>
            </a:r>
            <a:r>
              <a:rPr spc="-30" dirty="0">
                <a:solidFill>
                  <a:srgbClr val="3C3C3C"/>
                </a:solidFill>
                <a:latin typeface="Times New Roman"/>
                <a:cs typeface="Times New Roman"/>
              </a:rPr>
              <a:t> </a:t>
            </a:r>
            <a:r>
              <a:rPr dirty="0">
                <a:solidFill>
                  <a:srgbClr val="3C3C3C"/>
                </a:solidFill>
                <a:latin typeface="Times New Roman"/>
                <a:cs typeface="Times New Roman"/>
              </a:rPr>
              <a:t>that</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contract</a:t>
            </a:r>
            <a:r>
              <a:rPr spc="-35" dirty="0">
                <a:solidFill>
                  <a:srgbClr val="3C3C3C"/>
                </a:solidFill>
                <a:latin typeface="Times New Roman"/>
                <a:cs typeface="Times New Roman"/>
              </a:rPr>
              <a:t> </a:t>
            </a:r>
            <a:r>
              <a:rPr dirty="0">
                <a:solidFill>
                  <a:srgbClr val="3C3C3C"/>
                </a:solidFill>
                <a:latin typeface="Times New Roman"/>
                <a:cs typeface="Times New Roman"/>
              </a:rPr>
              <a:t>states</a:t>
            </a:r>
            <a:r>
              <a:rPr spc="-10" dirty="0">
                <a:solidFill>
                  <a:srgbClr val="3C3C3C"/>
                </a:solidFill>
                <a:latin typeface="Times New Roman"/>
                <a:cs typeface="Times New Roman"/>
              </a:rPr>
              <a:t> </a:t>
            </a:r>
            <a:r>
              <a:rPr b="1" dirty="0">
                <a:solidFill>
                  <a:srgbClr val="3C3C3C"/>
                </a:solidFill>
                <a:latin typeface="Times New Roman"/>
                <a:cs typeface="Times New Roman"/>
              </a:rPr>
              <a:t>what</a:t>
            </a:r>
            <a:r>
              <a:rPr b="1" spc="-30" dirty="0">
                <a:solidFill>
                  <a:srgbClr val="3C3C3C"/>
                </a:solidFill>
                <a:latin typeface="Times New Roman"/>
                <a:cs typeface="Times New Roman"/>
              </a:rPr>
              <a:t> </a:t>
            </a:r>
            <a:r>
              <a:rPr b="1" dirty="0">
                <a:solidFill>
                  <a:srgbClr val="3C3C3C"/>
                </a:solidFill>
                <a:latin typeface="Times New Roman"/>
                <a:cs typeface="Times New Roman"/>
              </a:rPr>
              <a:t>is</a:t>
            </a:r>
            <a:r>
              <a:rPr b="1" spc="-30" dirty="0">
                <a:solidFill>
                  <a:srgbClr val="3C3C3C"/>
                </a:solidFill>
                <a:latin typeface="Times New Roman"/>
                <a:cs typeface="Times New Roman"/>
              </a:rPr>
              <a:t> </a:t>
            </a:r>
            <a:r>
              <a:rPr b="1" dirty="0">
                <a:solidFill>
                  <a:srgbClr val="3C3C3C"/>
                </a:solidFill>
                <a:latin typeface="Times New Roman"/>
                <a:cs typeface="Times New Roman"/>
              </a:rPr>
              <a:t>to</a:t>
            </a:r>
            <a:r>
              <a:rPr b="1" spc="-10" dirty="0">
                <a:solidFill>
                  <a:srgbClr val="3C3C3C"/>
                </a:solidFill>
                <a:latin typeface="Times New Roman"/>
                <a:cs typeface="Times New Roman"/>
              </a:rPr>
              <a:t> </a:t>
            </a:r>
            <a:r>
              <a:rPr b="1" dirty="0">
                <a:solidFill>
                  <a:srgbClr val="3C3C3C"/>
                </a:solidFill>
                <a:latin typeface="Times New Roman"/>
                <a:cs typeface="Times New Roman"/>
              </a:rPr>
              <a:t>be</a:t>
            </a:r>
            <a:r>
              <a:rPr b="1" spc="-30" dirty="0">
                <a:solidFill>
                  <a:srgbClr val="3C3C3C"/>
                </a:solidFill>
                <a:latin typeface="Times New Roman"/>
                <a:cs typeface="Times New Roman"/>
              </a:rPr>
              <a:t> </a:t>
            </a:r>
            <a:r>
              <a:rPr b="1" spc="-10" dirty="0">
                <a:solidFill>
                  <a:srgbClr val="3C3C3C"/>
                </a:solidFill>
                <a:latin typeface="Times New Roman"/>
                <a:cs typeface="Times New Roman"/>
              </a:rPr>
              <a:t>produced.</a:t>
            </a:r>
            <a:endParaRPr dirty="0">
              <a:latin typeface="Times New Roman"/>
              <a:cs typeface="Times New Roman"/>
            </a:endParaRPr>
          </a:p>
          <a:p>
            <a:pPr marL="297180" marR="1247775" indent="-285115">
              <a:lnSpc>
                <a:spcPct val="147800"/>
              </a:lnSpc>
              <a:buChar char="◾"/>
              <a:tabLst>
                <a:tab pos="297180" algn="l"/>
                <a:tab pos="318770" algn="l"/>
              </a:tabLst>
            </a:pPr>
            <a:r>
              <a:rPr sz="1650" dirty="0">
                <a:solidFill>
                  <a:srgbClr val="903062"/>
                </a:solidFill>
                <a:latin typeface="Cambria"/>
                <a:cs typeface="Cambria"/>
              </a:rPr>
              <a:t>	</a:t>
            </a:r>
            <a:r>
              <a:rPr dirty="0">
                <a:solidFill>
                  <a:srgbClr val="3C3C3C"/>
                </a:solidFill>
                <a:latin typeface="Times New Roman"/>
                <a:cs typeface="Times New Roman"/>
              </a:rPr>
              <a:t>Refers</a:t>
            </a:r>
            <a:r>
              <a:rPr spc="-45" dirty="0">
                <a:solidFill>
                  <a:srgbClr val="3C3C3C"/>
                </a:solidFill>
                <a:latin typeface="Times New Roman"/>
                <a:cs typeface="Times New Roman"/>
              </a:rPr>
              <a:t>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separate</a:t>
            </a:r>
            <a:r>
              <a:rPr spc="-30" dirty="0">
                <a:solidFill>
                  <a:srgbClr val="3C3C3C"/>
                </a:solidFill>
                <a:latin typeface="Times New Roman"/>
                <a:cs typeface="Times New Roman"/>
              </a:rPr>
              <a:t> </a:t>
            </a:r>
            <a:r>
              <a:rPr dirty="0">
                <a:solidFill>
                  <a:srgbClr val="3C3C3C"/>
                </a:solidFill>
                <a:latin typeface="Times New Roman"/>
                <a:cs typeface="Times New Roman"/>
              </a:rPr>
              <a:t>document</a:t>
            </a:r>
            <a:r>
              <a:rPr spc="-30" dirty="0">
                <a:solidFill>
                  <a:srgbClr val="3C3C3C"/>
                </a:solidFill>
                <a:latin typeface="Times New Roman"/>
                <a:cs typeface="Times New Roman"/>
              </a:rPr>
              <a:t> </a:t>
            </a:r>
            <a:r>
              <a:rPr dirty="0">
                <a:solidFill>
                  <a:srgbClr val="3C3C3C"/>
                </a:solidFill>
                <a:latin typeface="Times New Roman"/>
                <a:cs typeface="Times New Roman"/>
              </a:rPr>
              <a:t>which</a:t>
            </a:r>
            <a:r>
              <a:rPr spc="-35" dirty="0">
                <a:solidFill>
                  <a:srgbClr val="3C3C3C"/>
                </a:solidFill>
                <a:latin typeface="Times New Roman"/>
                <a:cs typeface="Times New Roman"/>
              </a:rPr>
              <a:t> </a:t>
            </a:r>
            <a:r>
              <a:rPr dirty="0">
                <a:solidFill>
                  <a:srgbClr val="3C3C3C"/>
                </a:solidFill>
                <a:latin typeface="Times New Roman"/>
                <a:cs typeface="Times New Roman"/>
              </a:rPr>
              <a:t>constitutes</a:t>
            </a:r>
            <a:r>
              <a:rPr spc="-50"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b="1" spc="-10" dirty="0">
                <a:solidFill>
                  <a:srgbClr val="3C3C3C"/>
                </a:solidFill>
                <a:latin typeface="Times New Roman"/>
                <a:cs typeface="Times New Roman"/>
              </a:rPr>
              <a:t>requirements specification</a:t>
            </a:r>
            <a:r>
              <a:rPr spc="-10" dirty="0">
                <a:solidFill>
                  <a:srgbClr val="3C3C3C"/>
                </a:solidFill>
                <a:latin typeface="Times New Roman"/>
                <a:cs typeface="Times New Roman"/>
              </a:rPr>
              <a:t>.</a:t>
            </a:r>
            <a:endParaRPr dirty="0">
              <a:latin typeface="Times New Roman"/>
              <a:cs typeface="Times New Roman"/>
            </a:endParaRPr>
          </a:p>
          <a:p>
            <a:pPr marL="318770" indent="-306070">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Software</a:t>
            </a:r>
            <a:r>
              <a:rPr spc="-20" dirty="0">
                <a:solidFill>
                  <a:srgbClr val="3C3C3C"/>
                </a:solidFill>
                <a:latin typeface="Times New Roman"/>
                <a:cs typeface="Times New Roman"/>
              </a:rPr>
              <a:t> </a:t>
            </a:r>
            <a:r>
              <a:rPr dirty="0">
                <a:solidFill>
                  <a:srgbClr val="3C3C3C"/>
                </a:solidFill>
                <a:latin typeface="Times New Roman"/>
                <a:cs typeface="Times New Roman"/>
              </a:rPr>
              <a:t>engineers</a:t>
            </a:r>
            <a:r>
              <a:rPr spc="-10" dirty="0">
                <a:solidFill>
                  <a:srgbClr val="3C3C3C"/>
                </a:solidFill>
                <a:latin typeface="Times New Roman"/>
                <a:cs typeface="Times New Roman"/>
              </a:rPr>
              <a:t> </a:t>
            </a:r>
            <a:r>
              <a:rPr dirty="0">
                <a:solidFill>
                  <a:srgbClr val="3C3C3C"/>
                </a:solidFill>
                <a:latin typeface="Times New Roman"/>
                <a:cs typeface="Times New Roman"/>
              </a:rPr>
              <a:t>will</a:t>
            </a:r>
            <a:r>
              <a:rPr spc="-5" dirty="0">
                <a:solidFill>
                  <a:srgbClr val="3C3C3C"/>
                </a:solidFill>
                <a:latin typeface="Times New Roman"/>
                <a:cs typeface="Times New Roman"/>
              </a:rPr>
              <a:t> </a:t>
            </a:r>
            <a:r>
              <a:rPr dirty="0">
                <a:solidFill>
                  <a:srgbClr val="3C3C3C"/>
                </a:solidFill>
                <a:latin typeface="Times New Roman"/>
                <a:cs typeface="Times New Roman"/>
              </a:rPr>
              <a:t>be</a:t>
            </a:r>
            <a:r>
              <a:rPr spc="-10" dirty="0">
                <a:solidFill>
                  <a:srgbClr val="3C3C3C"/>
                </a:solidFill>
                <a:latin typeface="Times New Roman"/>
                <a:cs typeface="Times New Roman"/>
              </a:rPr>
              <a:t> </a:t>
            </a:r>
            <a:r>
              <a:rPr dirty="0">
                <a:solidFill>
                  <a:srgbClr val="3C3C3C"/>
                </a:solidFill>
                <a:latin typeface="Times New Roman"/>
                <a:cs typeface="Times New Roman"/>
              </a:rPr>
              <a:t>familiar</a:t>
            </a:r>
            <a:r>
              <a:rPr spc="-25" dirty="0">
                <a:solidFill>
                  <a:srgbClr val="3C3C3C"/>
                </a:solidFill>
                <a:latin typeface="Times New Roman"/>
                <a:cs typeface="Times New Roman"/>
              </a:rPr>
              <a:t> </a:t>
            </a:r>
            <a:r>
              <a:rPr dirty="0">
                <a:solidFill>
                  <a:srgbClr val="3C3C3C"/>
                </a:solidFill>
                <a:latin typeface="Times New Roman"/>
                <a:cs typeface="Times New Roman"/>
              </a:rPr>
              <a:t>with</a:t>
            </a:r>
            <a:r>
              <a:rPr spc="-10"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dirty="0">
                <a:solidFill>
                  <a:srgbClr val="3C3C3C"/>
                </a:solidFill>
                <a:latin typeface="Times New Roman"/>
                <a:cs typeface="Times New Roman"/>
              </a:rPr>
              <a:t>problems of</a:t>
            </a:r>
            <a:r>
              <a:rPr spc="20" dirty="0">
                <a:solidFill>
                  <a:srgbClr val="3C3C3C"/>
                </a:solidFill>
                <a:latin typeface="Times New Roman"/>
                <a:cs typeface="Times New Roman"/>
              </a:rPr>
              <a:t> </a:t>
            </a:r>
            <a:r>
              <a:rPr b="1" spc="-10" dirty="0">
                <a:solidFill>
                  <a:srgbClr val="3C3C3C"/>
                </a:solidFill>
                <a:latin typeface="Times New Roman"/>
                <a:cs typeface="Times New Roman"/>
              </a:rPr>
              <a:t>producing</a:t>
            </a:r>
            <a:endParaRPr dirty="0">
              <a:latin typeface="Times New Roman"/>
              <a:cs typeface="Times New Roman"/>
            </a:endParaRPr>
          </a:p>
          <a:p>
            <a:pPr marL="297180">
              <a:spcBef>
                <a:spcPts val="1035"/>
              </a:spcBef>
            </a:pPr>
            <a:r>
              <a:rPr b="1" spc="-10" dirty="0">
                <a:solidFill>
                  <a:srgbClr val="3C3C3C"/>
                </a:solidFill>
                <a:latin typeface="Times New Roman"/>
                <a:cs typeface="Times New Roman"/>
              </a:rPr>
              <a:t>requirements</a:t>
            </a:r>
            <a:endParaRPr dirty="0">
              <a:latin typeface="Times New Roman"/>
              <a:cs typeface="Times New Roman"/>
            </a:endParaRPr>
          </a:p>
          <a:p>
            <a:pPr marL="318770" marR="5080" indent="-306705">
              <a:spcBef>
                <a:spcPts val="1035"/>
              </a:spcBef>
              <a:buChar char="◾"/>
              <a:tabLst>
                <a:tab pos="318770" algn="l"/>
                <a:tab pos="362585" algn="l"/>
              </a:tabLst>
            </a:pPr>
            <a:r>
              <a:rPr sz="1650" dirty="0">
                <a:solidFill>
                  <a:srgbClr val="903062"/>
                </a:solidFill>
                <a:latin typeface="Cambria"/>
                <a:cs typeface="Cambria"/>
              </a:rPr>
              <a:t>	</a:t>
            </a:r>
            <a:r>
              <a:rPr dirty="0">
                <a:solidFill>
                  <a:srgbClr val="3C3C3C"/>
                </a:solidFill>
                <a:latin typeface="Times New Roman"/>
                <a:cs typeface="Times New Roman"/>
              </a:rPr>
              <a:t>A</a:t>
            </a:r>
            <a:r>
              <a:rPr spc="-114" dirty="0">
                <a:solidFill>
                  <a:srgbClr val="3C3C3C"/>
                </a:solidFill>
                <a:latin typeface="Times New Roman"/>
                <a:cs typeface="Times New Roman"/>
              </a:rPr>
              <a:t> </a:t>
            </a:r>
            <a:r>
              <a:rPr b="1" dirty="0">
                <a:solidFill>
                  <a:srgbClr val="3C3C3C"/>
                </a:solidFill>
                <a:latin typeface="Times New Roman"/>
                <a:cs typeface="Times New Roman"/>
              </a:rPr>
              <a:t>specification</a:t>
            </a:r>
            <a:r>
              <a:rPr b="1" spc="-40" dirty="0">
                <a:solidFill>
                  <a:srgbClr val="3C3C3C"/>
                </a:solidFill>
                <a:latin typeface="Times New Roman"/>
                <a:cs typeface="Times New Roman"/>
              </a:rPr>
              <a:t> </a:t>
            </a:r>
            <a:r>
              <a:rPr dirty="0">
                <a:solidFill>
                  <a:srgbClr val="3C3C3C"/>
                </a:solidFill>
                <a:latin typeface="Times New Roman"/>
                <a:cs typeface="Times New Roman"/>
              </a:rPr>
              <a:t>sets</a:t>
            </a:r>
            <a:r>
              <a:rPr spc="-25" dirty="0">
                <a:solidFill>
                  <a:srgbClr val="3C3C3C"/>
                </a:solidFill>
                <a:latin typeface="Times New Roman"/>
                <a:cs typeface="Times New Roman"/>
              </a:rPr>
              <a:t> </a:t>
            </a:r>
            <a:r>
              <a:rPr dirty="0">
                <a:solidFill>
                  <a:srgbClr val="3C3C3C"/>
                </a:solidFill>
                <a:latin typeface="Times New Roman"/>
                <a:cs typeface="Times New Roman"/>
              </a:rPr>
              <a:t>out</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detailed</a:t>
            </a:r>
            <a:r>
              <a:rPr spc="-60" dirty="0">
                <a:solidFill>
                  <a:srgbClr val="3C3C3C"/>
                </a:solidFill>
                <a:latin typeface="Times New Roman"/>
                <a:cs typeface="Times New Roman"/>
              </a:rPr>
              <a:t> </a:t>
            </a:r>
            <a:r>
              <a:rPr dirty="0">
                <a:solidFill>
                  <a:srgbClr val="3C3C3C"/>
                </a:solidFill>
                <a:latin typeface="Times New Roman"/>
                <a:cs typeface="Times New Roman"/>
              </a:rPr>
              <a:t>requirements</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40" dirty="0">
                <a:solidFill>
                  <a:srgbClr val="3C3C3C"/>
                </a:solidFill>
                <a:latin typeface="Times New Roman"/>
                <a:cs typeface="Times New Roman"/>
              </a:rPr>
              <a:t> </a:t>
            </a:r>
            <a:r>
              <a:rPr dirty="0">
                <a:solidFill>
                  <a:srgbClr val="3C3C3C"/>
                </a:solidFill>
                <a:latin typeface="Times New Roman"/>
                <a:cs typeface="Times New Roman"/>
              </a:rPr>
              <a:t>client.</a:t>
            </a:r>
            <a:r>
              <a:rPr spc="-40" dirty="0">
                <a:solidFill>
                  <a:srgbClr val="3C3C3C"/>
                </a:solidFill>
                <a:latin typeface="Times New Roman"/>
                <a:cs typeface="Times New Roman"/>
              </a:rPr>
              <a:t> </a:t>
            </a:r>
            <a:r>
              <a:rPr spc="-10" dirty="0">
                <a:solidFill>
                  <a:srgbClr val="3C3C3C"/>
                </a:solidFill>
                <a:latin typeface="Times New Roman"/>
                <a:cs typeface="Times New Roman"/>
              </a:rPr>
              <a:t>Ideally,</a:t>
            </a:r>
            <a:r>
              <a:rPr spc="-65" dirty="0">
                <a:solidFill>
                  <a:srgbClr val="3C3C3C"/>
                </a:solidFill>
                <a:latin typeface="Times New Roman"/>
                <a:cs typeface="Times New Roman"/>
              </a:rPr>
              <a:t> </a:t>
            </a:r>
            <a:r>
              <a:rPr spc="-25" dirty="0">
                <a:solidFill>
                  <a:srgbClr val="3C3C3C"/>
                </a:solidFill>
                <a:latin typeface="Times New Roman"/>
                <a:cs typeface="Times New Roman"/>
              </a:rPr>
              <a:t>the </a:t>
            </a:r>
            <a:r>
              <a:rPr dirty="0">
                <a:solidFill>
                  <a:srgbClr val="3C3C3C"/>
                </a:solidFill>
                <a:latin typeface="Times New Roman"/>
                <a:cs typeface="Times New Roman"/>
              </a:rPr>
              <a:t>Specification</a:t>
            </a:r>
            <a:r>
              <a:rPr spc="-50" dirty="0">
                <a:solidFill>
                  <a:srgbClr val="3C3C3C"/>
                </a:solidFill>
                <a:latin typeface="Times New Roman"/>
                <a:cs typeface="Times New Roman"/>
              </a:rPr>
              <a:t> </a:t>
            </a:r>
            <a:r>
              <a:rPr dirty="0">
                <a:solidFill>
                  <a:srgbClr val="3C3C3C"/>
                </a:solidFill>
                <a:latin typeface="Times New Roman"/>
                <a:cs typeface="Times New Roman"/>
              </a:rPr>
              <a:t>should</a:t>
            </a:r>
            <a:r>
              <a:rPr spc="-30" dirty="0">
                <a:solidFill>
                  <a:srgbClr val="3C3C3C"/>
                </a:solidFill>
                <a:latin typeface="Times New Roman"/>
                <a:cs typeface="Times New Roman"/>
              </a:rPr>
              <a:t> </a:t>
            </a:r>
            <a:r>
              <a:rPr dirty="0">
                <a:solidFill>
                  <a:srgbClr val="3C3C3C"/>
                </a:solidFill>
                <a:latin typeface="Times New Roman"/>
                <a:cs typeface="Times New Roman"/>
              </a:rPr>
              <a:t>be</a:t>
            </a:r>
            <a:r>
              <a:rPr spc="-30" dirty="0">
                <a:solidFill>
                  <a:srgbClr val="3C3C3C"/>
                </a:solidFill>
                <a:latin typeface="Times New Roman"/>
                <a:cs typeface="Times New Roman"/>
              </a:rPr>
              <a:t> </a:t>
            </a:r>
            <a:r>
              <a:rPr dirty="0">
                <a:solidFill>
                  <a:srgbClr val="3C3C3C"/>
                </a:solidFill>
                <a:latin typeface="Times New Roman"/>
                <a:cs typeface="Times New Roman"/>
              </a:rPr>
              <a:t>complete,</a:t>
            </a:r>
            <a:r>
              <a:rPr spc="-35" dirty="0">
                <a:solidFill>
                  <a:srgbClr val="3C3C3C"/>
                </a:solidFill>
                <a:latin typeface="Times New Roman"/>
                <a:cs typeface="Times New Roman"/>
              </a:rPr>
              <a:t> </a:t>
            </a:r>
            <a:r>
              <a:rPr dirty="0">
                <a:solidFill>
                  <a:srgbClr val="3C3C3C"/>
                </a:solidFill>
                <a:latin typeface="Times New Roman"/>
                <a:cs typeface="Times New Roman"/>
              </a:rPr>
              <a:t>consistent</a:t>
            </a:r>
            <a:r>
              <a:rPr spc="-45"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accurate</a:t>
            </a:r>
            <a:r>
              <a:rPr spc="-55" dirty="0">
                <a:solidFill>
                  <a:srgbClr val="3C3C3C"/>
                </a:solidFill>
                <a:latin typeface="Times New Roman"/>
                <a:cs typeface="Times New Roman"/>
              </a:rPr>
              <a:t> </a:t>
            </a:r>
            <a:r>
              <a:rPr dirty="0">
                <a:solidFill>
                  <a:srgbClr val="3C3C3C"/>
                </a:solidFill>
                <a:latin typeface="Times New Roman"/>
                <a:cs typeface="Times New Roman"/>
              </a:rPr>
              <a:t>and</a:t>
            </a:r>
            <a:r>
              <a:rPr spc="-30" dirty="0">
                <a:solidFill>
                  <a:srgbClr val="3C3C3C"/>
                </a:solidFill>
                <a:latin typeface="Times New Roman"/>
                <a:cs typeface="Times New Roman"/>
              </a:rPr>
              <a:t> </a:t>
            </a:r>
            <a:r>
              <a:rPr dirty="0">
                <a:solidFill>
                  <a:srgbClr val="3C3C3C"/>
                </a:solidFill>
                <a:latin typeface="Times New Roman"/>
                <a:cs typeface="Times New Roman"/>
              </a:rPr>
              <a:t>set</a:t>
            </a:r>
            <a:r>
              <a:rPr spc="-30" dirty="0">
                <a:solidFill>
                  <a:srgbClr val="3C3C3C"/>
                </a:solidFill>
                <a:latin typeface="Times New Roman"/>
                <a:cs typeface="Times New Roman"/>
              </a:rPr>
              <a:t> </a:t>
            </a:r>
            <a:r>
              <a:rPr dirty="0">
                <a:solidFill>
                  <a:srgbClr val="3C3C3C"/>
                </a:solidFill>
                <a:latin typeface="Times New Roman"/>
                <a:cs typeface="Times New Roman"/>
              </a:rPr>
              <a:t>out</a:t>
            </a:r>
            <a:r>
              <a:rPr spc="-25" dirty="0">
                <a:solidFill>
                  <a:srgbClr val="3C3C3C"/>
                </a:solidFill>
                <a:latin typeface="Times New Roman"/>
                <a:cs typeface="Times New Roman"/>
              </a:rPr>
              <a:t> </a:t>
            </a:r>
            <a:r>
              <a:rPr dirty="0">
                <a:solidFill>
                  <a:srgbClr val="3C3C3C"/>
                </a:solidFill>
                <a:latin typeface="Times New Roman"/>
                <a:cs typeface="Times New Roman"/>
              </a:rPr>
              <a:t>all</a:t>
            </a:r>
            <a:r>
              <a:rPr spc="-40" dirty="0">
                <a:solidFill>
                  <a:srgbClr val="3C3C3C"/>
                </a:solidFill>
                <a:latin typeface="Times New Roman"/>
                <a:cs typeface="Times New Roman"/>
              </a:rPr>
              <a:t> </a:t>
            </a:r>
            <a:r>
              <a:rPr dirty="0">
                <a:solidFill>
                  <a:srgbClr val="3C3C3C"/>
                </a:solidFill>
                <a:latin typeface="Times New Roman"/>
                <a:cs typeface="Times New Roman"/>
              </a:rPr>
              <a:t>that</a:t>
            </a:r>
            <a:r>
              <a:rPr spc="-30" dirty="0">
                <a:solidFill>
                  <a:srgbClr val="3C3C3C"/>
                </a:solidFill>
                <a:latin typeface="Times New Roman"/>
                <a:cs typeface="Times New Roman"/>
              </a:rPr>
              <a:t> </a:t>
            </a:r>
            <a:r>
              <a:rPr spc="-25" dirty="0">
                <a:solidFill>
                  <a:srgbClr val="3C3C3C"/>
                </a:solidFill>
                <a:latin typeface="Times New Roman"/>
                <a:cs typeface="Times New Roman"/>
              </a:rPr>
              <a:t>the </a:t>
            </a:r>
            <a:r>
              <a:rPr dirty="0">
                <a:solidFill>
                  <a:srgbClr val="3C3C3C"/>
                </a:solidFill>
                <a:latin typeface="Times New Roman"/>
                <a:cs typeface="Times New Roman"/>
              </a:rPr>
              <a:t>client</a:t>
            </a:r>
            <a:r>
              <a:rPr spc="-40" dirty="0">
                <a:solidFill>
                  <a:srgbClr val="3C3C3C"/>
                </a:solidFill>
                <a:latin typeface="Times New Roman"/>
                <a:cs typeface="Times New Roman"/>
              </a:rPr>
              <a:t> </a:t>
            </a:r>
            <a:r>
              <a:rPr dirty="0">
                <a:solidFill>
                  <a:srgbClr val="3C3C3C"/>
                </a:solidFill>
                <a:latin typeface="Times New Roman"/>
                <a:cs typeface="Times New Roman"/>
              </a:rPr>
              <a:t>wants</a:t>
            </a:r>
            <a:r>
              <a:rPr spc="-35"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be</a:t>
            </a:r>
            <a:r>
              <a:rPr spc="-20" dirty="0">
                <a:solidFill>
                  <a:srgbClr val="3C3C3C"/>
                </a:solidFill>
                <a:latin typeface="Times New Roman"/>
                <a:cs typeface="Times New Roman"/>
              </a:rPr>
              <a:t> </a:t>
            </a:r>
            <a:r>
              <a:rPr dirty="0">
                <a:solidFill>
                  <a:srgbClr val="3C3C3C"/>
                </a:solidFill>
                <a:latin typeface="Times New Roman"/>
                <a:cs typeface="Times New Roman"/>
              </a:rPr>
              <a:t>done</a:t>
            </a:r>
            <a:r>
              <a:rPr spc="-25" dirty="0">
                <a:solidFill>
                  <a:srgbClr val="3C3C3C"/>
                </a:solidFill>
                <a:latin typeface="Times New Roman"/>
                <a:cs typeface="Times New Roman"/>
              </a:rPr>
              <a:t> </a:t>
            </a:r>
            <a:r>
              <a:rPr dirty="0">
                <a:solidFill>
                  <a:srgbClr val="3C3C3C"/>
                </a:solidFill>
                <a:latin typeface="Times New Roman"/>
                <a:cs typeface="Times New Roman"/>
              </a:rPr>
              <a:t>in</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performance</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spc="-10" dirty="0">
                <a:solidFill>
                  <a:srgbClr val="3C3C3C"/>
                </a:solidFill>
                <a:latin typeface="Times New Roman"/>
                <a:cs typeface="Times New Roman"/>
              </a:rPr>
              <a:t>contract</a:t>
            </a:r>
            <a:endParaRPr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866567385"/>
              </p:ext>
            </p:extLst>
          </p:nvPr>
        </p:nvGraphicFramePr>
        <p:xfrm>
          <a:off x="381000" y="441960"/>
          <a:ext cx="9829544" cy="1416685"/>
        </p:xfrm>
        <a:graphic>
          <a:graphicData uri="http://schemas.openxmlformats.org/drawingml/2006/table">
            <a:tbl>
              <a:tblPr firstRow="1" bandRow="1">
                <a:tableStyleId>{2D5ABB26-0587-4C30-8999-92F81FD0307C}</a:tableStyleId>
              </a:tblPr>
              <a:tblGrid>
                <a:gridCol w="3274495">
                  <a:extLst>
                    <a:ext uri="{9D8B030D-6E8A-4147-A177-3AD203B41FA5}">
                      <a16:colId xmlns:a16="http://schemas.microsoft.com/office/drawing/2014/main" val="20000"/>
                    </a:ext>
                  </a:extLst>
                </a:gridCol>
                <a:gridCol w="3291162">
                  <a:extLst>
                    <a:ext uri="{9D8B030D-6E8A-4147-A177-3AD203B41FA5}">
                      <a16:colId xmlns:a16="http://schemas.microsoft.com/office/drawing/2014/main" val="20001"/>
                    </a:ext>
                  </a:extLst>
                </a:gridCol>
                <a:gridCol w="3263887">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55" dirty="0">
                          <a:solidFill>
                            <a:srgbClr val="FFFFFF"/>
                          </a:solidFill>
                          <a:latin typeface="Times New Roman"/>
                          <a:cs typeface="Times New Roman"/>
                        </a:rPr>
                        <a:t>WHAT</a:t>
                      </a:r>
                      <a:r>
                        <a:rPr sz="2800" b="1" spc="-90" dirty="0">
                          <a:solidFill>
                            <a:srgbClr val="FFFFFF"/>
                          </a:solidFill>
                          <a:latin typeface="Times New Roman"/>
                          <a:cs typeface="Times New Roman"/>
                        </a:rPr>
                        <a:t> </a:t>
                      </a:r>
                      <a:r>
                        <a:rPr sz="2800" b="1" dirty="0">
                          <a:solidFill>
                            <a:srgbClr val="FFFFFF"/>
                          </a:solidFill>
                          <a:latin typeface="Times New Roman"/>
                          <a:cs typeface="Times New Roman"/>
                        </a:rPr>
                        <a:t>IS</a:t>
                      </a:r>
                      <a:r>
                        <a:rPr sz="2800" b="1" spc="-90" dirty="0">
                          <a:solidFill>
                            <a:srgbClr val="FFFFFF"/>
                          </a:solidFill>
                          <a:latin typeface="Times New Roman"/>
                          <a:cs typeface="Times New Roman"/>
                        </a:rPr>
                        <a:t> </a:t>
                      </a:r>
                      <a:r>
                        <a:rPr sz="2800" b="1" dirty="0">
                          <a:solidFill>
                            <a:srgbClr val="FFFFFF"/>
                          </a:solidFill>
                          <a:latin typeface="Times New Roman"/>
                          <a:cs typeface="Times New Roman"/>
                        </a:rPr>
                        <a:t>TO</a:t>
                      </a:r>
                      <a:r>
                        <a:rPr sz="2800" b="1" spc="-55" dirty="0">
                          <a:solidFill>
                            <a:srgbClr val="FFFFFF"/>
                          </a:solidFill>
                          <a:latin typeface="Times New Roman"/>
                          <a:cs typeface="Times New Roman"/>
                        </a:rPr>
                        <a:t> </a:t>
                      </a:r>
                      <a:r>
                        <a:rPr sz="2800" b="1" dirty="0">
                          <a:solidFill>
                            <a:srgbClr val="FFFFFF"/>
                          </a:solidFill>
                          <a:latin typeface="Times New Roman"/>
                          <a:cs typeface="Times New Roman"/>
                        </a:rPr>
                        <a:t>BE</a:t>
                      </a:r>
                      <a:r>
                        <a:rPr sz="2800" b="1" spc="-50" dirty="0">
                          <a:solidFill>
                            <a:srgbClr val="FFFFFF"/>
                          </a:solidFill>
                          <a:latin typeface="Times New Roman"/>
                          <a:cs typeface="Times New Roman"/>
                        </a:rPr>
                        <a:t> </a:t>
                      </a:r>
                      <a:r>
                        <a:rPr sz="2800" b="1" spc="-10" dirty="0">
                          <a:solidFill>
                            <a:srgbClr val="FFFFFF"/>
                          </a:solidFill>
                          <a:latin typeface="Times New Roman"/>
                          <a:cs typeface="Times New Roman"/>
                        </a:rPr>
                        <a:t>DELIVERED</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533400" y="2205609"/>
            <a:ext cx="9146411" cy="3931920"/>
          </a:xfrm>
          <a:prstGeom prst="rect">
            <a:avLst/>
          </a:prstGeom>
        </p:spPr>
        <p:txBody>
          <a:bodyPr vert="horz" wrap="square" lIns="0" tIns="12700" rIns="0" bIns="0" rtlCol="0">
            <a:spAutoFit/>
          </a:bodyPr>
          <a:lstStyle/>
          <a:p>
            <a:pPr marL="318770" marR="8255"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Producing</a:t>
            </a:r>
            <a:r>
              <a:rPr spc="-20" dirty="0">
                <a:solidFill>
                  <a:srgbClr val="3C3C3C"/>
                </a:solidFill>
                <a:latin typeface="Times New Roman"/>
                <a:cs typeface="Times New Roman"/>
              </a:rPr>
              <a:t> </a:t>
            </a:r>
            <a:r>
              <a:rPr dirty="0">
                <a:solidFill>
                  <a:srgbClr val="3C3C3C"/>
                </a:solidFill>
                <a:latin typeface="Times New Roman"/>
                <a:cs typeface="Times New Roman"/>
              </a:rPr>
              <a:t>software</a:t>
            </a:r>
            <a:r>
              <a:rPr spc="-15" dirty="0">
                <a:solidFill>
                  <a:srgbClr val="3C3C3C"/>
                </a:solidFill>
                <a:latin typeface="Times New Roman"/>
                <a:cs typeface="Times New Roman"/>
              </a:rPr>
              <a:t> </a:t>
            </a:r>
            <a:r>
              <a:rPr dirty="0">
                <a:solidFill>
                  <a:srgbClr val="3C3C3C"/>
                </a:solidFill>
                <a:latin typeface="Times New Roman"/>
                <a:cs typeface="Times New Roman"/>
              </a:rPr>
              <a:t>for</a:t>
            </a:r>
            <a:r>
              <a:rPr spc="-15" dirty="0">
                <a:solidFill>
                  <a:srgbClr val="3C3C3C"/>
                </a:solidFill>
                <a:latin typeface="Times New Roman"/>
                <a:cs typeface="Times New Roman"/>
              </a:rPr>
              <a:t> </a:t>
            </a:r>
            <a:r>
              <a:rPr dirty="0">
                <a:solidFill>
                  <a:srgbClr val="3C3C3C"/>
                </a:solidFill>
                <a:latin typeface="Times New Roman"/>
                <a:cs typeface="Times New Roman"/>
              </a:rPr>
              <a:t>a</a:t>
            </a:r>
            <a:r>
              <a:rPr spc="-15" dirty="0">
                <a:solidFill>
                  <a:srgbClr val="3C3C3C"/>
                </a:solidFill>
                <a:latin typeface="Times New Roman"/>
                <a:cs typeface="Times New Roman"/>
              </a:rPr>
              <a:t> </a:t>
            </a:r>
            <a:r>
              <a:rPr dirty="0">
                <a:solidFill>
                  <a:srgbClr val="3C3C3C"/>
                </a:solidFill>
                <a:latin typeface="Times New Roman"/>
                <a:cs typeface="Times New Roman"/>
              </a:rPr>
              <a:t>client</a:t>
            </a:r>
            <a:r>
              <a:rPr spc="-35"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not,</a:t>
            </a:r>
            <a:r>
              <a:rPr spc="-20" dirty="0">
                <a:solidFill>
                  <a:srgbClr val="3C3C3C"/>
                </a:solidFill>
                <a:latin typeface="Times New Roman"/>
                <a:cs typeface="Times New Roman"/>
              </a:rPr>
              <a:t> </a:t>
            </a:r>
            <a:r>
              <a:rPr spc="-10" dirty="0">
                <a:solidFill>
                  <a:srgbClr val="3C3C3C"/>
                </a:solidFill>
                <a:latin typeface="Times New Roman"/>
                <a:cs typeface="Times New Roman"/>
              </a:rPr>
              <a:t>usually,</a:t>
            </a:r>
            <a:r>
              <a:rPr spc="-45" dirty="0">
                <a:solidFill>
                  <a:srgbClr val="3C3C3C"/>
                </a:solidFill>
                <a:latin typeface="Times New Roman"/>
                <a:cs typeface="Times New Roman"/>
              </a:rPr>
              <a:t> </a:t>
            </a:r>
            <a:r>
              <a:rPr dirty="0">
                <a:solidFill>
                  <a:srgbClr val="3C3C3C"/>
                </a:solidFill>
                <a:latin typeface="Times New Roman"/>
                <a:cs typeface="Times New Roman"/>
              </a:rPr>
              <a:t>a</a:t>
            </a:r>
            <a:r>
              <a:rPr spc="-15" dirty="0">
                <a:solidFill>
                  <a:srgbClr val="3C3C3C"/>
                </a:solidFill>
                <a:latin typeface="Times New Roman"/>
                <a:cs typeface="Times New Roman"/>
              </a:rPr>
              <a:t> </a:t>
            </a:r>
            <a:r>
              <a:rPr dirty="0">
                <a:solidFill>
                  <a:srgbClr val="3C3C3C"/>
                </a:solidFill>
                <a:latin typeface="Times New Roman"/>
                <a:cs typeface="Times New Roman"/>
              </a:rPr>
              <a:t>matter</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30" dirty="0">
                <a:solidFill>
                  <a:srgbClr val="3C3C3C"/>
                </a:solidFill>
                <a:latin typeface="Times New Roman"/>
                <a:cs typeface="Times New Roman"/>
              </a:rPr>
              <a:t> </a:t>
            </a:r>
            <a:r>
              <a:rPr dirty="0">
                <a:solidFill>
                  <a:srgbClr val="3C3C3C"/>
                </a:solidFill>
                <a:latin typeface="Times New Roman"/>
                <a:cs typeface="Times New Roman"/>
              </a:rPr>
              <a:t>simply</a:t>
            </a:r>
            <a:r>
              <a:rPr spc="-15" dirty="0">
                <a:solidFill>
                  <a:srgbClr val="3C3C3C"/>
                </a:solidFill>
                <a:latin typeface="Times New Roman"/>
                <a:cs typeface="Times New Roman"/>
              </a:rPr>
              <a:t> </a:t>
            </a:r>
            <a:r>
              <a:rPr dirty="0">
                <a:solidFill>
                  <a:srgbClr val="3C3C3C"/>
                </a:solidFill>
                <a:latin typeface="Times New Roman"/>
                <a:cs typeface="Times New Roman"/>
              </a:rPr>
              <a:t>handing</a:t>
            </a:r>
            <a:r>
              <a:rPr spc="-25" dirty="0">
                <a:solidFill>
                  <a:srgbClr val="3C3C3C"/>
                </a:solidFill>
                <a:latin typeface="Times New Roman"/>
                <a:cs typeface="Times New Roman"/>
              </a:rPr>
              <a:t> </a:t>
            </a:r>
            <a:r>
              <a:rPr spc="-20" dirty="0">
                <a:solidFill>
                  <a:srgbClr val="3C3C3C"/>
                </a:solidFill>
                <a:latin typeface="Times New Roman"/>
                <a:cs typeface="Times New Roman"/>
              </a:rPr>
              <a:t>over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text</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dirty="0">
                <a:solidFill>
                  <a:srgbClr val="3C3C3C"/>
                </a:solidFill>
                <a:latin typeface="Times New Roman"/>
                <a:cs typeface="Times New Roman"/>
              </a:rPr>
              <a:t>program</a:t>
            </a:r>
            <a:r>
              <a:rPr spc="-25" dirty="0">
                <a:solidFill>
                  <a:srgbClr val="3C3C3C"/>
                </a:solidFill>
                <a:latin typeface="Times New Roman"/>
                <a:cs typeface="Times New Roman"/>
              </a:rPr>
              <a:t> </a:t>
            </a:r>
            <a:r>
              <a:rPr dirty="0">
                <a:solidFill>
                  <a:srgbClr val="3C3C3C"/>
                </a:solidFill>
                <a:latin typeface="Times New Roman"/>
                <a:cs typeface="Times New Roman"/>
              </a:rPr>
              <a:t>which</a:t>
            </a:r>
            <a:r>
              <a:rPr spc="-35" dirty="0">
                <a:solidFill>
                  <a:srgbClr val="3C3C3C"/>
                </a:solidFill>
                <a:latin typeface="Times New Roman"/>
                <a:cs typeface="Times New Roman"/>
              </a:rPr>
              <a:t> </a:t>
            </a:r>
            <a:r>
              <a:rPr dirty="0">
                <a:solidFill>
                  <a:srgbClr val="3C3C3C"/>
                </a:solidFill>
                <a:latin typeface="Times New Roman"/>
                <a:cs typeface="Times New Roman"/>
              </a:rPr>
              <a:t>does</a:t>
            </a:r>
            <a:r>
              <a:rPr spc="-20" dirty="0">
                <a:solidFill>
                  <a:srgbClr val="3C3C3C"/>
                </a:solidFill>
                <a:latin typeface="Times New Roman"/>
                <a:cs typeface="Times New Roman"/>
              </a:rPr>
              <a:t> </a:t>
            </a:r>
            <a:r>
              <a:rPr dirty="0">
                <a:solidFill>
                  <a:srgbClr val="3C3C3C"/>
                </a:solidFill>
                <a:latin typeface="Times New Roman"/>
                <a:cs typeface="Times New Roman"/>
              </a:rPr>
              <a:t>what</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35" dirty="0">
                <a:solidFill>
                  <a:srgbClr val="3C3C3C"/>
                </a:solidFill>
                <a:latin typeface="Times New Roman"/>
                <a:cs typeface="Times New Roman"/>
              </a:rPr>
              <a:t> </a:t>
            </a:r>
            <a:r>
              <a:rPr spc="-10" dirty="0">
                <a:solidFill>
                  <a:srgbClr val="3C3C3C"/>
                </a:solidFill>
                <a:latin typeface="Times New Roman"/>
                <a:cs typeface="Times New Roman"/>
              </a:rPr>
              <a:t>required.</a:t>
            </a:r>
            <a:endParaRPr dirty="0">
              <a:latin typeface="Times New Roman"/>
              <a:cs typeface="Times New Roman"/>
            </a:endParaRPr>
          </a:p>
          <a:p>
            <a:pPr marL="318770" indent="-306070">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following</a:t>
            </a:r>
            <a:r>
              <a:rPr spc="-25"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a</a:t>
            </a:r>
            <a:r>
              <a:rPr spc="-15" dirty="0">
                <a:solidFill>
                  <a:srgbClr val="3C3C3C"/>
                </a:solidFill>
                <a:latin typeface="Times New Roman"/>
                <a:cs typeface="Times New Roman"/>
              </a:rPr>
              <a:t> </a:t>
            </a:r>
            <a:r>
              <a:rPr spc="-10" dirty="0">
                <a:solidFill>
                  <a:srgbClr val="3C3C3C"/>
                </a:solidFill>
                <a:latin typeface="Times New Roman"/>
                <a:cs typeface="Times New Roman"/>
              </a:rPr>
              <a:t>non-</a:t>
            </a:r>
            <a:r>
              <a:rPr dirty="0">
                <a:solidFill>
                  <a:srgbClr val="3C3C3C"/>
                </a:solidFill>
                <a:latin typeface="Times New Roman"/>
                <a:cs typeface="Times New Roman"/>
              </a:rPr>
              <a:t>exhaustive</a:t>
            </a:r>
            <a:r>
              <a:rPr spc="-20" dirty="0">
                <a:solidFill>
                  <a:srgbClr val="3C3C3C"/>
                </a:solidFill>
                <a:latin typeface="Times New Roman"/>
                <a:cs typeface="Times New Roman"/>
              </a:rPr>
              <a:t> </a:t>
            </a:r>
            <a:r>
              <a:rPr dirty="0">
                <a:solidFill>
                  <a:srgbClr val="3C3C3C"/>
                </a:solidFill>
                <a:latin typeface="Times New Roman"/>
                <a:cs typeface="Times New Roman"/>
              </a:rPr>
              <a:t>list</a:t>
            </a:r>
            <a:r>
              <a:rPr spc="-30" dirty="0">
                <a:solidFill>
                  <a:srgbClr val="3C3C3C"/>
                </a:solidFill>
                <a:latin typeface="Times New Roman"/>
                <a:cs typeface="Times New Roman"/>
              </a:rPr>
              <a:t> </a:t>
            </a:r>
            <a:r>
              <a:rPr dirty="0">
                <a:solidFill>
                  <a:srgbClr val="3C3C3C"/>
                </a:solidFill>
                <a:latin typeface="Times New Roman"/>
                <a:cs typeface="Times New Roman"/>
              </a:rPr>
              <a:t>of</a:t>
            </a:r>
            <a:r>
              <a:rPr spc="-10" dirty="0">
                <a:solidFill>
                  <a:srgbClr val="3C3C3C"/>
                </a:solidFill>
                <a:latin typeface="Times New Roman"/>
                <a:cs typeface="Times New Roman"/>
              </a:rPr>
              <a:t> possibilities:</a:t>
            </a:r>
            <a:endParaRPr dirty="0">
              <a:latin typeface="Times New Roman"/>
              <a:cs typeface="Times New Roman"/>
            </a:endParaRPr>
          </a:p>
          <a:p>
            <a:pPr marL="641985" lvl="1" indent="-304800">
              <a:spcBef>
                <a:spcPts val="990"/>
              </a:spcBef>
              <a:buClr>
                <a:srgbClr val="903062"/>
              </a:buClr>
              <a:buSzPct val="90625"/>
              <a:buFont typeface="Cambria"/>
              <a:buChar char="◾"/>
              <a:tabLst>
                <a:tab pos="641985" algn="l"/>
              </a:tabLst>
            </a:pPr>
            <a:r>
              <a:rPr sz="1600" dirty="0">
                <a:solidFill>
                  <a:srgbClr val="3C3C3C"/>
                </a:solidFill>
                <a:latin typeface="Times New Roman"/>
                <a:cs typeface="Times New Roman"/>
              </a:rPr>
              <a:t>source</a:t>
            </a:r>
            <a:r>
              <a:rPr sz="1600" spc="-35" dirty="0">
                <a:solidFill>
                  <a:srgbClr val="3C3C3C"/>
                </a:solidFill>
                <a:latin typeface="Times New Roman"/>
                <a:cs typeface="Times New Roman"/>
              </a:rPr>
              <a:t> </a:t>
            </a:r>
            <a:r>
              <a:rPr sz="1600" spc="-20" dirty="0">
                <a:solidFill>
                  <a:srgbClr val="3C3C3C"/>
                </a:solidFill>
                <a:latin typeface="Times New Roman"/>
                <a:cs typeface="Times New Roman"/>
              </a:rPr>
              <a:t>code;</a:t>
            </a:r>
            <a:endParaRPr sz="1600" dirty="0">
              <a:latin typeface="Times New Roman"/>
              <a:cs typeface="Times New Roman"/>
            </a:endParaRPr>
          </a:p>
          <a:p>
            <a:pPr marL="641985" lvl="1" indent="-304800">
              <a:spcBef>
                <a:spcPts val="990"/>
              </a:spcBef>
              <a:buClr>
                <a:srgbClr val="903062"/>
              </a:buClr>
              <a:buSzPct val="90625"/>
              <a:buFont typeface="Cambria"/>
              <a:buChar char="◾"/>
              <a:tabLst>
                <a:tab pos="641985" algn="l"/>
              </a:tabLst>
            </a:pPr>
            <a:r>
              <a:rPr sz="1600" dirty="0">
                <a:solidFill>
                  <a:srgbClr val="3C3C3C"/>
                </a:solidFill>
                <a:latin typeface="Times New Roman"/>
                <a:cs typeface="Times New Roman"/>
              </a:rPr>
              <a:t>command</a:t>
            </a:r>
            <a:r>
              <a:rPr sz="1600" spc="10" dirty="0">
                <a:solidFill>
                  <a:srgbClr val="3C3C3C"/>
                </a:solidFill>
                <a:latin typeface="Times New Roman"/>
                <a:cs typeface="Times New Roman"/>
              </a:rPr>
              <a:t> </a:t>
            </a:r>
            <a:r>
              <a:rPr sz="1600" dirty="0">
                <a:solidFill>
                  <a:srgbClr val="3C3C3C"/>
                </a:solidFill>
                <a:latin typeface="Times New Roman"/>
                <a:cs typeface="Times New Roman"/>
              </a:rPr>
              <a:t>files</a:t>
            </a:r>
            <a:r>
              <a:rPr sz="1600" spc="-25" dirty="0">
                <a:solidFill>
                  <a:srgbClr val="3C3C3C"/>
                </a:solidFill>
                <a:latin typeface="Times New Roman"/>
                <a:cs typeface="Times New Roman"/>
              </a:rPr>
              <a:t> </a:t>
            </a:r>
            <a:r>
              <a:rPr sz="1600" dirty="0">
                <a:solidFill>
                  <a:srgbClr val="3C3C3C"/>
                </a:solidFill>
                <a:latin typeface="Times New Roman"/>
                <a:cs typeface="Times New Roman"/>
              </a:rPr>
              <a:t>for</a:t>
            </a:r>
            <a:r>
              <a:rPr sz="1600" spc="-40" dirty="0">
                <a:solidFill>
                  <a:srgbClr val="3C3C3C"/>
                </a:solidFill>
                <a:latin typeface="Times New Roman"/>
                <a:cs typeface="Times New Roman"/>
              </a:rPr>
              <a:t> </a:t>
            </a:r>
            <a:r>
              <a:rPr sz="1600" dirty="0">
                <a:solidFill>
                  <a:srgbClr val="3C3C3C"/>
                </a:solidFill>
                <a:latin typeface="Times New Roman"/>
                <a:cs typeface="Times New Roman"/>
              </a:rPr>
              <a:t>building</a:t>
            </a:r>
            <a:r>
              <a:rPr sz="1600" spc="-35" dirty="0">
                <a:solidFill>
                  <a:srgbClr val="3C3C3C"/>
                </a:solidFill>
                <a:latin typeface="Times New Roman"/>
                <a:cs typeface="Times New Roman"/>
              </a:rPr>
              <a:t> </a:t>
            </a:r>
            <a:r>
              <a:rPr sz="1600" dirty="0">
                <a:solidFill>
                  <a:srgbClr val="3C3C3C"/>
                </a:solidFill>
                <a:latin typeface="Times New Roman"/>
                <a:cs typeface="Times New Roman"/>
              </a:rPr>
              <a:t>the</a:t>
            </a:r>
            <a:r>
              <a:rPr sz="1600" spc="-35" dirty="0">
                <a:solidFill>
                  <a:srgbClr val="3C3C3C"/>
                </a:solidFill>
                <a:latin typeface="Times New Roman"/>
                <a:cs typeface="Times New Roman"/>
              </a:rPr>
              <a:t> </a:t>
            </a:r>
            <a:r>
              <a:rPr sz="1600" dirty="0">
                <a:solidFill>
                  <a:srgbClr val="3C3C3C"/>
                </a:solidFill>
                <a:latin typeface="Times New Roman"/>
                <a:cs typeface="Times New Roman"/>
              </a:rPr>
              <a:t>executable</a:t>
            </a:r>
            <a:r>
              <a:rPr sz="1600" spc="-30" dirty="0">
                <a:solidFill>
                  <a:srgbClr val="3C3C3C"/>
                </a:solidFill>
                <a:latin typeface="Times New Roman"/>
                <a:cs typeface="Times New Roman"/>
              </a:rPr>
              <a:t> </a:t>
            </a:r>
            <a:r>
              <a:rPr sz="1600" dirty="0">
                <a:solidFill>
                  <a:srgbClr val="3C3C3C"/>
                </a:solidFill>
                <a:latin typeface="Times New Roman"/>
                <a:cs typeface="Times New Roman"/>
              </a:rPr>
              <a:t>code</a:t>
            </a:r>
            <a:r>
              <a:rPr sz="1600" spc="-40" dirty="0">
                <a:solidFill>
                  <a:srgbClr val="3C3C3C"/>
                </a:solidFill>
                <a:latin typeface="Times New Roman"/>
                <a:cs typeface="Times New Roman"/>
              </a:rPr>
              <a:t> </a:t>
            </a:r>
            <a:r>
              <a:rPr sz="1600" dirty="0">
                <a:solidFill>
                  <a:srgbClr val="3C3C3C"/>
                </a:solidFill>
                <a:latin typeface="Times New Roman"/>
                <a:cs typeface="Times New Roman"/>
              </a:rPr>
              <a:t>from</a:t>
            </a:r>
            <a:r>
              <a:rPr sz="1600" spc="-25" dirty="0">
                <a:solidFill>
                  <a:srgbClr val="3C3C3C"/>
                </a:solidFill>
                <a:latin typeface="Times New Roman"/>
                <a:cs typeface="Times New Roman"/>
              </a:rPr>
              <a:t> </a:t>
            </a:r>
            <a:r>
              <a:rPr sz="1600" dirty="0">
                <a:solidFill>
                  <a:srgbClr val="3C3C3C"/>
                </a:solidFill>
                <a:latin typeface="Times New Roman"/>
                <a:cs typeface="Times New Roman"/>
              </a:rPr>
              <a:t>the</a:t>
            </a:r>
            <a:r>
              <a:rPr sz="1600" spc="-35" dirty="0">
                <a:solidFill>
                  <a:srgbClr val="3C3C3C"/>
                </a:solidFill>
                <a:latin typeface="Times New Roman"/>
                <a:cs typeface="Times New Roman"/>
              </a:rPr>
              <a:t> </a:t>
            </a:r>
            <a:r>
              <a:rPr sz="1600" dirty="0">
                <a:solidFill>
                  <a:srgbClr val="3C3C3C"/>
                </a:solidFill>
                <a:latin typeface="Times New Roman"/>
                <a:cs typeface="Times New Roman"/>
              </a:rPr>
              <a:t>source</a:t>
            </a:r>
            <a:r>
              <a:rPr sz="1600" spc="-45" dirty="0">
                <a:solidFill>
                  <a:srgbClr val="3C3C3C"/>
                </a:solidFill>
                <a:latin typeface="Times New Roman"/>
                <a:cs typeface="Times New Roman"/>
              </a:rPr>
              <a:t> </a:t>
            </a:r>
            <a:r>
              <a:rPr sz="1600" dirty="0">
                <a:solidFill>
                  <a:srgbClr val="3C3C3C"/>
                </a:solidFill>
                <a:latin typeface="Times New Roman"/>
                <a:cs typeface="Times New Roman"/>
              </a:rPr>
              <a:t>and</a:t>
            </a:r>
            <a:r>
              <a:rPr sz="1600" spc="-40" dirty="0">
                <a:solidFill>
                  <a:srgbClr val="3C3C3C"/>
                </a:solidFill>
                <a:latin typeface="Times New Roman"/>
                <a:cs typeface="Times New Roman"/>
              </a:rPr>
              <a:t> </a:t>
            </a:r>
            <a:r>
              <a:rPr sz="1600" dirty="0">
                <a:solidFill>
                  <a:srgbClr val="3C3C3C"/>
                </a:solidFill>
                <a:latin typeface="Times New Roman"/>
                <a:cs typeface="Times New Roman"/>
              </a:rPr>
              <a:t>for</a:t>
            </a:r>
            <a:r>
              <a:rPr sz="1600" spc="-40" dirty="0">
                <a:solidFill>
                  <a:srgbClr val="3C3C3C"/>
                </a:solidFill>
                <a:latin typeface="Times New Roman"/>
                <a:cs typeface="Times New Roman"/>
              </a:rPr>
              <a:t> </a:t>
            </a:r>
            <a:r>
              <a:rPr sz="1600" dirty="0">
                <a:solidFill>
                  <a:srgbClr val="3C3C3C"/>
                </a:solidFill>
                <a:latin typeface="Times New Roman"/>
                <a:cs typeface="Times New Roman"/>
              </a:rPr>
              <a:t>installing</a:t>
            </a:r>
            <a:r>
              <a:rPr sz="1600" spc="-20" dirty="0">
                <a:solidFill>
                  <a:srgbClr val="3C3C3C"/>
                </a:solidFill>
                <a:latin typeface="Times New Roman"/>
                <a:cs typeface="Times New Roman"/>
              </a:rPr>
              <a:t> </a:t>
            </a:r>
            <a:r>
              <a:rPr sz="1600" spc="-25" dirty="0">
                <a:solidFill>
                  <a:srgbClr val="3C3C3C"/>
                </a:solidFill>
                <a:latin typeface="Times New Roman"/>
                <a:cs typeface="Times New Roman"/>
              </a:rPr>
              <a:t>it;</a:t>
            </a:r>
            <a:endParaRPr sz="1600" dirty="0">
              <a:latin typeface="Times New Roman"/>
              <a:cs typeface="Times New Roman"/>
            </a:endParaRPr>
          </a:p>
          <a:p>
            <a:pPr marL="641985" lvl="1" indent="-304800">
              <a:spcBef>
                <a:spcPts val="985"/>
              </a:spcBef>
              <a:buClr>
                <a:srgbClr val="903062"/>
              </a:buClr>
              <a:buSzPct val="90625"/>
              <a:buFont typeface="Cambria"/>
              <a:buChar char="◾"/>
              <a:tabLst>
                <a:tab pos="641985" algn="l"/>
              </a:tabLst>
            </a:pPr>
            <a:r>
              <a:rPr sz="1600" dirty="0">
                <a:solidFill>
                  <a:srgbClr val="3C3C3C"/>
                </a:solidFill>
                <a:latin typeface="Times New Roman"/>
                <a:cs typeface="Times New Roman"/>
              </a:rPr>
              <a:t>documentation</a:t>
            </a:r>
            <a:r>
              <a:rPr sz="1600" spc="15" dirty="0">
                <a:solidFill>
                  <a:srgbClr val="3C3C3C"/>
                </a:solidFill>
                <a:latin typeface="Times New Roman"/>
                <a:cs typeface="Times New Roman"/>
              </a:rPr>
              <a:t> </a:t>
            </a:r>
            <a:r>
              <a:rPr sz="1600" dirty="0">
                <a:solidFill>
                  <a:srgbClr val="3C3C3C"/>
                </a:solidFill>
                <a:latin typeface="Times New Roman"/>
                <a:cs typeface="Times New Roman"/>
              </a:rPr>
              <a:t>of</a:t>
            </a:r>
            <a:r>
              <a:rPr sz="1600" spc="-30" dirty="0">
                <a:solidFill>
                  <a:srgbClr val="3C3C3C"/>
                </a:solidFill>
                <a:latin typeface="Times New Roman"/>
                <a:cs typeface="Times New Roman"/>
              </a:rPr>
              <a:t> </a:t>
            </a:r>
            <a:r>
              <a:rPr sz="1600" dirty="0">
                <a:solidFill>
                  <a:srgbClr val="3C3C3C"/>
                </a:solidFill>
                <a:latin typeface="Times New Roman"/>
                <a:cs typeface="Times New Roman"/>
              </a:rPr>
              <a:t>the</a:t>
            </a:r>
            <a:r>
              <a:rPr sz="1600" spc="-35" dirty="0">
                <a:solidFill>
                  <a:srgbClr val="3C3C3C"/>
                </a:solidFill>
                <a:latin typeface="Times New Roman"/>
                <a:cs typeface="Times New Roman"/>
              </a:rPr>
              <a:t> </a:t>
            </a:r>
            <a:r>
              <a:rPr sz="1600" dirty="0">
                <a:solidFill>
                  <a:srgbClr val="3C3C3C"/>
                </a:solidFill>
                <a:latin typeface="Times New Roman"/>
                <a:cs typeface="Times New Roman"/>
              </a:rPr>
              <a:t>design</a:t>
            </a:r>
            <a:r>
              <a:rPr sz="1600" spc="-35" dirty="0">
                <a:solidFill>
                  <a:srgbClr val="3C3C3C"/>
                </a:solidFill>
                <a:latin typeface="Times New Roman"/>
                <a:cs typeface="Times New Roman"/>
              </a:rPr>
              <a:t> </a:t>
            </a:r>
            <a:r>
              <a:rPr sz="1600" dirty="0">
                <a:solidFill>
                  <a:srgbClr val="3C3C3C"/>
                </a:solidFill>
                <a:latin typeface="Times New Roman"/>
                <a:cs typeface="Times New Roman"/>
              </a:rPr>
              <a:t>and</a:t>
            </a:r>
            <a:r>
              <a:rPr sz="1600" spc="-30" dirty="0">
                <a:solidFill>
                  <a:srgbClr val="3C3C3C"/>
                </a:solidFill>
                <a:latin typeface="Times New Roman"/>
                <a:cs typeface="Times New Roman"/>
              </a:rPr>
              <a:t> </a:t>
            </a:r>
            <a:r>
              <a:rPr sz="1600" dirty="0">
                <a:solidFill>
                  <a:srgbClr val="3C3C3C"/>
                </a:solidFill>
                <a:latin typeface="Times New Roman"/>
                <a:cs typeface="Times New Roman"/>
              </a:rPr>
              <a:t>of</a:t>
            </a:r>
            <a:r>
              <a:rPr sz="1600" spc="-30" dirty="0">
                <a:solidFill>
                  <a:srgbClr val="3C3C3C"/>
                </a:solidFill>
                <a:latin typeface="Times New Roman"/>
                <a:cs typeface="Times New Roman"/>
              </a:rPr>
              <a:t> </a:t>
            </a:r>
            <a:r>
              <a:rPr sz="1600" dirty="0">
                <a:solidFill>
                  <a:srgbClr val="3C3C3C"/>
                </a:solidFill>
                <a:latin typeface="Times New Roman"/>
                <a:cs typeface="Times New Roman"/>
              </a:rPr>
              <a:t>the</a:t>
            </a:r>
            <a:r>
              <a:rPr sz="1600" spc="-35" dirty="0">
                <a:solidFill>
                  <a:srgbClr val="3C3C3C"/>
                </a:solidFill>
                <a:latin typeface="Times New Roman"/>
                <a:cs typeface="Times New Roman"/>
              </a:rPr>
              <a:t> </a:t>
            </a:r>
            <a:r>
              <a:rPr sz="1600" spc="-10" dirty="0">
                <a:solidFill>
                  <a:srgbClr val="3C3C3C"/>
                </a:solidFill>
                <a:latin typeface="Times New Roman"/>
                <a:cs typeface="Times New Roman"/>
              </a:rPr>
              <a:t>code;</a:t>
            </a:r>
            <a:endParaRPr sz="1600" dirty="0">
              <a:latin typeface="Times New Roman"/>
              <a:cs typeface="Times New Roman"/>
            </a:endParaRPr>
          </a:p>
          <a:p>
            <a:pPr marL="641985" lvl="1" indent="-304800">
              <a:spcBef>
                <a:spcPts val="980"/>
              </a:spcBef>
              <a:buClr>
                <a:srgbClr val="903062"/>
              </a:buClr>
              <a:buSzPct val="90625"/>
              <a:buFont typeface="Cambria"/>
              <a:buChar char="◾"/>
              <a:tabLst>
                <a:tab pos="641985" algn="l"/>
              </a:tabLst>
            </a:pPr>
            <a:r>
              <a:rPr sz="1600" dirty="0">
                <a:solidFill>
                  <a:srgbClr val="3C3C3C"/>
                </a:solidFill>
                <a:latin typeface="Times New Roman"/>
                <a:cs typeface="Times New Roman"/>
              </a:rPr>
              <a:t>training</a:t>
            </a:r>
            <a:r>
              <a:rPr sz="1600" spc="-35" dirty="0">
                <a:solidFill>
                  <a:srgbClr val="3C3C3C"/>
                </a:solidFill>
                <a:latin typeface="Times New Roman"/>
                <a:cs typeface="Times New Roman"/>
              </a:rPr>
              <a:t> </a:t>
            </a:r>
            <a:r>
              <a:rPr sz="1600" dirty="0">
                <a:solidFill>
                  <a:srgbClr val="3C3C3C"/>
                </a:solidFill>
                <a:latin typeface="Times New Roman"/>
                <a:cs typeface="Times New Roman"/>
              </a:rPr>
              <a:t>manuals</a:t>
            </a:r>
            <a:r>
              <a:rPr sz="1600" spc="-10" dirty="0">
                <a:solidFill>
                  <a:srgbClr val="3C3C3C"/>
                </a:solidFill>
                <a:latin typeface="Times New Roman"/>
                <a:cs typeface="Times New Roman"/>
              </a:rPr>
              <a:t> </a:t>
            </a:r>
            <a:r>
              <a:rPr sz="1600" dirty="0">
                <a:solidFill>
                  <a:srgbClr val="3C3C3C"/>
                </a:solidFill>
                <a:latin typeface="Times New Roman"/>
                <a:cs typeface="Times New Roman"/>
              </a:rPr>
              <a:t>and</a:t>
            </a:r>
            <a:r>
              <a:rPr sz="1600" spc="-55" dirty="0">
                <a:solidFill>
                  <a:srgbClr val="3C3C3C"/>
                </a:solidFill>
                <a:latin typeface="Times New Roman"/>
                <a:cs typeface="Times New Roman"/>
              </a:rPr>
              <a:t> </a:t>
            </a:r>
            <a:r>
              <a:rPr sz="1600" dirty="0">
                <a:solidFill>
                  <a:srgbClr val="3C3C3C"/>
                </a:solidFill>
                <a:latin typeface="Times New Roman"/>
                <a:cs typeface="Times New Roman"/>
              </a:rPr>
              <a:t>operations</a:t>
            </a:r>
            <a:r>
              <a:rPr sz="1600" spc="-30" dirty="0">
                <a:solidFill>
                  <a:srgbClr val="3C3C3C"/>
                </a:solidFill>
                <a:latin typeface="Times New Roman"/>
                <a:cs typeface="Times New Roman"/>
              </a:rPr>
              <a:t> </a:t>
            </a:r>
            <a:r>
              <a:rPr sz="1600" spc="-10" dirty="0">
                <a:solidFill>
                  <a:srgbClr val="3C3C3C"/>
                </a:solidFill>
                <a:latin typeface="Times New Roman"/>
                <a:cs typeface="Times New Roman"/>
              </a:rPr>
              <a:t>manuals;</a:t>
            </a:r>
            <a:endParaRPr sz="1600" dirty="0">
              <a:latin typeface="Times New Roman"/>
              <a:cs typeface="Times New Roman"/>
            </a:endParaRPr>
          </a:p>
          <a:p>
            <a:pPr marL="641985" lvl="1" indent="-304800">
              <a:spcBef>
                <a:spcPts val="985"/>
              </a:spcBef>
              <a:buClr>
                <a:srgbClr val="903062"/>
              </a:buClr>
              <a:buSzPct val="90625"/>
              <a:buFont typeface="Cambria"/>
              <a:buChar char="◾"/>
              <a:tabLst>
                <a:tab pos="641985" algn="l"/>
              </a:tabLst>
            </a:pPr>
            <a:r>
              <a:rPr sz="1600" dirty="0">
                <a:solidFill>
                  <a:srgbClr val="3C3C3C"/>
                </a:solidFill>
                <a:latin typeface="Times New Roman"/>
                <a:cs typeface="Times New Roman"/>
              </a:rPr>
              <a:t>software</a:t>
            </a:r>
            <a:r>
              <a:rPr sz="1600" spc="-20" dirty="0">
                <a:solidFill>
                  <a:srgbClr val="3C3C3C"/>
                </a:solidFill>
                <a:latin typeface="Times New Roman"/>
                <a:cs typeface="Times New Roman"/>
              </a:rPr>
              <a:t> </a:t>
            </a:r>
            <a:r>
              <a:rPr sz="1600" dirty="0">
                <a:solidFill>
                  <a:srgbClr val="3C3C3C"/>
                </a:solidFill>
                <a:latin typeface="Times New Roman"/>
                <a:cs typeface="Times New Roman"/>
              </a:rPr>
              <a:t>tools</a:t>
            </a:r>
            <a:r>
              <a:rPr sz="1600" spc="-45" dirty="0">
                <a:solidFill>
                  <a:srgbClr val="3C3C3C"/>
                </a:solidFill>
                <a:latin typeface="Times New Roman"/>
                <a:cs typeface="Times New Roman"/>
              </a:rPr>
              <a:t> </a:t>
            </a:r>
            <a:r>
              <a:rPr sz="1600" dirty="0">
                <a:solidFill>
                  <a:srgbClr val="3C3C3C"/>
                </a:solidFill>
                <a:latin typeface="Times New Roman"/>
                <a:cs typeface="Times New Roman"/>
              </a:rPr>
              <a:t>to</a:t>
            </a:r>
            <a:r>
              <a:rPr sz="1600" spc="-25" dirty="0">
                <a:solidFill>
                  <a:srgbClr val="3C3C3C"/>
                </a:solidFill>
                <a:latin typeface="Times New Roman"/>
                <a:cs typeface="Times New Roman"/>
              </a:rPr>
              <a:t> </a:t>
            </a:r>
            <a:r>
              <a:rPr sz="1600" dirty="0">
                <a:solidFill>
                  <a:srgbClr val="3C3C3C"/>
                </a:solidFill>
                <a:latin typeface="Times New Roman"/>
                <a:cs typeface="Times New Roman"/>
              </a:rPr>
              <a:t>help</a:t>
            </a:r>
            <a:r>
              <a:rPr sz="1600" spc="-30" dirty="0">
                <a:solidFill>
                  <a:srgbClr val="3C3C3C"/>
                </a:solidFill>
                <a:latin typeface="Times New Roman"/>
                <a:cs typeface="Times New Roman"/>
              </a:rPr>
              <a:t> </a:t>
            </a:r>
            <a:r>
              <a:rPr sz="1600" dirty="0">
                <a:solidFill>
                  <a:srgbClr val="3C3C3C"/>
                </a:solidFill>
                <a:latin typeface="Times New Roman"/>
                <a:cs typeface="Times New Roman"/>
              </a:rPr>
              <a:t>maintain</a:t>
            </a:r>
            <a:r>
              <a:rPr sz="1600" spc="10" dirty="0">
                <a:solidFill>
                  <a:srgbClr val="3C3C3C"/>
                </a:solidFill>
                <a:latin typeface="Times New Roman"/>
                <a:cs typeface="Times New Roman"/>
              </a:rPr>
              <a:t> </a:t>
            </a:r>
            <a:r>
              <a:rPr sz="1600" dirty="0">
                <a:solidFill>
                  <a:srgbClr val="3C3C3C"/>
                </a:solidFill>
                <a:latin typeface="Times New Roman"/>
                <a:cs typeface="Times New Roman"/>
              </a:rPr>
              <a:t>the</a:t>
            </a:r>
            <a:r>
              <a:rPr sz="1600" spc="-30" dirty="0">
                <a:solidFill>
                  <a:srgbClr val="3C3C3C"/>
                </a:solidFill>
                <a:latin typeface="Times New Roman"/>
                <a:cs typeface="Times New Roman"/>
              </a:rPr>
              <a:t> </a:t>
            </a:r>
            <a:r>
              <a:rPr sz="1600" spc="-10" dirty="0">
                <a:solidFill>
                  <a:srgbClr val="3C3C3C"/>
                </a:solidFill>
                <a:latin typeface="Times New Roman"/>
                <a:cs typeface="Times New Roman"/>
              </a:rPr>
              <a:t>code;</a:t>
            </a:r>
            <a:endParaRPr sz="1600" dirty="0">
              <a:latin typeface="Times New Roman"/>
              <a:cs typeface="Times New Roman"/>
            </a:endParaRPr>
          </a:p>
          <a:p>
            <a:pPr marL="641985" lvl="1" indent="-304800">
              <a:spcBef>
                <a:spcPts val="985"/>
              </a:spcBef>
              <a:buClr>
                <a:srgbClr val="903062"/>
              </a:buClr>
              <a:buSzPct val="90625"/>
              <a:buFont typeface="Cambria"/>
              <a:buChar char="◾"/>
              <a:tabLst>
                <a:tab pos="641985" algn="l"/>
              </a:tabLst>
            </a:pPr>
            <a:r>
              <a:rPr sz="1600" dirty="0">
                <a:solidFill>
                  <a:srgbClr val="3C3C3C"/>
                </a:solidFill>
                <a:latin typeface="Times New Roman"/>
                <a:cs typeface="Times New Roman"/>
              </a:rPr>
              <a:t>user</a:t>
            </a:r>
            <a:r>
              <a:rPr sz="1600" spc="-25" dirty="0">
                <a:solidFill>
                  <a:srgbClr val="3C3C3C"/>
                </a:solidFill>
                <a:latin typeface="Times New Roman"/>
                <a:cs typeface="Times New Roman"/>
              </a:rPr>
              <a:t> </a:t>
            </a:r>
            <a:r>
              <a:rPr sz="1600" spc="-10" dirty="0">
                <a:solidFill>
                  <a:srgbClr val="3C3C3C"/>
                </a:solidFill>
                <a:latin typeface="Times New Roman"/>
                <a:cs typeface="Times New Roman"/>
              </a:rPr>
              <a:t>training;</a:t>
            </a:r>
            <a:endParaRPr sz="1600" dirty="0">
              <a:latin typeface="Times New Roman"/>
              <a:cs typeface="Times New Roman"/>
            </a:endParaRPr>
          </a:p>
          <a:p>
            <a:pPr marL="641985" lvl="1" indent="-304800">
              <a:spcBef>
                <a:spcPts val="985"/>
              </a:spcBef>
              <a:buClr>
                <a:srgbClr val="903062"/>
              </a:buClr>
              <a:buSzPct val="90625"/>
              <a:buFont typeface="Cambria"/>
              <a:buChar char="◾"/>
              <a:tabLst>
                <a:tab pos="641985" algn="l"/>
              </a:tabLst>
            </a:pPr>
            <a:r>
              <a:rPr sz="1600" dirty="0">
                <a:solidFill>
                  <a:srgbClr val="3C3C3C"/>
                </a:solidFill>
                <a:latin typeface="Times New Roman"/>
                <a:cs typeface="Times New Roman"/>
              </a:rPr>
              <a:t>training</a:t>
            </a:r>
            <a:r>
              <a:rPr sz="1600" spc="-30" dirty="0">
                <a:solidFill>
                  <a:srgbClr val="3C3C3C"/>
                </a:solidFill>
                <a:latin typeface="Times New Roman"/>
                <a:cs typeface="Times New Roman"/>
              </a:rPr>
              <a:t> </a:t>
            </a:r>
            <a:r>
              <a:rPr sz="1600" dirty="0">
                <a:solidFill>
                  <a:srgbClr val="3C3C3C"/>
                </a:solidFill>
                <a:latin typeface="Times New Roman"/>
                <a:cs typeface="Times New Roman"/>
              </a:rPr>
              <a:t>for</a:t>
            </a:r>
            <a:r>
              <a:rPr sz="1600" spc="-50" dirty="0">
                <a:solidFill>
                  <a:srgbClr val="3C3C3C"/>
                </a:solidFill>
                <a:latin typeface="Times New Roman"/>
                <a:cs typeface="Times New Roman"/>
              </a:rPr>
              <a:t> </a:t>
            </a:r>
            <a:r>
              <a:rPr sz="1600" dirty="0">
                <a:solidFill>
                  <a:srgbClr val="3C3C3C"/>
                </a:solidFill>
                <a:latin typeface="Times New Roman"/>
                <a:cs typeface="Times New Roman"/>
              </a:rPr>
              <a:t>the</a:t>
            </a:r>
            <a:r>
              <a:rPr sz="1600" spc="-55" dirty="0">
                <a:solidFill>
                  <a:srgbClr val="3C3C3C"/>
                </a:solidFill>
                <a:latin typeface="Times New Roman"/>
                <a:cs typeface="Times New Roman"/>
              </a:rPr>
              <a:t> </a:t>
            </a:r>
            <a:r>
              <a:rPr sz="1600" spc="-10" dirty="0">
                <a:solidFill>
                  <a:srgbClr val="3C3C3C"/>
                </a:solidFill>
                <a:latin typeface="Times New Roman"/>
                <a:cs typeface="Times New Roman"/>
              </a:rPr>
              <a:t>client’s</a:t>
            </a:r>
            <a:r>
              <a:rPr sz="1600" spc="-25" dirty="0">
                <a:solidFill>
                  <a:srgbClr val="3C3C3C"/>
                </a:solidFill>
                <a:latin typeface="Times New Roman"/>
                <a:cs typeface="Times New Roman"/>
              </a:rPr>
              <a:t> </a:t>
            </a:r>
            <a:r>
              <a:rPr sz="1600" dirty="0">
                <a:solidFill>
                  <a:srgbClr val="3C3C3C"/>
                </a:solidFill>
                <a:latin typeface="Times New Roman"/>
                <a:cs typeface="Times New Roman"/>
              </a:rPr>
              <a:t>maintenance</a:t>
            </a:r>
            <a:r>
              <a:rPr sz="1600" spc="5" dirty="0">
                <a:solidFill>
                  <a:srgbClr val="3C3C3C"/>
                </a:solidFill>
                <a:latin typeface="Times New Roman"/>
                <a:cs typeface="Times New Roman"/>
              </a:rPr>
              <a:t> </a:t>
            </a:r>
            <a:r>
              <a:rPr sz="1600" spc="-10" dirty="0">
                <a:solidFill>
                  <a:srgbClr val="3C3C3C"/>
                </a:solidFill>
                <a:latin typeface="Times New Roman"/>
                <a:cs typeface="Times New Roman"/>
              </a:rPr>
              <a:t>staff;</a:t>
            </a:r>
            <a:endParaRPr sz="1600" dirty="0">
              <a:latin typeface="Times New Roman"/>
              <a:cs typeface="Times New Roman"/>
            </a:endParaRPr>
          </a:p>
          <a:p>
            <a:pPr marL="641985" lvl="1" indent="-304800">
              <a:spcBef>
                <a:spcPts val="985"/>
              </a:spcBef>
              <a:buClr>
                <a:srgbClr val="903062"/>
              </a:buClr>
              <a:buSzPct val="90625"/>
              <a:buFont typeface="Cambria"/>
              <a:buChar char="◾"/>
              <a:tabLst>
                <a:tab pos="641985" algn="l"/>
              </a:tabLst>
            </a:pPr>
            <a:r>
              <a:rPr sz="1600" dirty="0">
                <a:solidFill>
                  <a:srgbClr val="3C3C3C"/>
                </a:solidFill>
                <a:latin typeface="Times New Roman"/>
                <a:cs typeface="Times New Roman"/>
              </a:rPr>
              <a:t>test data</a:t>
            </a:r>
            <a:r>
              <a:rPr sz="1600" spc="-20" dirty="0">
                <a:solidFill>
                  <a:srgbClr val="3C3C3C"/>
                </a:solidFill>
                <a:latin typeface="Times New Roman"/>
                <a:cs typeface="Times New Roman"/>
              </a:rPr>
              <a:t> </a:t>
            </a:r>
            <a:r>
              <a:rPr sz="1600" dirty="0">
                <a:solidFill>
                  <a:srgbClr val="3C3C3C"/>
                </a:solidFill>
                <a:latin typeface="Times New Roman"/>
                <a:cs typeface="Times New Roman"/>
              </a:rPr>
              <a:t>and</a:t>
            </a:r>
            <a:r>
              <a:rPr sz="1600" spc="-25" dirty="0">
                <a:solidFill>
                  <a:srgbClr val="3C3C3C"/>
                </a:solidFill>
                <a:latin typeface="Times New Roman"/>
                <a:cs typeface="Times New Roman"/>
              </a:rPr>
              <a:t> </a:t>
            </a:r>
            <a:r>
              <a:rPr sz="1600" dirty="0">
                <a:solidFill>
                  <a:srgbClr val="3C3C3C"/>
                </a:solidFill>
                <a:latin typeface="Times New Roman"/>
                <a:cs typeface="Times New Roman"/>
              </a:rPr>
              <a:t>test</a:t>
            </a:r>
            <a:r>
              <a:rPr sz="1600" spc="-5" dirty="0">
                <a:solidFill>
                  <a:srgbClr val="3C3C3C"/>
                </a:solidFill>
                <a:latin typeface="Times New Roman"/>
                <a:cs typeface="Times New Roman"/>
              </a:rPr>
              <a:t> </a:t>
            </a:r>
            <a:r>
              <a:rPr sz="1600" spc="-10" dirty="0">
                <a:solidFill>
                  <a:srgbClr val="3C3C3C"/>
                </a:solidFill>
                <a:latin typeface="Times New Roman"/>
                <a:cs typeface="Times New Roman"/>
              </a:rPr>
              <a:t>results.</a:t>
            </a:r>
            <a:endParaRPr sz="1600" dirty="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152083906"/>
              </p:ext>
            </p:extLst>
          </p:nvPr>
        </p:nvGraphicFramePr>
        <p:xfrm>
          <a:off x="609600" y="441960"/>
          <a:ext cx="9600944" cy="1416685"/>
        </p:xfrm>
        <a:graphic>
          <a:graphicData uri="http://schemas.openxmlformats.org/drawingml/2006/table">
            <a:tbl>
              <a:tblPr firstRow="1" bandRow="1">
                <a:tableStyleId>{2D5ABB26-0587-4C30-8999-92F81FD0307C}</a:tableStyleId>
              </a:tblPr>
              <a:tblGrid>
                <a:gridCol w="3198342">
                  <a:extLst>
                    <a:ext uri="{9D8B030D-6E8A-4147-A177-3AD203B41FA5}">
                      <a16:colId xmlns:a16="http://schemas.microsoft.com/office/drawing/2014/main" val="20000"/>
                    </a:ext>
                  </a:extLst>
                </a:gridCol>
                <a:gridCol w="3214621">
                  <a:extLst>
                    <a:ext uri="{9D8B030D-6E8A-4147-A177-3AD203B41FA5}">
                      <a16:colId xmlns:a16="http://schemas.microsoft.com/office/drawing/2014/main" val="20001"/>
                    </a:ext>
                  </a:extLst>
                </a:gridCol>
                <a:gridCol w="3187981">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20" dirty="0">
                          <a:solidFill>
                            <a:srgbClr val="FFFFFF"/>
                          </a:solidFill>
                          <a:latin typeface="Times New Roman"/>
                          <a:cs typeface="Times New Roman"/>
                        </a:rPr>
                        <a:t>OWNERSHIP</a:t>
                      </a:r>
                      <a:r>
                        <a:rPr sz="2800" b="1" spc="-145" dirty="0">
                          <a:solidFill>
                            <a:srgbClr val="FFFFFF"/>
                          </a:solidFill>
                          <a:latin typeface="Times New Roman"/>
                          <a:cs typeface="Times New Roman"/>
                        </a:rPr>
                        <a:t> </a:t>
                      </a:r>
                      <a:r>
                        <a:rPr sz="2800" b="1" dirty="0">
                          <a:solidFill>
                            <a:srgbClr val="FFFFFF"/>
                          </a:solidFill>
                          <a:latin typeface="Times New Roman"/>
                          <a:cs typeface="Times New Roman"/>
                        </a:rPr>
                        <a:t>OF</a:t>
                      </a:r>
                      <a:r>
                        <a:rPr sz="2800" b="1" spc="-135" dirty="0">
                          <a:solidFill>
                            <a:srgbClr val="FFFFFF"/>
                          </a:solidFill>
                          <a:latin typeface="Times New Roman"/>
                          <a:cs typeface="Times New Roman"/>
                        </a:rPr>
                        <a:t> </a:t>
                      </a:r>
                      <a:r>
                        <a:rPr sz="2800" b="1" spc="-10" dirty="0">
                          <a:solidFill>
                            <a:srgbClr val="FFFFFF"/>
                          </a:solidFill>
                          <a:latin typeface="Times New Roman"/>
                          <a:cs typeface="Times New Roman"/>
                        </a:rPr>
                        <a:t>RIGHTS</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1066800" y="3048000"/>
            <a:ext cx="7833359" cy="574040"/>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Contract</a:t>
            </a:r>
            <a:r>
              <a:rPr spc="45" dirty="0">
                <a:solidFill>
                  <a:srgbClr val="3C3C3C"/>
                </a:solidFill>
                <a:latin typeface="Times New Roman"/>
                <a:cs typeface="Times New Roman"/>
              </a:rPr>
              <a:t> </a:t>
            </a:r>
            <a:r>
              <a:rPr dirty="0">
                <a:solidFill>
                  <a:srgbClr val="3C3C3C"/>
                </a:solidFill>
                <a:latin typeface="Times New Roman"/>
                <a:cs typeface="Times New Roman"/>
              </a:rPr>
              <a:t>should</a:t>
            </a:r>
            <a:r>
              <a:rPr spc="20" dirty="0">
                <a:solidFill>
                  <a:srgbClr val="3C3C3C"/>
                </a:solidFill>
                <a:latin typeface="Times New Roman"/>
                <a:cs typeface="Times New Roman"/>
              </a:rPr>
              <a:t> </a:t>
            </a:r>
            <a:r>
              <a:rPr dirty="0">
                <a:solidFill>
                  <a:srgbClr val="3C3C3C"/>
                </a:solidFill>
                <a:latin typeface="Times New Roman"/>
                <a:cs typeface="Times New Roman"/>
              </a:rPr>
              <a:t>state</a:t>
            </a:r>
            <a:r>
              <a:rPr spc="60" dirty="0">
                <a:solidFill>
                  <a:srgbClr val="3C3C3C"/>
                </a:solidFill>
                <a:latin typeface="Times New Roman"/>
                <a:cs typeface="Times New Roman"/>
              </a:rPr>
              <a:t> </a:t>
            </a:r>
            <a:r>
              <a:rPr dirty="0">
                <a:solidFill>
                  <a:srgbClr val="3C3C3C"/>
                </a:solidFill>
                <a:latin typeface="Times New Roman"/>
                <a:cs typeface="Times New Roman"/>
              </a:rPr>
              <a:t>what</a:t>
            </a:r>
            <a:r>
              <a:rPr spc="40" dirty="0">
                <a:solidFill>
                  <a:srgbClr val="3C3C3C"/>
                </a:solidFill>
                <a:latin typeface="Times New Roman"/>
                <a:cs typeface="Times New Roman"/>
              </a:rPr>
              <a:t> </a:t>
            </a:r>
            <a:r>
              <a:rPr dirty="0">
                <a:solidFill>
                  <a:srgbClr val="3C3C3C"/>
                </a:solidFill>
                <a:latin typeface="Times New Roman"/>
                <a:cs typeface="Times New Roman"/>
              </a:rPr>
              <a:t>legal</a:t>
            </a:r>
            <a:r>
              <a:rPr spc="45" dirty="0">
                <a:solidFill>
                  <a:srgbClr val="3C3C3C"/>
                </a:solidFill>
                <a:latin typeface="Times New Roman"/>
                <a:cs typeface="Times New Roman"/>
              </a:rPr>
              <a:t> </a:t>
            </a:r>
            <a:r>
              <a:rPr dirty="0">
                <a:solidFill>
                  <a:srgbClr val="3C3C3C"/>
                </a:solidFill>
                <a:latin typeface="Times New Roman"/>
                <a:cs typeface="Times New Roman"/>
              </a:rPr>
              <a:t>rights</a:t>
            </a:r>
            <a:r>
              <a:rPr spc="45" dirty="0">
                <a:solidFill>
                  <a:srgbClr val="3C3C3C"/>
                </a:solidFill>
                <a:latin typeface="Times New Roman"/>
                <a:cs typeface="Times New Roman"/>
              </a:rPr>
              <a:t> </a:t>
            </a:r>
            <a:r>
              <a:rPr dirty="0">
                <a:solidFill>
                  <a:srgbClr val="3C3C3C"/>
                </a:solidFill>
                <a:latin typeface="Times New Roman"/>
                <a:cs typeface="Times New Roman"/>
              </a:rPr>
              <a:t>are</a:t>
            </a:r>
            <a:r>
              <a:rPr spc="60" dirty="0">
                <a:solidFill>
                  <a:srgbClr val="3C3C3C"/>
                </a:solidFill>
                <a:latin typeface="Times New Roman"/>
                <a:cs typeface="Times New Roman"/>
              </a:rPr>
              <a:t> </a:t>
            </a:r>
            <a:r>
              <a:rPr dirty="0">
                <a:solidFill>
                  <a:srgbClr val="3C3C3C"/>
                </a:solidFill>
                <a:latin typeface="Times New Roman"/>
                <a:cs typeface="Times New Roman"/>
              </a:rPr>
              <a:t>being</a:t>
            </a:r>
            <a:r>
              <a:rPr spc="40" dirty="0">
                <a:solidFill>
                  <a:srgbClr val="3C3C3C"/>
                </a:solidFill>
                <a:latin typeface="Times New Roman"/>
                <a:cs typeface="Times New Roman"/>
              </a:rPr>
              <a:t> </a:t>
            </a:r>
            <a:r>
              <a:rPr dirty="0">
                <a:solidFill>
                  <a:srgbClr val="3C3C3C"/>
                </a:solidFill>
                <a:latin typeface="Times New Roman"/>
                <a:cs typeface="Times New Roman"/>
              </a:rPr>
              <a:t>passed</a:t>
            </a:r>
            <a:r>
              <a:rPr spc="45" dirty="0">
                <a:solidFill>
                  <a:srgbClr val="3C3C3C"/>
                </a:solidFill>
                <a:latin typeface="Times New Roman"/>
                <a:cs typeface="Times New Roman"/>
              </a:rPr>
              <a:t> </a:t>
            </a:r>
            <a:r>
              <a:rPr dirty="0">
                <a:solidFill>
                  <a:srgbClr val="3C3C3C"/>
                </a:solidFill>
                <a:latin typeface="Times New Roman"/>
                <a:cs typeface="Times New Roman"/>
              </a:rPr>
              <a:t>by</a:t>
            </a:r>
            <a:r>
              <a:rPr spc="60" dirty="0">
                <a:solidFill>
                  <a:srgbClr val="3C3C3C"/>
                </a:solidFill>
                <a:latin typeface="Times New Roman"/>
                <a:cs typeface="Times New Roman"/>
              </a:rPr>
              <a:t> </a:t>
            </a:r>
            <a:r>
              <a:rPr dirty="0">
                <a:solidFill>
                  <a:srgbClr val="3C3C3C"/>
                </a:solidFill>
                <a:latin typeface="Times New Roman"/>
                <a:cs typeface="Times New Roman"/>
              </a:rPr>
              <a:t>the</a:t>
            </a:r>
            <a:r>
              <a:rPr spc="55" dirty="0">
                <a:solidFill>
                  <a:srgbClr val="3C3C3C"/>
                </a:solidFill>
                <a:latin typeface="Times New Roman"/>
                <a:cs typeface="Times New Roman"/>
              </a:rPr>
              <a:t> </a:t>
            </a:r>
            <a:r>
              <a:rPr dirty="0">
                <a:solidFill>
                  <a:srgbClr val="3C3C3C"/>
                </a:solidFill>
                <a:latin typeface="Times New Roman"/>
                <a:cs typeface="Times New Roman"/>
              </a:rPr>
              <a:t>software</a:t>
            </a:r>
            <a:r>
              <a:rPr spc="60" dirty="0">
                <a:solidFill>
                  <a:srgbClr val="3C3C3C"/>
                </a:solidFill>
                <a:latin typeface="Times New Roman"/>
                <a:cs typeface="Times New Roman"/>
              </a:rPr>
              <a:t> </a:t>
            </a:r>
            <a:r>
              <a:rPr dirty="0">
                <a:solidFill>
                  <a:srgbClr val="3C3C3C"/>
                </a:solidFill>
                <a:latin typeface="Times New Roman"/>
                <a:cs typeface="Times New Roman"/>
              </a:rPr>
              <a:t>house</a:t>
            </a:r>
            <a:r>
              <a:rPr spc="45" dirty="0">
                <a:solidFill>
                  <a:srgbClr val="3C3C3C"/>
                </a:solidFill>
                <a:latin typeface="Times New Roman"/>
                <a:cs typeface="Times New Roman"/>
              </a:rPr>
              <a:t> </a:t>
            </a:r>
            <a:r>
              <a:rPr spc="-25" dirty="0">
                <a:solidFill>
                  <a:srgbClr val="3C3C3C"/>
                </a:solidFill>
                <a:latin typeface="Times New Roman"/>
                <a:cs typeface="Times New Roman"/>
              </a:rPr>
              <a:t>to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client</a:t>
            </a:r>
            <a:r>
              <a:rPr spc="-35" dirty="0">
                <a:solidFill>
                  <a:srgbClr val="3C3C3C"/>
                </a:solidFill>
                <a:latin typeface="Times New Roman"/>
                <a:cs typeface="Times New Roman"/>
              </a:rPr>
              <a:t> </a:t>
            </a:r>
            <a:r>
              <a:rPr dirty="0">
                <a:solidFill>
                  <a:srgbClr val="3C3C3C"/>
                </a:solidFill>
                <a:latin typeface="Times New Roman"/>
                <a:cs typeface="Times New Roman"/>
              </a:rPr>
              <a:t>under</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spc="-10" dirty="0">
                <a:solidFill>
                  <a:srgbClr val="3C3C3C"/>
                </a:solidFill>
                <a:latin typeface="Times New Roman"/>
                <a:cs typeface="Times New Roman"/>
              </a:rPr>
              <a:t>contract.</a:t>
            </a:r>
            <a:endParaRPr dirty="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537351477"/>
              </p:ext>
            </p:extLst>
          </p:nvPr>
        </p:nvGraphicFramePr>
        <p:xfrm>
          <a:off x="914400" y="441960"/>
          <a:ext cx="9296144" cy="1416685"/>
        </p:xfrm>
        <a:graphic>
          <a:graphicData uri="http://schemas.openxmlformats.org/drawingml/2006/table">
            <a:tbl>
              <a:tblPr firstRow="1" bandRow="1">
                <a:tableStyleId>{2D5ABB26-0587-4C30-8999-92F81FD0307C}</a:tableStyleId>
              </a:tblPr>
              <a:tblGrid>
                <a:gridCol w="3096805">
                  <a:extLst>
                    <a:ext uri="{9D8B030D-6E8A-4147-A177-3AD203B41FA5}">
                      <a16:colId xmlns:a16="http://schemas.microsoft.com/office/drawing/2014/main" val="20000"/>
                    </a:ext>
                  </a:extLst>
                </a:gridCol>
                <a:gridCol w="3112567">
                  <a:extLst>
                    <a:ext uri="{9D8B030D-6E8A-4147-A177-3AD203B41FA5}">
                      <a16:colId xmlns:a16="http://schemas.microsoft.com/office/drawing/2014/main" val="20001"/>
                    </a:ext>
                  </a:extLst>
                </a:gridCol>
                <a:gridCol w="3086772">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10" dirty="0">
                          <a:solidFill>
                            <a:srgbClr val="FFFFFF"/>
                          </a:solidFill>
                          <a:latin typeface="Times New Roman"/>
                          <a:cs typeface="Times New Roman"/>
                        </a:rPr>
                        <a:t>CONFIDENTIALITY</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914400" y="2337639"/>
            <a:ext cx="8980170" cy="2483485"/>
          </a:xfrm>
          <a:prstGeom prst="rect">
            <a:avLst/>
          </a:prstGeom>
        </p:spPr>
        <p:txBody>
          <a:bodyPr vert="horz" wrap="square" lIns="0" tIns="12700" rIns="0" bIns="0" rtlCol="0">
            <a:spAutoFit/>
          </a:bodyPr>
          <a:lstStyle/>
          <a:p>
            <a:pPr marL="316865" marR="5080" indent="-304800" algn="just">
              <a:spcBef>
                <a:spcPts val="100"/>
              </a:spcBef>
              <a:buClr>
                <a:srgbClr val="903062"/>
              </a:buClr>
              <a:buSzPct val="91666"/>
              <a:buFont typeface="Cambria"/>
              <a:buChar char="◾"/>
              <a:tabLst>
                <a:tab pos="318770" algn="l"/>
              </a:tabLst>
            </a:pPr>
            <a:r>
              <a:rPr i="1" dirty="0">
                <a:solidFill>
                  <a:srgbClr val="3C3C3C"/>
                </a:solidFill>
                <a:latin typeface="Times New Roman"/>
                <a:cs typeface="Times New Roman"/>
              </a:rPr>
              <a:t>Confidentiality</a:t>
            </a:r>
            <a:r>
              <a:rPr i="1" spc="220" dirty="0">
                <a:solidFill>
                  <a:srgbClr val="3C3C3C"/>
                </a:solidFill>
                <a:latin typeface="Times New Roman"/>
                <a:cs typeface="Times New Roman"/>
              </a:rPr>
              <a:t> </a:t>
            </a:r>
            <a:r>
              <a:rPr dirty="0">
                <a:solidFill>
                  <a:srgbClr val="3C3C3C"/>
                </a:solidFill>
                <a:latin typeface="Times New Roman"/>
                <a:cs typeface="Times New Roman"/>
              </a:rPr>
              <a:t>is</a:t>
            </a:r>
            <a:r>
              <a:rPr spc="235" dirty="0">
                <a:solidFill>
                  <a:srgbClr val="3C3C3C"/>
                </a:solidFill>
                <a:latin typeface="Times New Roman"/>
                <a:cs typeface="Times New Roman"/>
              </a:rPr>
              <a:t> </a:t>
            </a:r>
            <a:r>
              <a:rPr dirty="0">
                <a:solidFill>
                  <a:srgbClr val="3C3C3C"/>
                </a:solidFill>
                <a:latin typeface="Times New Roman"/>
                <a:cs typeface="Times New Roman"/>
              </a:rPr>
              <a:t>the</a:t>
            </a:r>
            <a:r>
              <a:rPr spc="235" dirty="0">
                <a:solidFill>
                  <a:srgbClr val="3C3C3C"/>
                </a:solidFill>
                <a:latin typeface="Times New Roman"/>
                <a:cs typeface="Times New Roman"/>
              </a:rPr>
              <a:t> </a:t>
            </a:r>
            <a:r>
              <a:rPr dirty="0">
                <a:solidFill>
                  <a:srgbClr val="3C3C3C"/>
                </a:solidFill>
                <a:latin typeface="Times New Roman"/>
                <a:cs typeface="Times New Roman"/>
              </a:rPr>
              <a:t>protection</a:t>
            </a:r>
            <a:r>
              <a:rPr spc="220" dirty="0">
                <a:solidFill>
                  <a:srgbClr val="3C3C3C"/>
                </a:solidFill>
                <a:latin typeface="Times New Roman"/>
                <a:cs typeface="Times New Roman"/>
              </a:rPr>
              <a:t> </a:t>
            </a:r>
            <a:r>
              <a:rPr dirty="0">
                <a:solidFill>
                  <a:srgbClr val="3C3C3C"/>
                </a:solidFill>
                <a:latin typeface="Times New Roman"/>
                <a:cs typeface="Times New Roman"/>
              </a:rPr>
              <a:t>of</a:t>
            </a:r>
            <a:r>
              <a:rPr spc="240" dirty="0">
                <a:solidFill>
                  <a:srgbClr val="3C3C3C"/>
                </a:solidFill>
                <a:latin typeface="Times New Roman"/>
                <a:cs typeface="Times New Roman"/>
              </a:rPr>
              <a:t> </a:t>
            </a:r>
            <a:r>
              <a:rPr dirty="0">
                <a:solidFill>
                  <a:srgbClr val="3C3C3C"/>
                </a:solidFill>
                <a:latin typeface="Times New Roman"/>
                <a:cs typeface="Times New Roman"/>
              </a:rPr>
              <a:t>personal</a:t>
            </a:r>
            <a:r>
              <a:rPr spc="235" dirty="0">
                <a:solidFill>
                  <a:srgbClr val="3C3C3C"/>
                </a:solidFill>
                <a:latin typeface="Times New Roman"/>
                <a:cs typeface="Times New Roman"/>
              </a:rPr>
              <a:t> </a:t>
            </a:r>
            <a:r>
              <a:rPr dirty="0">
                <a:solidFill>
                  <a:srgbClr val="3C3C3C"/>
                </a:solidFill>
                <a:latin typeface="Times New Roman"/>
                <a:cs typeface="Times New Roman"/>
              </a:rPr>
              <a:t>information.</a:t>
            </a:r>
            <a:r>
              <a:rPr spc="240" dirty="0">
                <a:solidFill>
                  <a:srgbClr val="3C3C3C"/>
                </a:solidFill>
                <a:latin typeface="Times New Roman"/>
                <a:cs typeface="Times New Roman"/>
              </a:rPr>
              <a:t> </a:t>
            </a:r>
            <a:r>
              <a:rPr i="1" dirty="0">
                <a:solidFill>
                  <a:srgbClr val="3C3C3C"/>
                </a:solidFill>
                <a:latin typeface="Times New Roman"/>
                <a:cs typeface="Times New Roman"/>
              </a:rPr>
              <a:t>Confidentiality</a:t>
            </a:r>
            <a:r>
              <a:rPr i="1" spc="229" dirty="0">
                <a:solidFill>
                  <a:srgbClr val="3C3C3C"/>
                </a:solidFill>
                <a:latin typeface="Times New Roman"/>
                <a:cs typeface="Times New Roman"/>
              </a:rPr>
              <a:t> </a:t>
            </a:r>
            <a:r>
              <a:rPr spc="-10" dirty="0">
                <a:solidFill>
                  <a:srgbClr val="3C3C3C"/>
                </a:solidFill>
                <a:latin typeface="Times New Roman"/>
                <a:cs typeface="Times New Roman"/>
              </a:rPr>
              <a:t>means 	</a:t>
            </a:r>
            <a:r>
              <a:rPr dirty="0">
                <a:solidFill>
                  <a:srgbClr val="3C3C3C"/>
                </a:solidFill>
                <a:latin typeface="Times New Roman"/>
                <a:cs typeface="Times New Roman"/>
              </a:rPr>
              <a:t>keeping</a:t>
            </a:r>
            <a:r>
              <a:rPr spc="105" dirty="0">
                <a:solidFill>
                  <a:srgbClr val="3C3C3C"/>
                </a:solidFill>
                <a:latin typeface="Times New Roman"/>
                <a:cs typeface="Times New Roman"/>
              </a:rPr>
              <a:t> </a:t>
            </a:r>
            <a:r>
              <a:rPr dirty="0">
                <a:solidFill>
                  <a:srgbClr val="3C3C3C"/>
                </a:solidFill>
                <a:latin typeface="Times New Roman"/>
                <a:cs typeface="Times New Roman"/>
              </a:rPr>
              <a:t>a</a:t>
            </a:r>
            <a:r>
              <a:rPr spc="130" dirty="0">
                <a:solidFill>
                  <a:srgbClr val="3C3C3C"/>
                </a:solidFill>
                <a:latin typeface="Times New Roman"/>
                <a:cs typeface="Times New Roman"/>
              </a:rPr>
              <a:t> </a:t>
            </a:r>
            <a:r>
              <a:rPr dirty="0">
                <a:solidFill>
                  <a:srgbClr val="3C3C3C"/>
                </a:solidFill>
                <a:latin typeface="Times New Roman"/>
                <a:cs typeface="Times New Roman"/>
              </a:rPr>
              <a:t>client's</a:t>
            </a:r>
            <a:r>
              <a:rPr spc="114" dirty="0">
                <a:solidFill>
                  <a:srgbClr val="3C3C3C"/>
                </a:solidFill>
                <a:latin typeface="Times New Roman"/>
                <a:cs typeface="Times New Roman"/>
              </a:rPr>
              <a:t> </a:t>
            </a:r>
            <a:r>
              <a:rPr dirty="0">
                <a:solidFill>
                  <a:srgbClr val="3C3C3C"/>
                </a:solidFill>
                <a:latin typeface="Times New Roman"/>
                <a:cs typeface="Times New Roman"/>
              </a:rPr>
              <a:t>information</a:t>
            </a:r>
            <a:r>
              <a:rPr spc="130" dirty="0">
                <a:solidFill>
                  <a:srgbClr val="3C3C3C"/>
                </a:solidFill>
                <a:latin typeface="Times New Roman"/>
                <a:cs typeface="Times New Roman"/>
              </a:rPr>
              <a:t> </a:t>
            </a:r>
            <a:r>
              <a:rPr dirty="0">
                <a:solidFill>
                  <a:srgbClr val="3C3C3C"/>
                </a:solidFill>
                <a:latin typeface="Times New Roman"/>
                <a:cs typeface="Times New Roman"/>
              </a:rPr>
              <a:t>between</a:t>
            </a:r>
            <a:r>
              <a:rPr spc="114" dirty="0">
                <a:solidFill>
                  <a:srgbClr val="3C3C3C"/>
                </a:solidFill>
                <a:latin typeface="Times New Roman"/>
                <a:cs typeface="Times New Roman"/>
              </a:rPr>
              <a:t> </a:t>
            </a:r>
            <a:r>
              <a:rPr dirty="0">
                <a:solidFill>
                  <a:srgbClr val="3C3C3C"/>
                </a:solidFill>
                <a:latin typeface="Times New Roman"/>
                <a:cs typeface="Times New Roman"/>
              </a:rPr>
              <a:t>you</a:t>
            </a:r>
            <a:r>
              <a:rPr spc="125" dirty="0">
                <a:solidFill>
                  <a:srgbClr val="3C3C3C"/>
                </a:solidFill>
                <a:latin typeface="Times New Roman"/>
                <a:cs typeface="Times New Roman"/>
              </a:rPr>
              <a:t> </a:t>
            </a:r>
            <a:r>
              <a:rPr dirty="0">
                <a:solidFill>
                  <a:srgbClr val="3C3C3C"/>
                </a:solidFill>
                <a:latin typeface="Times New Roman"/>
                <a:cs typeface="Times New Roman"/>
              </a:rPr>
              <a:t>and</a:t>
            </a:r>
            <a:r>
              <a:rPr spc="110" dirty="0">
                <a:solidFill>
                  <a:srgbClr val="3C3C3C"/>
                </a:solidFill>
                <a:latin typeface="Times New Roman"/>
                <a:cs typeface="Times New Roman"/>
              </a:rPr>
              <a:t> </a:t>
            </a:r>
            <a:r>
              <a:rPr dirty="0">
                <a:solidFill>
                  <a:srgbClr val="3C3C3C"/>
                </a:solidFill>
                <a:latin typeface="Times New Roman"/>
                <a:cs typeface="Times New Roman"/>
              </a:rPr>
              <a:t>the</a:t>
            </a:r>
            <a:r>
              <a:rPr spc="125" dirty="0">
                <a:solidFill>
                  <a:srgbClr val="3C3C3C"/>
                </a:solidFill>
                <a:latin typeface="Times New Roman"/>
                <a:cs typeface="Times New Roman"/>
              </a:rPr>
              <a:t> </a:t>
            </a:r>
            <a:r>
              <a:rPr dirty="0">
                <a:solidFill>
                  <a:srgbClr val="3C3C3C"/>
                </a:solidFill>
                <a:latin typeface="Times New Roman"/>
                <a:cs typeface="Times New Roman"/>
              </a:rPr>
              <a:t>client,</a:t>
            </a:r>
            <a:r>
              <a:rPr spc="125" dirty="0">
                <a:solidFill>
                  <a:srgbClr val="3C3C3C"/>
                </a:solidFill>
                <a:latin typeface="Times New Roman"/>
                <a:cs typeface="Times New Roman"/>
              </a:rPr>
              <a:t> </a:t>
            </a:r>
            <a:r>
              <a:rPr dirty="0">
                <a:solidFill>
                  <a:srgbClr val="3C3C3C"/>
                </a:solidFill>
                <a:latin typeface="Times New Roman"/>
                <a:cs typeface="Times New Roman"/>
              </a:rPr>
              <a:t>and</a:t>
            </a:r>
            <a:r>
              <a:rPr spc="130" dirty="0">
                <a:solidFill>
                  <a:srgbClr val="3C3C3C"/>
                </a:solidFill>
                <a:latin typeface="Times New Roman"/>
                <a:cs typeface="Times New Roman"/>
              </a:rPr>
              <a:t> </a:t>
            </a:r>
            <a:r>
              <a:rPr dirty="0">
                <a:solidFill>
                  <a:srgbClr val="3C3C3C"/>
                </a:solidFill>
                <a:latin typeface="Times New Roman"/>
                <a:cs typeface="Times New Roman"/>
              </a:rPr>
              <a:t>not</a:t>
            </a:r>
            <a:r>
              <a:rPr spc="130" dirty="0">
                <a:solidFill>
                  <a:srgbClr val="3C3C3C"/>
                </a:solidFill>
                <a:latin typeface="Times New Roman"/>
                <a:cs typeface="Times New Roman"/>
              </a:rPr>
              <a:t> </a:t>
            </a:r>
            <a:r>
              <a:rPr dirty="0">
                <a:solidFill>
                  <a:srgbClr val="3C3C3C"/>
                </a:solidFill>
                <a:latin typeface="Times New Roman"/>
                <a:cs typeface="Times New Roman"/>
              </a:rPr>
              <a:t>telling</a:t>
            </a:r>
            <a:r>
              <a:rPr spc="130" dirty="0">
                <a:solidFill>
                  <a:srgbClr val="3C3C3C"/>
                </a:solidFill>
                <a:latin typeface="Times New Roman"/>
                <a:cs typeface="Times New Roman"/>
              </a:rPr>
              <a:t> </a:t>
            </a:r>
            <a:r>
              <a:rPr spc="-10" dirty="0">
                <a:solidFill>
                  <a:srgbClr val="3C3C3C"/>
                </a:solidFill>
                <a:latin typeface="Times New Roman"/>
                <a:cs typeface="Times New Roman"/>
              </a:rPr>
              <a:t>others 	</a:t>
            </a:r>
            <a:r>
              <a:rPr dirty="0">
                <a:solidFill>
                  <a:srgbClr val="3C3C3C"/>
                </a:solidFill>
                <a:latin typeface="Times New Roman"/>
                <a:cs typeface="Times New Roman"/>
              </a:rPr>
              <a:t>including</a:t>
            </a:r>
            <a:r>
              <a:rPr spc="-60" dirty="0">
                <a:solidFill>
                  <a:srgbClr val="3C3C3C"/>
                </a:solidFill>
                <a:latin typeface="Times New Roman"/>
                <a:cs typeface="Times New Roman"/>
              </a:rPr>
              <a:t> </a:t>
            </a:r>
            <a:r>
              <a:rPr spc="-10" dirty="0">
                <a:solidFill>
                  <a:srgbClr val="3C3C3C"/>
                </a:solidFill>
                <a:latin typeface="Times New Roman"/>
                <a:cs typeface="Times New Roman"/>
              </a:rPr>
              <a:t>co-</a:t>
            </a:r>
            <a:r>
              <a:rPr dirty="0">
                <a:solidFill>
                  <a:srgbClr val="3C3C3C"/>
                </a:solidFill>
                <a:latin typeface="Times New Roman"/>
                <a:cs typeface="Times New Roman"/>
              </a:rPr>
              <a:t>workers,</a:t>
            </a:r>
            <a:r>
              <a:rPr spc="-45" dirty="0">
                <a:solidFill>
                  <a:srgbClr val="3C3C3C"/>
                </a:solidFill>
                <a:latin typeface="Times New Roman"/>
                <a:cs typeface="Times New Roman"/>
              </a:rPr>
              <a:t> </a:t>
            </a:r>
            <a:r>
              <a:rPr dirty="0">
                <a:solidFill>
                  <a:srgbClr val="3C3C3C"/>
                </a:solidFill>
                <a:latin typeface="Times New Roman"/>
                <a:cs typeface="Times New Roman"/>
              </a:rPr>
              <a:t>friends,</a:t>
            </a:r>
            <a:r>
              <a:rPr spc="-40" dirty="0">
                <a:solidFill>
                  <a:srgbClr val="3C3C3C"/>
                </a:solidFill>
                <a:latin typeface="Times New Roman"/>
                <a:cs typeface="Times New Roman"/>
              </a:rPr>
              <a:t> </a:t>
            </a:r>
            <a:r>
              <a:rPr spc="-10" dirty="0">
                <a:solidFill>
                  <a:srgbClr val="3C3C3C"/>
                </a:solidFill>
                <a:latin typeface="Times New Roman"/>
                <a:cs typeface="Times New Roman"/>
              </a:rPr>
              <a:t>family,</a:t>
            </a:r>
            <a:r>
              <a:rPr spc="-65" dirty="0">
                <a:solidFill>
                  <a:srgbClr val="3C3C3C"/>
                </a:solidFill>
                <a:latin typeface="Times New Roman"/>
                <a:cs typeface="Times New Roman"/>
              </a:rPr>
              <a:t> </a:t>
            </a:r>
            <a:r>
              <a:rPr spc="-20" dirty="0">
                <a:solidFill>
                  <a:srgbClr val="3C3C3C"/>
                </a:solidFill>
                <a:latin typeface="Times New Roman"/>
                <a:cs typeface="Times New Roman"/>
              </a:rPr>
              <a:t>etc.</a:t>
            </a:r>
            <a:endParaRPr dirty="0">
              <a:latin typeface="Times New Roman"/>
              <a:cs typeface="Times New Roman"/>
            </a:endParaRPr>
          </a:p>
          <a:p>
            <a:pPr marL="318135" indent="-305435" algn="just">
              <a:spcBef>
                <a:spcPts val="1035"/>
              </a:spcBef>
              <a:buClr>
                <a:srgbClr val="903062"/>
              </a:buClr>
              <a:buSzPct val="91666"/>
              <a:buFont typeface="Cambria"/>
              <a:buChar char="◾"/>
              <a:tabLst>
                <a:tab pos="318135" algn="l"/>
              </a:tabLst>
            </a:pPr>
            <a:r>
              <a:rPr dirty="0">
                <a:solidFill>
                  <a:srgbClr val="3C3C3C"/>
                </a:solidFill>
                <a:latin typeface="Times New Roman"/>
                <a:cs typeface="Times New Roman"/>
              </a:rPr>
              <a:t>It</a:t>
            </a:r>
            <a:r>
              <a:rPr spc="-30" dirty="0">
                <a:solidFill>
                  <a:srgbClr val="3C3C3C"/>
                </a:solidFill>
                <a:latin typeface="Times New Roman"/>
                <a:cs typeface="Times New Roman"/>
              </a:rPr>
              <a:t> </a:t>
            </a:r>
            <a:r>
              <a:rPr dirty="0">
                <a:solidFill>
                  <a:srgbClr val="3C3C3C"/>
                </a:solidFill>
                <a:latin typeface="Times New Roman"/>
                <a:cs typeface="Times New Roman"/>
              </a:rPr>
              <a:t>should</a:t>
            </a:r>
            <a:r>
              <a:rPr spc="-15" dirty="0">
                <a:solidFill>
                  <a:srgbClr val="3C3C3C"/>
                </a:solidFill>
                <a:latin typeface="Times New Roman"/>
                <a:cs typeface="Times New Roman"/>
              </a:rPr>
              <a:t> </a:t>
            </a:r>
            <a:r>
              <a:rPr dirty="0">
                <a:solidFill>
                  <a:srgbClr val="3C3C3C"/>
                </a:solidFill>
                <a:latin typeface="Times New Roman"/>
                <a:cs typeface="Times New Roman"/>
              </a:rPr>
              <a:t>be</a:t>
            </a:r>
            <a:r>
              <a:rPr spc="-30" dirty="0">
                <a:solidFill>
                  <a:srgbClr val="3C3C3C"/>
                </a:solidFill>
                <a:latin typeface="Times New Roman"/>
                <a:cs typeface="Times New Roman"/>
              </a:rPr>
              <a:t> </a:t>
            </a:r>
            <a:r>
              <a:rPr dirty="0">
                <a:solidFill>
                  <a:srgbClr val="3C3C3C"/>
                </a:solidFill>
                <a:latin typeface="Times New Roman"/>
                <a:cs typeface="Times New Roman"/>
              </a:rPr>
              <a:t>highly</a:t>
            </a:r>
            <a:r>
              <a:rPr spc="-25" dirty="0">
                <a:solidFill>
                  <a:srgbClr val="3C3C3C"/>
                </a:solidFill>
                <a:latin typeface="Times New Roman"/>
                <a:cs typeface="Times New Roman"/>
              </a:rPr>
              <a:t> </a:t>
            </a:r>
            <a:r>
              <a:rPr dirty="0">
                <a:solidFill>
                  <a:srgbClr val="3C3C3C"/>
                </a:solidFill>
                <a:latin typeface="Times New Roman"/>
                <a:cs typeface="Times New Roman"/>
              </a:rPr>
              <a:t>considered</a:t>
            </a:r>
            <a:r>
              <a:rPr spc="-30" dirty="0">
                <a:solidFill>
                  <a:srgbClr val="3C3C3C"/>
                </a:solidFill>
                <a:latin typeface="Times New Roman"/>
                <a:cs typeface="Times New Roman"/>
              </a:rPr>
              <a:t> </a:t>
            </a:r>
            <a:r>
              <a:rPr dirty="0">
                <a:solidFill>
                  <a:srgbClr val="3C3C3C"/>
                </a:solidFill>
                <a:latin typeface="Times New Roman"/>
                <a:cs typeface="Times New Roman"/>
              </a:rPr>
              <a:t>while</a:t>
            </a:r>
            <a:r>
              <a:rPr spc="-20" dirty="0">
                <a:solidFill>
                  <a:srgbClr val="3C3C3C"/>
                </a:solidFill>
                <a:latin typeface="Times New Roman"/>
                <a:cs typeface="Times New Roman"/>
              </a:rPr>
              <a:t> </a:t>
            </a:r>
            <a:r>
              <a:rPr dirty="0">
                <a:solidFill>
                  <a:srgbClr val="3C3C3C"/>
                </a:solidFill>
                <a:latin typeface="Times New Roman"/>
                <a:cs typeface="Times New Roman"/>
              </a:rPr>
              <a:t>writing</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spc="-10" dirty="0">
                <a:solidFill>
                  <a:srgbClr val="3C3C3C"/>
                </a:solidFill>
                <a:latin typeface="Times New Roman"/>
                <a:cs typeface="Times New Roman"/>
              </a:rPr>
              <a:t>contract.</a:t>
            </a:r>
            <a:endParaRPr dirty="0">
              <a:latin typeface="Times New Roman"/>
              <a:cs typeface="Times New Roman"/>
            </a:endParaRPr>
          </a:p>
          <a:p>
            <a:pPr marL="318770" marR="26034" indent="-306705">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commissioning</a:t>
            </a:r>
            <a:r>
              <a:rPr spc="-20" dirty="0">
                <a:solidFill>
                  <a:srgbClr val="3C3C3C"/>
                </a:solidFill>
                <a:latin typeface="Times New Roman"/>
                <a:cs typeface="Times New Roman"/>
              </a:rPr>
              <a:t> </a:t>
            </a:r>
            <a:r>
              <a:rPr dirty="0">
                <a:solidFill>
                  <a:srgbClr val="3C3C3C"/>
                </a:solidFill>
                <a:latin typeface="Times New Roman"/>
                <a:cs typeface="Times New Roman"/>
              </a:rPr>
              <a:t>client</a:t>
            </a:r>
            <a:r>
              <a:rPr spc="-50" dirty="0">
                <a:solidFill>
                  <a:srgbClr val="3C3C3C"/>
                </a:solidFill>
                <a:latin typeface="Times New Roman"/>
                <a:cs typeface="Times New Roman"/>
              </a:rPr>
              <a:t> </a:t>
            </a:r>
            <a:r>
              <a:rPr dirty="0">
                <a:solidFill>
                  <a:srgbClr val="3C3C3C"/>
                </a:solidFill>
                <a:latin typeface="Times New Roman"/>
                <a:cs typeface="Times New Roman"/>
              </a:rPr>
              <a:t>may</a:t>
            </a:r>
            <a:r>
              <a:rPr spc="-20" dirty="0">
                <a:solidFill>
                  <a:srgbClr val="3C3C3C"/>
                </a:solidFill>
                <a:latin typeface="Times New Roman"/>
                <a:cs typeface="Times New Roman"/>
              </a:rPr>
              <a:t> </a:t>
            </a:r>
            <a:r>
              <a:rPr dirty="0">
                <a:solidFill>
                  <a:srgbClr val="3C3C3C"/>
                </a:solidFill>
                <a:latin typeface="Times New Roman"/>
                <a:cs typeface="Times New Roman"/>
              </a:rPr>
              <a:t>well</a:t>
            </a:r>
            <a:r>
              <a:rPr spc="-25" dirty="0">
                <a:solidFill>
                  <a:srgbClr val="3C3C3C"/>
                </a:solidFill>
                <a:latin typeface="Times New Roman"/>
                <a:cs typeface="Times New Roman"/>
              </a:rPr>
              <a:t> </a:t>
            </a:r>
            <a:r>
              <a:rPr dirty="0">
                <a:solidFill>
                  <a:srgbClr val="3C3C3C"/>
                </a:solidFill>
                <a:latin typeface="Times New Roman"/>
                <a:cs typeface="Times New Roman"/>
              </a:rPr>
              <a:t>have</a:t>
            </a:r>
            <a:r>
              <a:rPr spc="-3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pass</a:t>
            </a:r>
            <a:r>
              <a:rPr spc="-35" dirty="0">
                <a:solidFill>
                  <a:srgbClr val="3C3C3C"/>
                </a:solidFill>
                <a:latin typeface="Times New Roman"/>
                <a:cs typeface="Times New Roman"/>
              </a:rPr>
              <a:t> </a:t>
            </a:r>
            <a:r>
              <a:rPr dirty="0">
                <a:solidFill>
                  <a:srgbClr val="3C3C3C"/>
                </a:solidFill>
                <a:latin typeface="Times New Roman"/>
                <a:cs typeface="Times New Roman"/>
              </a:rPr>
              <a:t>confidential</a:t>
            </a:r>
            <a:r>
              <a:rPr spc="-40" dirty="0">
                <a:solidFill>
                  <a:srgbClr val="3C3C3C"/>
                </a:solidFill>
                <a:latin typeface="Times New Roman"/>
                <a:cs typeface="Times New Roman"/>
              </a:rPr>
              <a:t> </a:t>
            </a:r>
            <a:r>
              <a:rPr dirty="0">
                <a:solidFill>
                  <a:srgbClr val="3C3C3C"/>
                </a:solidFill>
                <a:latin typeface="Times New Roman"/>
                <a:cs typeface="Times New Roman"/>
              </a:rPr>
              <a:t>information</a:t>
            </a:r>
            <a:r>
              <a:rPr spc="-45" dirty="0">
                <a:solidFill>
                  <a:srgbClr val="3C3C3C"/>
                </a:solidFill>
                <a:latin typeface="Times New Roman"/>
                <a:cs typeface="Times New Roman"/>
              </a:rPr>
              <a:t> </a:t>
            </a:r>
            <a:r>
              <a:rPr spc="-10" dirty="0">
                <a:solidFill>
                  <a:srgbClr val="3C3C3C"/>
                </a:solidFill>
                <a:latin typeface="Times New Roman"/>
                <a:cs typeface="Times New Roman"/>
              </a:rPr>
              <a:t>about </a:t>
            </a:r>
            <a:r>
              <a:rPr dirty="0">
                <a:solidFill>
                  <a:srgbClr val="3C3C3C"/>
                </a:solidFill>
                <a:latin typeface="Times New Roman"/>
                <a:cs typeface="Times New Roman"/>
              </a:rPr>
              <a:t>its</a:t>
            </a:r>
            <a:r>
              <a:rPr spc="-25" dirty="0">
                <a:solidFill>
                  <a:srgbClr val="3C3C3C"/>
                </a:solidFill>
                <a:latin typeface="Times New Roman"/>
                <a:cs typeface="Times New Roman"/>
              </a:rPr>
              <a:t> </a:t>
            </a:r>
            <a:r>
              <a:rPr dirty="0">
                <a:solidFill>
                  <a:srgbClr val="3C3C3C"/>
                </a:solidFill>
                <a:latin typeface="Times New Roman"/>
                <a:cs typeface="Times New Roman"/>
              </a:rPr>
              <a:t>business</a:t>
            </a:r>
            <a:r>
              <a:rPr spc="-15" dirty="0">
                <a:solidFill>
                  <a:srgbClr val="3C3C3C"/>
                </a:solidFill>
                <a:latin typeface="Times New Roman"/>
                <a:cs typeface="Times New Roman"/>
              </a:rPr>
              <a:t> </a:t>
            </a:r>
            <a:r>
              <a:rPr dirty="0">
                <a:solidFill>
                  <a:srgbClr val="3C3C3C"/>
                </a:solidFill>
                <a:latin typeface="Times New Roman"/>
                <a:cs typeface="Times New Roman"/>
              </a:rPr>
              <a:t>operations</a:t>
            </a:r>
            <a:r>
              <a:rPr spc="-20" dirty="0">
                <a:solidFill>
                  <a:srgbClr val="3C3C3C"/>
                </a:solidFill>
                <a:latin typeface="Times New Roman"/>
                <a:cs typeface="Times New Roman"/>
              </a:rPr>
              <a:t> </a:t>
            </a:r>
            <a:r>
              <a:rPr dirty="0">
                <a:solidFill>
                  <a:srgbClr val="3C3C3C"/>
                </a:solidFill>
                <a:latin typeface="Times New Roman"/>
                <a:cs typeface="Times New Roman"/>
              </a:rPr>
              <a:t>to the</a:t>
            </a:r>
            <a:r>
              <a:rPr spc="-5" dirty="0">
                <a:solidFill>
                  <a:srgbClr val="3C3C3C"/>
                </a:solidFill>
                <a:latin typeface="Times New Roman"/>
                <a:cs typeface="Times New Roman"/>
              </a:rPr>
              <a:t> </a:t>
            </a:r>
            <a:r>
              <a:rPr dirty="0">
                <a:solidFill>
                  <a:srgbClr val="3C3C3C"/>
                </a:solidFill>
                <a:latin typeface="Times New Roman"/>
                <a:cs typeface="Times New Roman"/>
              </a:rPr>
              <a:t>software</a:t>
            </a:r>
            <a:r>
              <a:rPr spc="-5" dirty="0">
                <a:solidFill>
                  <a:srgbClr val="3C3C3C"/>
                </a:solidFill>
                <a:latin typeface="Times New Roman"/>
                <a:cs typeface="Times New Roman"/>
              </a:rPr>
              <a:t> </a:t>
            </a:r>
            <a:r>
              <a:rPr dirty="0">
                <a:solidFill>
                  <a:srgbClr val="3C3C3C"/>
                </a:solidFill>
                <a:latin typeface="Times New Roman"/>
                <a:cs typeface="Times New Roman"/>
              </a:rPr>
              <a:t>house. On</a:t>
            </a:r>
            <a:r>
              <a:rPr spc="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other side</a:t>
            </a:r>
            <a:r>
              <a:rPr spc="-5" dirty="0">
                <a:solidFill>
                  <a:srgbClr val="3C3C3C"/>
                </a:solidFill>
                <a:latin typeface="Times New Roman"/>
                <a:cs typeface="Times New Roman"/>
              </a:rPr>
              <a:t> </a:t>
            </a:r>
            <a:r>
              <a:rPr dirty="0">
                <a:solidFill>
                  <a:srgbClr val="3C3C3C"/>
                </a:solidFill>
                <a:latin typeface="Times New Roman"/>
                <a:cs typeface="Times New Roman"/>
              </a:rPr>
              <a:t>of</a:t>
            </a:r>
            <a:r>
              <a:rPr spc="-5" dirty="0">
                <a:solidFill>
                  <a:srgbClr val="3C3C3C"/>
                </a:solidFill>
                <a:latin typeface="Times New Roman"/>
                <a:cs typeface="Times New Roman"/>
              </a:rPr>
              <a:t> </a:t>
            </a:r>
            <a:r>
              <a:rPr dirty="0">
                <a:solidFill>
                  <a:srgbClr val="3C3C3C"/>
                </a:solidFill>
                <a:latin typeface="Times New Roman"/>
                <a:cs typeface="Times New Roman"/>
              </a:rPr>
              <a:t>the coin,</a:t>
            </a:r>
            <a:r>
              <a:rPr spc="-15" dirty="0">
                <a:solidFill>
                  <a:srgbClr val="3C3C3C"/>
                </a:solidFill>
                <a:latin typeface="Times New Roman"/>
                <a:cs typeface="Times New Roman"/>
              </a:rPr>
              <a:t> </a:t>
            </a:r>
            <a:r>
              <a:rPr spc="-25" dirty="0">
                <a:solidFill>
                  <a:srgbClr val="3C3C3C"/>
                </a:solidFill>
                <a:latin typeface="Times New Roman"/>
                <a:cs typeface="Times New Roman"/>
              </a:rPr>
              <a:t>the </a:t>
            </a:r>
            <a:r>
              <a:rPr dirty="0">
                <a:solidFill>
                  <a:srgbClr val="3C3C3C"/>
                </a:solidFill>
                <a:latin typeface="Times New Roman"/>
                <a:cs typeface="Times New Roman"/>
              </a:rPr>
              <a:t>software</a:t>
            </a:r>
            <a:r>
              <a:rPr spc="-25" dirty="0">
                <a:solidFill>
                  <a:srgbClr val="3C3C3C"/>
                </a:solidFill>
                <a:latin typeface="Times New Roman"/>
                <a:cs typeface="Times New Roman"/>
              </a:rPr>
              <a:t> </a:t>
            </a:r>
            <a:r>
              <a:rPr dirty="0">
                <a:solidFill>
                  <a:srgbClr val="3C3C3C"/>
                </a:solidFill>
                <a:latin typeface="Times New Roman"/>
                <a:cs typeface="Times New Roman"/>
              </a:rPr>
              <a:t>house</a:t>
            </a:r>
            <a:r>
              <a:rPr spc="-30" dirty="0">
                <a:solidFill>
                  <a:srgbClr val="3C3C3C"/>
                </a:solidFill>
                <a:latin typeface="Times New Roman"/>
                <a:cs typeface="Times New Roman"/>
              </a:rPr>
              <a:t> </a:t>
            </a:r>
            <a:r>
              <a:rPr dirty="0">
                <a:solidFill>
                  <a:srgbClr val="3C3C3C"/>
                </a:solidFill>
                <a:latin typeface="Times New Roman"/>
                <a:cs typeface="Times New Roman"/>
              </a:rPr>
              <a:t>may</a:t>
            </a:r>
            <a:r>
              <a:rPr spc="-15" dirty="0">
                <a:solidFill>
                  <a:srgbClr val="3C3C3C"/>
                </a:solidFill>
                <a:latin typeface="Times New Roman"/>
                <a:cs typeface="Times New Roman"/>
              </a:rPr>
              <a:t> </a:t>
            </a:r>
            <a:r>
              <a:rPr dirty="0">
                <a:solidFill>
                  <a:srgbClr val="3C3C3C"/>
                </a:solidFill>
                <a:latin typeface="Times New Roman"/>
                <a:cs typeface="Times New Roman"/>
              </a:rPr>
              <a:t>not</a:t>
            </a:r>
            <a:r>
              <a:rPr spc="-20" dirty="0">
                <a:solidFill>
                  <a:srgbClr val="3C3C3C"/>
                </a:solidFill>
                <a:latin typeface="Times New Roman"/>
                <a:cs typeface="Times New Roman"/>
              </a:rPr>
              <a:t> </a:t>
            </a:r>
            <a:r>
              <a:rPr dirty="0">
                <a:solidFill>
                  <a:srgbClr val="3C3C3C"/>
                </a:solidFill>
                <a:latin typeface="Times New Roman"/>
                <a:cs typeface="Times New Roman"/>
              </a:rPr>
              <a:t>want</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client</a:t>
            </a:r>
            <a:r>
              <a:rPr spc="-3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divulge</a:t>
            </a:r>
            <a:r>
              <a:rPr spc="-3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others</a:t>
            </a:r>
            <a:r>
              <a:rPr spc="-25" dirty="0">
                <a:solidFill>
                  <a:srgbClr val="3C3C3C"/>
                </a:solidFill>
                <a:latin typeface="Times New Roman"/>
                <a:cs typeface="Times New Roman"/>
              </a:rPr>
              <a:t> </a:t>
            </a:r>
            <a:r>
              <a:rPr dirty="0">
                <a:solidFill>
                  <a:srgbClr val="3C3C3C"/>
                </a:solidFill>
                <a:latin typeface="Times New Roman"/>
                <a:cs typeface="Times New Roman"/>
              </a:rPr>
              <a:t>details</a:t>
            </a:r>
            <a:r>
              <a:rPr spc="-45" dirty="0">
                <a:solidFill>
                  <a:srgbClr val="3C3C3C"/>
                </a:solidFill>
                <a:latin typeface="Times New Roman"/>
                <a:cs typeface="Times New Roman"/>
              </a:rPr>
              <a:t> </a:t>
            </a:r>
            <a:r>
              <a:rPr dirty="0">
                <a:solidFill>
                  <a:srgbClr val="3C3C3C"/>
                </a:solidFill>
                <a:latin typeface="Times New Roman"/>
                <a:cs typeface="Times New Roman"/>
              </a:rPr>
              <a:t>of</a:t>
            </a:r>
            <a:r>
              <a:rPr spc="-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spc="-10" dirty="0">
                <a:solidFill>
                  <a:srgbClr val="3C3C3C"/>
                </a:solidFill>
                <a:latin typeface="Times New Roman"/>
                <a:cs typeface="Times New Roman"/>
              </a:rPr>
              <a:t>program </a:t>
            </a:r>
            <a:r>
              <a:rPr dirty="0">
                <a:solidFill>
                  <a:srgbClr val="3C3C3C"/>
                </a:solidFill>
                <a:latin typeface="Times New Roman"/>
                <a:cs typeface="Times New Roman"/>
              </a:rPr>
              <a:t>content</a:t>
            </a:r>
            <a:r>
              <a:rPr spc="-35" dirty="0">
                <a:solidFill>
                  <a:srgbClr val="3C3C3C"/>
                </a:solidFill>
                <a:latin typeface="Times New Roman"/>
                <a:cs typeface="Times New Roman"/>
              </a:rPr>
              <a:t> </a:t>
            </a:r>
            <a:r>
              <a:rPr dirty="0">
                <a:solidFill>
                  <a:srgbClr val="3C3C3C"/>
                </a:solidFill>
                <a:latin typeface="Times New Roman"/>
                <a:cs typeface="Times New Roman"/>
              </a:rPr>
              <a:t>or</a:t>
            </a:r>
            <a:r>
              <a:rPr spc="-10" dirty="0">
                <a:solidFill>
                  <a:srgbClr val="3C3C3C"/>
                </a:solidFill>
                <a:latin typeface="Times New Roman"/>
                <a:cs typeface="Times New Roman"/>
              </a:rPr>
              <a:t> </a:t>
            </a:r>
            <a:r>
              <a:rPr dirty="0">
                <a:solidFill>
                  <a:srgbClr val="3C3C3C"/>
                </a:solidFill>
                <a:latin typeface="Times New Roman"/>
                <a:cs typeface="Times New Roman"/>
              </a:rPr>
              <a:t>other</a:t>
            </a:r>
            <a:r>
              <a:rPr spc="-30" dirty="0">
                <a:solidFill>
                  <a:srgbClr val="3C3C3C"/>
                </a:solidFill>
                <a:latin typeface="Times New Roman"/>
                <a:cs typeface="Times New Roman"/>
              </a:rPr>
              <a:t> </a:t>
            </a:r>
            <a:r>
              <a:rPr dirty="0">
                <a:solidFill>
                  <a:srgbClr val="3C3C3C"/>
                </a:solidFill>
                <a:latin typeface="Times New Roman"/>
                <a:cs typeface="Times New Roman"/>
              </a:rPr>
              <a:t>information</a:t>
            </a:r>
            <a:r>
              <a:rPr spc="-15" dirty="0">
                <a:solidFill>
                  <a:srgbClr val="3C3C3C"/>
                </a:solidFill>
                <a:latin typeface="Times New Roman"/>
                <a:cs typeface="Times New Roman"/>
              </a:rPr>
              <a:t> </a:t>
            </a:r>
            <a:r>
              <a:rPr dirty="0">
                <a:solidFill>
                  <a:srgbClr val="3C3C3C"/>
                </a:solidFill>
                <a:latin typeface="Times New Roman"/>
                <a:cs typeface="Times New Roman"/>
              </a:rPr>
              <a:t>gleaned</a:t>
            </a:r>
            <a:r>
              <a:rPr spc="-15" dirty="0">
                <a:solidFill>
                  <a:srgbClr val="3C3C3C"/>
                </a:solidFill>
                <a:latin typeface="Times New Roman"/>
                <a:cs typeface="Times New Roman"/>
              </a:rPr>
              <a:t> </a:t>
            </a:r>
            <a:r>
              <a:rPr dirty="0">
                <a:solidFill>
                  <a:srgbClr val="3C3C3C"/>
                </a:solidFill>
                <a:latin typeface="Times New Roman"/>
                <a:cs typeface="Times New Roman"/>
              </a:rPr>
              <a:t>about</a:t>
            </a:r>
            <a:r>
              <a:rPr spc="-30" dirty="0">
                <a:solidFill>
                  <a:srgbClr val="3C3C3C"/>
                </a:solidFill>
                <a:latin typeface="Times New Roman"/>
                <a:cs typeface="Times New Roman"/>
              </a:rPr>
              <a:t> </a:t>
            </a:r>
            <a:r>
              <a:rPr dirty="0">
                <a:solidFill>
                  <a:srgbClr val="3C3C3C"/>
                </a:solidFill>
                <a:latin typeface="Times New Roman"/>
                <a:cs typeface="Times New Roman"/>
              </a:rPr>
              <a:t>its</a:t>
            </a:r>
            <a:r>
              <a:rPr spc="-15" dirty="0">
                <a:solidFill>
                  <a:srgbClr val="3C3C3C"/>
                </a:solidFill>
                <a:latin typeface="Times New Roman"/>
                <a:cs typeface="Times New Roman"/>
              </a:rPr>
              <a:t> </a:t>
            </a:r>
            <a:r>
              <a:rPr dirty="0">
                <a:solidFill>
                  <a:srgbClr val="3C3C3C"/>
                </a:solidFill>
                <a:latin typeface="Times New Roman"/>
                <a:cs typeface="Times New Roman"/>
              </a:rPr>
              <a:t>operations</a:t>
            </a:r>
            <a:r>
              <a:rPr spc="-65" dirty="0">
                <a:solidFill>
                  <a:srgbClr val="3C3C3C"/>
                </a:solidFill>
                <a:latin typeface="Times New Roman"/>
                <a:cs typeface="Times New Roman"/>
              </a:rPr>
              <a:t> </a:t>
            </a:r>
            <a:r>
              <a:rPr dirty="0">
                <a:solidFill>
                  <a:srgbClr val="3C3C3C"/>
                </a:solidFill>
                <a:latin typeface="Times New Roman"/>
                <a:cs typeface="Times New Roman"/>
              </a:rPr>
              <a:t>by</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spc="-10" dirty="0">
                <a:solidFill>
                  <a:srgbClr val="3C3C3C"/>
                </a:solidFill>
                <a:latin typeface="Times New Roman"/>
                <a:cs typeface="Times New Roman"/>
              </a:rPr>
              <a:t>client.</a:t>
            </a:r>
            <a:endParaRPr dirty="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721286723"/>
              </p:ext>
            </p:extLst>
          </p:nvPr>
        </p:nvGraphicFramePr>
        <p:xfrm>
          <a:off x="762000" y="441960"/>
          <a:ext cx="9448543" cy="1416685"/>
        </p:xfrm>
        <a:graphic>
          <a:graphicData uri="http://schemas.openxmlformats.org/drawingml/2006/table">
            <a:tbl>
              <a:tblPr firstRow="1" bandRow="1">
                <a:tableStyleId>{2D5ABB26-0587-4C30-8999-92F81FD0307C}</a:tableStyleId>
              </a:tblPr>
              <a:tblGrid>
                <a:gridCol w="3147573">
                  <a:extLst>
                    <a:ext uri="{9D8B030D-6E8A-4147-A177-3AD203B41FA5}">
                      <a16:colId xmlns:a16="http://schemas.microsoft.com/office/drawing/2014/main" val="20000"/>
                    </a:ext>
                  </a:extLst>
                </a:gridCol>
                <a:gridCol w="3163594">
                  <a:extLst>
                    <a:ext uri="{9D8B030D-6E8A-4147-A177-3AD203B41FA5}">
                      <a16:colId xmlns:a16="http://schemas.microsoft.com/office/drawing/2014/main" val="20001"/>
                    </a:ext>
                  </a:extLst>
                </a:gridCol>
                <a:gridCol w="3137376">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90" dirty="0">
                          <a:solidFill>
                            <a:srgbClr val="FFFFFF"/>
                          </a:solidFill>
                          <a:latin typeface="Times New Roman"/>
                          <a:cs typeface="Times New Roman"/>
                        </a:rPr>
                        <a:t>PAYMENT</a:t>
                      </a:r>
                      <a:r>
                        <a:rPr sz="2800" b="1" spc="-55" dirty="0">
                          <a:solidFill>
                            <a:srgbClr val="FFFFFF"/>
                          </a:solidFill>
                          <a:latin typeface="Times New Roman"/>
                          <a:cs typeface="Times New Roman"/>
                        </a:rPr>
                        <a:t> </a:t>
                      </a:r>
                      <a:r>
                        <a:rPr sz="2800" b="1" spc="-10" dirty="0">
                          <a:solidFill>
                            <a:srgbClr val="FFFFFF"/>
                          </a:solidFill>
                          <a:latin typeface="Times New Roman"/>
                          <a:cs typeface="Times New Roman"/>
                        </a:rPr>
                        <a:t>TERMS</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762000" y="2599372"/>
            <a:ext cx="9448543" cy="1381147"/>
          </a:xfrm>
          <a:prstGeom prst="rect">
            <a:avLst/>
          </a:prstGeom>
        </p:spPr>
        <p:txBody>
          <a:bodyPr vert="horz" wrap="square" lIns="0" tIns="143510" rIns="0" bIns="0" rtlCol="0">
            <a:spAutoFit/>
          </a:bodyPr>
          <a:lstStyle/>
          <a:p>
            <a:pPr marL="318770" indent="-306070">
              <a:spcBef>
                <a:spcPts val="1130"/>
              </a:spcBef>
              <a:buClr>
                <a:srgbClr val="903062"/>
              </a:buClr>
              <a:buSzPct val="91666"/>
              <a:buFont typeface="Cambria"/>
              <a:buChar char="◾"/>
              <a:tabLst>
                <a:tab pos="318770" algn="l"/>
              </a:tabLst>
            </a:pPr>
            <a:r>
              <a:rPr dirty="0">
                <a:solidFill>
                  <a:srgbClr val="3C3C3C"/>
                </a:solidFill>
                <a:latin typeface="Times New Roman"/>
                <a:cs typeface="Times New Roman"/>
              </a:rPr>
              <a:t>Standard</a:t>
            </a:r>
            <a:r>
              <a:rPr spc="-15" dirty="0">
                <a:solidFill>
                  <a:srgbClr val="3C3C3C"/>
                </a:solidFill>
                <a:latin typeface="Times New Roman"/>
                <a:cs typeface="Times New Roman"/>
              </a:rPr>
              <a:t> </a:t>
            </a:r>
            <a:r>
              <a:rPr dirty="0">
                <a:solidFill>
                  <a:srgbClr val="3C3C3C"/>
                </a:solidFill>
                <a:latin typeface="Times New Roman"/>
                <a:cs typeface="Times New Roman"/>
              </a:rPr>
              <a:t>terms</a:t>
            </a:r>
            <a:r>
              <a:rPr spc="-10" dirty="0">
                <a:solidFill>
                  <a:srgbClr val="3C3C3C"/>
                </a:solidFill>
                <a:latin typeface="Times New Roman"/>
                <a:cs typeface="Times New Roman"/>
              </a:rPr>
              <a:t> </a:t>
            </a:r>
            <a:r>
              <a:rPr dirty="0">
                <a:solidFill>
                  <a:srgbClr val="3C3C3C"/>
                </a:solidFill>
                <a:latin typeface="Times New Roman"/>
                <a:cs typeface="Times New Roman"/>
              </a:rPr>
              <a:t>and</a:t>
            </a:r>
            <a:r>
              <a:rPr spc="-5" dirty="0">
                <a:solidFill>
                  <a:srgbClr val="3C3C3C"/>
                </a:solidFill>
                <a:latin typeface="Times New Roman"/>
                <a:cs typeface="Times New Roman"/>
              </a:rPr>
              <a:t> </a:t>
            </a:r>
            <a:r>
              <a:rPr dirty="0">
                <a:solidFill>
                  <a:srgbClr val="3C3C3C"/>
                </a:solidFill>
                <a:latin typeface="Times New Roman"/>
                <a:cs typeface="Times New Roman"/>
              </a:rPr>
              <a:t>conditions</a:t>
            </a:r>
            <a:r>
              <a:rPr spc="-30" dirty="0">
                <a:solidFill>
                  <a:srgbClr val="3C3C3C"/>
                </a:solidFill>
                <a:latin typeface="Times New Roman"/>
                <a:cs typeface="Times New Roman"/>
              </a:rPr>
              <a:t> </a:t>
            </a:r>
            <a:r>
              <a:rPr dirty="0">
                <a:solidFill>
                  <a:srgbClr val="3C3C3C"/>
                </a:solidFill>
                <a:latin typeface="Times New Roman"/>
                <a:cs typeface="Times New Roman"/>
              </a:rPr>
              <a:t>will</a:t>
            </a:r>
            <a:r>
              <a:rPr spc="-5" dirty="0">
                <a:solidFill>
                  <a:srgbClr val="3C3C3C"/>
                </a:solidFill>
                <a:latin typeface="Times New Roman"/>
                <a:cs typeface="Times New Roman"/>
              </a:rPr>
              <a:t> </a:t>
            </a:r>
            <a:r>
              <a:rPr dirty="0">
                <a:solidFill>
                  <a:srgbClr val="3C3C3C"/>
                </a:solidFill>
                <a:latin typeface="Times New Roman"/>
                <a:cs typeface="Times New Roman"/>
              </a:rPr>
              <a:t>specify</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5" dirty="0">
                <a:solidFill>
                  <a:srgbClr val="3C3C3C"/>
                </a:solidFill>
                <a:latin typeface="Times New Roman"/>
                <a:cs typeface="Times New Roman"/>
              </a:rPr>
              <a:t> </a:t>
            </a:r>
            <a:r>
              <a:rPr dirty="0">
                <a:solidFill>
                  <a:srgbClr val="3C3C3C"/>
                </a:solidFill>
                <a:latin typeface="Times New Roman"/>
                <a:cs typeface="Times New Roman"/>
              </a:rPr>
              <a:t>payment</a:t>
            </a:r>
            <a:r>
              <a:rPr spc="-40" dirty="0">
                <a:solidFill>
                  <a:srgbClr val="3C3C3C"/>
                </a:solidFill>
                <a:latin typeface="Times New Roman"/>
                <a:cs typeface="Times New Roman"/>
              </a:rPr>
              <a:t> </a:t>
            </a:r>
            <a:r>
              <a:rPr dirty="0">
                <a:solidFill>
                  <a:srgbClr val="3C3C3C"/>
                </a:solidFill>
                <a:latin typeface="Times New Roman"/>
                <a:cs typeface="Times New Roman"/>
              </a:rPr>
              <a:t>conditions</a:t>
            </a:r>
            <a:r>
              <a:rPr spc="-5" dirty="0">
                <a:solidFill>
                  <a:srgbClr val="3C3C3C"/>
                </a:solidFill>
                <a:latin typeface="Times New Roman"/>
                <a:cs typeface="Times New Roman"/>
              </a:rPr>
              <a:t> </a:t>
            </a:r>
            <a:r>
              <a:rPr spc="-20" dirty="0">
                <a:solidFill>
                  <a:srgbClr val="3C3C3C"/>
                </a:solidFill>
                <a:latin typeface="Times New Roman"/>
                <a:cs typeface="Times New Roman"/>
              </a:rPr>
              <a:t>like</a:t>
            </a:r>
            <a:endParaRPr dirty="0">
              <a:latin typeface="Times New Roman"/>
              <a:cs typeface="Times New Roman"/>
            </a:endParaRPr>
          </a:p>
          <a:p>
            <a:pPr marL="88900" marR="5080" indent="1905" algn="ctr">
              <a:spcBef>
                <a:spcPts val="1035"/>
              </a:spcBef>
            </a:pPr>
            <a:r>
              <a:rPr dirty="0">
                <a:solidFill>
                  <a:srgbClr val="3C3C3C"/>
                </a:solidFill>
                <a:latin typeface="Times New Roman"/>
                <a:cs typeface="Times New Roman"/>
              </a:rPr>
              <a:t>“payment</a:t>
            </a:r>
            <a:r>
              <a:rPr spc="-45" dirty="0">
                <a:solidFill>
                  <a:srgbClr val="3C3C3C"/>
                </a:solidFill>
                <a:latin typeface="Times New Roman"/>
                <a:cs typeface="Times New Roman"/>
              </a:rPr>
              <a:t> </a:t>
            </a:r>
            <a:r>
              <a:rPr dirty="0">
                <a:solidFill>
                  <a:srgbClr val="3C3C3C"/>
                </a:solidFill>
                <a:latin typeface="Times New Roman"/>
                <a:cs typeface="Times New Roman"/>
              </a:rPr>
              <a:t>shall</a:t>
            </a:r>
            <a:r>
              <a:rPr spc="-20" dirty="0">
                <a:solidFill>
                  <a:srgbClr val="3C3C3C"/>
                </a:solidFill>
                <a:latin typeface="Times New Roman"/>
                <a:cs typeface="Times New Roman"/>
              </a:rPr>
              <a:t> </a:t>
            </a:r>
            <a:r>
              <a:rPr dirty="0">
                <a:solidFill>
                  <a:srgbClr val="3C3C3C"/>
                </a:solidFill>
                <a:latin typeface="Times New Roman"/>
                <a:cs typeface="Times New Roman"/>
              </a:rPr>
              <a:t>become</a:t>
            </a:r>
            <a:r>
              <a:rPr spc="-25" dirty="0">
                <a:solidFill>
                  <a:srgbClr val="3C3C3C"/>
                </a:solidFill>
                <a:latin typeface="Times New Roman"/>
                <a:cs typeface="Times New Roman"/>
              </a:rPr>
              <a:t> </a:t>
            </a:r>
            <a:r>
              <a:rPr dirty="0">
                <a:solidFill>
                  <a:srgbClr val="3C3C3C"/>
                </a:solidFill>
                <a:latin typeface="Times New Roman"/>
                <a:cs typeface="Times New Roman"/>
              </a:rPr>
              <a:t>due</a:t>
            </a:r>
            <a:r>
              <a:rPr spc="-20" dirty="0">
                <a:solidFill>
                  <a:srgbClr val="3C3C3C"/>
                </a:solidFill>
                <a:latin typeface="Times New Roman"/>
                <a:cs typeface="Times New Roman"/>
              </a:rPr>
              <a:t> </a:t>
            </a:r>
            <a:r>
              <a:rPr dirty="0">
                <a:solidFill>
                  <a:srgbClr val="3C3C3C"/>
                </a:solidFill>
                <a:latin typeface="Times New Roman"/>
                <a:cs typeface="Times New Roman"/>
              </a:rPr>
              <a:t>within</a:t>
            </a:r>
            <a:r>
              <a:rPr spc="-20" dirty="0">
                <a:solidFill>
                  <a:srgbClr val="3C3C3C"/>
                </a:solidFill>
                <a:latin typeface="Times New Roman"/>
                <a:cs typeface="Times New Roman"/>
              </a:rPr>
              <a:t> </a:t>
            </a:r>
            <a:r>
              <a:rPr dirty="0">
                <a:solidFill>
                  <a:srgbClr val="3C3C3C"/>
                </a:solidFill>
                <a:latin typeface="Times New Roman"/>
                <a:cs typeface="Times New Roman"/>
              </a:rPr>
              <a:t>thirty</a:t>
            </a:r>
            <a:r>
              <a:rPr spc="-40" dirty="0">
                <a:solidFill>
                  <a:srgbClr val="3C3C3C"/>
                </a:solidFill>
                <a:latin typeface="Times New Roman"/>
                <a:cs typeface="Times New Roman"/>
              </a:rPr>
              <a:t> </a:t>
            </a:r>
            <a:r>
              <a:rPr dirty="0">
                <a:solidFill>
                  <a:srgbClr val="3C3C3C"/>
                </a:solidFill>
                <a:latin typeface="Times New Roman"/>
                <a:cs typeface="Times New Roman"/>
              </a:rPr>
              <a:t>days</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date</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issue</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an</a:t>
            </a:r>
            <a:r>
              <a:rPr spc="-30" dirty="0">
                <a:solidFill>
                  <a:srgbClr val="3C3C3C"/>
                </a:solidFill>
                <a:latin typeface="Times New Roman"/>
                <a:cs typeface="Times New Roman"/>
              </a:rPr>
              <a:t> </a:t>
            </a:r>
            <a:r>
              <a:rPr dirty="0">
                <a:solidFill>
                  <a:srgbClr val="3C3C3C"/>
                </a:solidFill>
                <a:latin typeface="Times New Roman"/>
                <a:cs typeface="Times New Roman"/>
              </a:rPr>
              <a:t>invoice.</a:t>
            </a:r>
            <a:r>
              <a:rPr spc="-30" dirty="0">
                <a:solidFill>
                  <a:srgbClr val="3C3C3C"/>
                </a:solidFill>
                <a:latin typeface="Times New Roman"/>
                <a:cs typeface="Times New Roman"/>
              </a:rPr>
              <a:t> </a:t>
            </a:r>
            <a:r>
              <a:rPr spc="-25" dirty="0">
                <a:solidFill>
                  <a:srgbClr val="3C3C3C"/>
                </a:solidFill>
                <a:latin typeface="Times New Roman"/>
                <a:cs typeface="Times New Roman"/>
              </a:rPr>
              <a:t>If </a:t>
            </a:r>
            <a:r>
              <a:rPr dirty="0">
                <a:solidFill>
                  <a:srgbClr val="3C3C3C"/>
                </a:solidFill>
                <a:latin typeface="Times New Roman"/>
                <a:cs typeface="Times New Roman"/>
              </a:rPr>
              <a:t>payment</a:t>
            </a:r>
            <a:r>
              <a:rPr spc="-50"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delayed</a:t>
            </a:r>
            <a:r>
              <a:rPr spc="-55" dirty="0">
                <a:solidFill>
                  <a:srgbClr val="3C3C3C"/>
                </a:solidFill>
                <a:latin typeface="Times New Roman"/>
                <a:cs typeface="Times New Roman"/>
              </a:rPr>
              <a:t> </a:t>
            </a:r>
            <a:r>
              <a:rPr dirty="0">
                <a:solidFill>
                  <a:srgbClr val="3C3C3C"/>
                </a:solidFill>
                <a:latin typeface="Times New Roman"/>
                <a:cs typeface="Times New Roman"/>
              </a:rPr>
              <a:t>by</a:t>
            </a:r>
            <a:r>
              <a:rPr spc="-35" dirty="0">
                <a:solidFill>
                  <a:srgbClr val="3C3C3C"/>
                </a:solidFill>
                <a:latin typeface="Times New Roman"/>
                <a:cs typeface="Times New Roman"/>
              </a:rPr>
              <a:t> </a:t>
            </a:r>
            <a:r>
              <a:rPr dirty="0">
                <a:solidFill>
                  <a:srgbClr val="3C3C3C"/>
                </a:solidFill>
                <a:latin typeface="Times New Roman"/>
                <a:cs typeface="Times New Roman"/>
              </a:rPr>
              <a:t>more</a:t>
            </a:r>
            <a:r>
              <a:rPr spc="-20" dirty="0">
                <a:solidFill>
                  <a:srgbClr val="3C3C3C"/>
                </a:solidFill>
                <a:latin typeface="Times New Roman"/>
                <a:cs typeface="Times New Roman"/>
              </a:rPr>
              <a:t> </a:t>
            </a:r>
            <a:r>
              <a:rPr dirty="0">
                <a:solidFill>
                  <a:srgbClr val="3C3C3C"/>
                </a:solidFill>
                <a:latin typeface="Times New Roman"/>
                <a:cs typeface="Times New Roman"/>
              </a:rPr>
              <a:t>than</a:t>
            </a:r>
            <a:r>
              <a:rPr spc="-35" dirty="0">
                <a:solidFill>
                  <a:srgbClr val="3C3C3C"/>
                </a:solidFill>
                <a:latin typeface="Times New Roman"/>
                <a:cs typeface="Times New Roman"/>
              </a:rPr>
              <a:t> </a:t>
            </a:r>
            <a:r>
              <a:rPr dirty="0">
                <a:solidFill>
                  <a:srgbClr val="3C3C3C"/>
                </a:solidFill>
                <a:latin typeface="Times New Roman"/>
                <a:cs typeface="Times New Roman"/>
              </a:rPr>
              <a:t>thirty</a:t>
            </a:r>
            <a:r>
              <a:rPr spc="-25" dirty="0">
                <a:solidFill>
                  <a:srgbClr val="3C3C3C"/>
                </a:solidFill>
                <a:latin typeface="Times New Roman"/>
                <a:cs typeface="Times New Roman"/>
              </a:rPr>
              <a:t> </a:t>
            </a:r>
            <a:r>
              <a:rPr dirty="0">
                <a:solidFill>
                  <a:srgbClr val="3C3C3C"/>
                </a:solidFill>
                <a:latin typeface="Times New Roman"/>
                <a:cs typeface="Times New Roman"/>
              </a:rPr>
              <a:t>days</a:t>
            </a:r>
            <a:r>
              <a:rPr spc="-60" dirty="0">
                <a:solidFill>
                  <a:srgbClr val="3C3C3C"/>
                </a:solidFill>
                <a:latin typeface="Times New Roman"/>
                <a:cs typeface="Times New Roman"/>
              </a:rPr>
              <a:t> </a:t>
            </a:r>
            <a:r>
              <a:rPr dirty="0">
                <a:solidFill>
                  <a:srgbClr val="3C3C3C"/>
                </a:solidFill>
                <a:latin typeface="Times New Roman"/>
                <a:cs typeface="Times New Roman"/>
              </a:rPr>
              <a:t>from</a:t>
            </a:r>
            <a:r>
              <a:rPr spc="-25" dirty="0">
                <a:solidFill>
                  <a:srgbClr val="3C3C3C"/>
                </a:solidFill>
                <a:latin typeface="Times New Roman"/>
                <a:cs typeface="Times New Roman"/>
              </a:rPr>
              <a:t> </a:t>
            </a:r>
            <a:r>
              <a:rPr dirty="0">
                <a:solidFill>
                  <a:srgbClr val="3C3C3C"/>
                </a:solidFill>
                <a:latin typeface="Times New Roman"/>
                <a:cs typeface="Times New Roman"/>
              </a:rPr>
              <a:t>due</a:t>
            </a:r>
            <a:r>
              <a:rPr spc="-25" dirty="0">
                <a:solidFill>
                  <a:srgbClr val="3C3C3C"/>
                </a:solidFill>
                <a:latin typeface="Times New Roman"/>
                <a:cs typeface="Times New Roman"/>
              </a:rPr>
              <a:t> </a:t>
            </a:r>
            <a:r>
              <a:rPr dirty="0">
                <a:solidFill>
                  <a:srgbClr val="3C3C3C"/>
                </a:solidFill>
                <a:latin typeface="Times New Roman"/>
                <a:cs typeface="Times New Roman"/>
              </a:rPr>
              <a:t>date,</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company</a:t>
            </a:r>
            <a:r>
              <a:rPr spc="-20" dirty="0">
                <a:solidFill>
                  <a:srgbClr val="3C3C3C"/>
                </a:solidFill>
                <a:latin typeface="Times New Roman"/>
                <a:cs typeface="Times New Roman"/>
              </a:rPr>
              <a:t> </a:t>
            </a:r>
            <a:r>
              <a:rPr dirty="0">
                <a:solidFill>
                  <a:srgbClr val="3C3C3C"/>
                </a:solidFill>
                <a:latin typeface="Times New Roman"/>
                <a:cs typeface="Times New Roman"/>
              </a:rPr>
              <a:t>shall</a:t>
            </a:r>
            <a:r>
              <a:rPr spc="-20" dirty="0">
                <a:solidFill>
                  <a:srgbClr val="3C3C3C"/>
                </a:solidFill>
                <a:latin typeface="Times New Roman"/>
                <a:cs typeface="Times New Roman"/>
              </a:rPr>
              <a:t> have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right</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terminate</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contract</a:t>
            </a:r>
            <a:r>
              <a:rPr spc="-40" dirty="0">
                <a:solidFill>
                  <a:srgbClr val="3C3C3C"/>
                </a:solidFill>
                <a:latin typeface="Times New Roman"/>
                <a:cs typeface="Times New Roman"/>
              </a:rPr>
              <a:t> </a:t>
            </a:r>
            <a:r>
              <a:rPr dirty="0">
                <a:solidFill>
                  <a:srgbClr val="3C3C3C"/>
                </a:solidFill>
                <a:latin typeface="Times New Roman"/>
                <a:cs typeface="Times New Roman"/>
              </a:rPr>
              <a:t>or</a:t>
            </a:r>
            <a:r>
              <a:rPr spc="-25" dirty="0">
                <a:solidFill>
                  <a:srgbClr val="3C3C3C"/>
                </a:solidFill>
                <a:latin typeface="Times New Roman"/>
                <a:cs typeface="Times New Roman"/>
              </a:rPr>
              <a:t> </a:t>
            </a:r>
            <a:r>
              <a:rPr dirty="0">
                <a:solidFill>
                  <a:srgbClr val="3C3C3C"/>
                </a:solidFill>
                <a:latin typeface="Times New Roman"/>
                <a:cs typeface="Times New Roman"/>
              </a:rPr>
              <a:t>t</a:t>
            </a:r>
            <a:r>
              <a:rPr lang="en-US" dirty="0">
                <a:solidFill>
                  <a:srgbClr val="3C3C3C"/>
                </a:solidFill>
                <a:latin typeface="Times New Roman"/>
                <a:cs typeface="Times New Roman"/>
              </a:rPr>
              <a:t>o</a:t>
            </a:r>
            <a:r>
              <a:rPr lang="en-US" spc="-35" dirty="0">
                <a:solidFill>
                  <a:srgbClr val="3C3C3C"/>
                </a:solidFill>
                <a:latin typeface="Times New Roman"/>
                <a:cs typeface="Times New Roman"/>
              </a:rPr>
              <a:t> </a:t>
            </a:r>
            <a:r>
              <a:rPr dirty="0">
                <a:solidFill>
                  <a:srgbClr val="3C3C3C"/>
                </a:solidFill>
                <a:latin typeface="Times New Roman"/>
                <a:cs typeface="Times New Roman"/>
              </a:rPr>
              <a:t>apply</a:t>
            </a:r>
            <a:r>
              <a:rPr spc="-35" dirty="0">
                <a:solidFill>
                  <a:srgbClr val="3C3C3C"/>
                </a:solidFill>
                <a:latin typeface="Times New Roman"/>
                <a:cs typeface="Times New Roman"/>
              </a:rPr>
              <a:t> </a:t>
            </a:r>
            <a:r>
              <a:rPr dirty="0">
                <a:solidFill>
                  <a:srgbClr val="3C3C3C"/>
                </a:solidFill>
                <a:latin typeface="Times New Roman"/>
                <a:cs typeface="Times New Roman"/>
              </a:rPr>
              <a:t>a</a:t>
            </a:r>
            <a:r>
              <a:rPr spc="-30" dirty="0">
                <a:solidFill>
                  <a:srgbClr val="3C3C3C"/>
                </a:solidFill>
                <a:latin typeface="Times New Roman"/>
                <a:cs typeface="Times New Roman"/>
              </a:rPr>
              <a:t> </a:t>
            </a:r>
            <a:r>
              <a:rPr dirty="0">
                <a:solidFill>
                  <a:srgbClr val="3C3C3C"/>
                </a:solidFill>
                <a:latin typeface="Times New Roman"/>
                <a:cs typeface="Times New Roman"/>
              </a:rPr>
              <a:t>surcharge</a:t>
            </a:r>
            <a:r>
              <a:rPr spc="-25" dirty="0">
                <a:solidFill>
                  <a:srgbClr val="3C3C3C"/>
                </a:solidFill>
                <a:latin typeface="Times New Roman"/>
                <a:cs typeface="Times New Roman"/>
              </a:rPr>
              <a:t> </a:t>
            </a:r>
            <a:r>
              <a:rPr dirty="0">
                <a:solidFill>
                  <a:srgbClr val="3C3C3C"/>
                </a:solidFill>
                <a:latin typeface="Times New Roman"/>
                <a:cs typeface="Times New Roman"/>
              </a:rPr>
              <a:t>at</a:t>
            </a:r>
            <a:r>
              <a:rPr spc="-25" dirty="0">
                <a:solidFill>
                  <a:srgbClr val="3C3C3C"/>
                </a:solidFill>
                <a:latin typeface="Times New Roman"/>
                <a:cs typeface="Times New Roman"/>
              </a:rPr>
              <a:t> </a:t>
            </a:r>
            <a:r>
              <a:rPr dirty="0">
                <a:solidFill>
                  <a:srgbClr val="3C3C3C"/>
                </a:solidFill>
                <a:latin typeface="Times New Roman"/>
                <a:cs typeface="Times New Roman"/>
              </a:rPr>
              <a:t>an</a:t>
            </a:r>
            <a:r>
              <a:rPr spc="-25" dirty="0">
                <a:solidFill>
                  <a:srgbClr val="3C3C3C"/>
                </a:solidFill>
                <a:latin typeface="Times New Roman"/>
                <a:cs typeface="Times New Roman"/>
              </a:rPr>
              <a:t> </a:t>
            </a:r>
            <a:r>
              <a:rPr dirty="0">
                <a:solidFill>
                  <a:srgbClr val="3C3C3C"/>
                </a:solidFill>
                <a:latin typeface="Times New Roman"/>
                <a:cs typeface="Times New Roman"/>
              </a:rPr>
              <a:t>interest</a:t>
            </a:r>
            <a:r>
              <a:rPr spc="-35" dirty="0">
                <a:solidFill>
                  <a:srgbClr val="3C3C3C"/>
                </a:solidFill>
                <a:latin typeface="Times New Roman"/>
                <a:cs typeface="Times New Roman"/>
              </a:rPr>
              <a:t> </a:t>
            </a:r>
            <a:r>
              <a:rPr dirty="0">
                <a:solidFill>
                  <a:srgbClr val="3C3C3C"/>
                </a:solidFill>
                <a:latin typeface="Times New Roman"/>
                <a:cs typeface="Times New Roman"/>
              </a:rPr>
              <a:t>rate</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2</a:t>
            </a:r>
            <a:r>
              <a:rPr spc="-35" dirty="0">
                <a:solidFill>
                  <a:srgbClr val="3C3C3C"/>
                </a:solidFill>
                <a:latin typeface="Times New Roman"/>
                <a:cs typeface="Times New Roman"/>
              </a:rPr>
              <a:t> </a:t>
            </a:r>
            <a:r>
              <a:rPr spc="-25" dirty="0">
                <a:solidFill>
                  <a:srgbClr val="3C3C3C"/>
                </a:solidFill>
                <a:latin typeface="Times New Roman"/>
                <a:cs typeface="Times New Roman"/>
              </a:rPr>
              <a:t>per </a:t>
            </a:r>
            <a:r>
              <a:rPr spc="-10" dirty="0">
                <a:solidFill>
                  <a:srgbClr val="3C3C3C"/>
                </a:solidFill>
                <a:latin typeface="Times New Roman"/>
                <a:cs typeface="Times New Roman"/>
              </a:rPr>
              <a:t>cent.”</a:t>
            </a:r>
            <a:endParaRPr dirty="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08408680"/>
              </p:ext>
            </p:extLst>
          </p:nvPr>
        </p:nvGraphicFramePr>
        <p:xfrm>
          <a:off x="990600" y="441960"/>
          <a:ext cx="9219943" cy="1416685"/>
        </p:xfrm>
        <a:graphic>
          <a:graphicData uri="http://schemas.openxmlformats.org/drawingml/2006/table">
            <a:tbl>
              <a:tblPr firstRow="1" bandRow="1">
                <a:tableStyleId>{2D5ABB26-0587-4C30-8999-92F81FD0307C}</a:tableStyleId>
              </a:tblPr>
              <a:tblGrid>
                <a:gridCol w="3071420">
                  <a:extLst>
                    <a:ext uri="{9D8B030D-6E8A-4147-A177-3AD203B41FA5}">
                      <a16:colId xmlns:a16="http://schemas.microsoft.com/office/drawing/2014/main" val="20000"/>
                    </a:ext>
                  </a:extLst>
                </a:gridCol>
                <a:gridCol w="3087053">
                  <a:extLst>
                    <a:ext uri="{9D8B030D-6E8A-4147-A177-3AD203B41FA5}">
                      <a16:colId xmlns:a16="http://schemas.microsoft.com/office/drawing/2014/main" val="20001"/>
                    </a:ext>
                  </a:extLst>
                </a:gridCol>
                <a:gridCol w="3061470">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marL="224154" marR="1005840">
                        <a:lnSpc>
                          <a:spcPct val="100000"/>
                        </a:lnSpc>
                        <a:spcBef>
                          <a:spcPts val="2240"/>
                        </a:spcBef>
                      </a:pPr>
                      <a:r>
                        <a:rPr sz="2800" b="1" spc="-25" dirty="0">
                          <a:solidFill>
                            <a:srgbClr val="FFFFFF"/>
                          </a:solidFill>
                          <a:latin typeface="Times New Roman"/>
                          <a:cs typeface="Times New Roman"/>
                        </a:rPr>
                        <a:t>CALCULATING</a:t>
                      </a:r>
                      <a:r>
                        <a:rPr sz="2800" b="1" spc="-55" dirty="0">
                          <a:solidFill>
                            <a:srgbClr val="FFFFFF"/>
                          </a:solidFill>
                          <a:latin typeface="Times New Roman"/>
                          <a:cs typeface="Times New Roman"/>
                        </a:rPr>
                        <a:t> </a:t>
                      </a:r>
                      <a:r>
                        <a:rPr sz="2800" b="1" spc="-70" dirty="0">
                          <a:solidFill>
                            <a:srgbClr val="FFFFFF"/>
                          </a:solidFill>
                          <a:latin typeface="Times New Roman"/>
                          <a:cs typeface="Times New Roman"/>
                        </a:rPr>
                        <a:t>PAYMENTS </a:t>
                      </a:r>
                      <a:r>
                        <a:rPr sz="2800" b="1" dirty="0">
                          <a:solidFill>
                            <a:srgbClr val="FFFFFF"/>
                          </a:solidFill>
                          <a:latin typeface="Times New Roman"/>
                          <a:cs typeface="Times New Roman"/>
                        </a:rPr>
                        <a:t>FOR</a:t>
                      </a:r>
                      <a:r>
                        <a:rPr sz="2800" b="1" spc="-90" dirty="0">
                          <a:solidFill>
                            <a:srgbClr val="FFFFFF"/>
                          </a:solidFill>
                          <a:latin typeface="Times New Roman"/>
                          <a:cs typeface="Times New Roman"/>
                        </a:rPr>
                        <a:t> </a:t>
                      </a:r>
                      <a:r>
                        <a:rPr sz="2800" b="1" spc="-10" dirty="0">
                          <a:solidFill>
                            <a:srgbClr val="FFFFFF"/>
                          </a:solidFill>
                          <a:latin typeface="Times New Roman"/>
                          <a:cs typeface="Times New Roman"/>
                        </a:rPr>
                        <a:t>DELAYS </a:t>
                      </a:r>
                      <a:r>
                        <a:rPr sz="2800" b="1" dirty="0">
                          <a:solidFill>
                            <a:srgbClr val="FFFFFF"/>
                          </a:solidFill>
                          <a:latin typeface="Times New Roman"/>
                          <a:cs typeface="Times New Roman"/>
                        </a:rPr>
                        <a:t>AND</a:t>
                      </a:r>
                      <a:r>
                        <a:rPr sz="2800" b="1" spc="-45" dirty="0">
                          <a:solidFill>
                            <a:srgbClr val="FFFFFF"/>
                          </a:solidFill>
                          <a:latin typeface="Times New Roman"/>
                          <a:cs typeface="Times New Roman"/>
                        </a:rPr>
                        <a:t> </a:t>
                      </a:r>
                      <a:r>
                        <a:rPr sz="2800" b="1" spc="-10" dirty="0">
                          <a:solidFill>
                            <a:srgbClr val="FFFFFF"/>
                          </a:solidFill>
                          <a:latin typeface="Times New Roman"/>
                          <a:cs typeface="Times New Roman"/>
                        </a:rPr>
                        <a:t>CHANGES</a:t>
                      </a:r>
                      <a:endParaRPr sz="2800" dirty="0">
                        <a:latin typeface="Times New Roman"/>
                        <a:cs typeface="Times New Roman"/>
                      </a:endParaRPr>
                    </a:p>
                  </a:txBody>
                  <a:tcPr marL="0" marR="0" marT="28448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990600" y="2307463"/>
            <a:ext cx="8903970" cy="2770630"/>
          </a:xfrm>
          <a:prstGeom prst="rect">
            <a:avLst/>
          </a:prstGeom>
        </p:spPr>
        <p:txBody>
          <a:bodyPr vert="horz" wrap="square" lIns="0" tIns="43815" rIns="0" bIns="0" rtlCol="0">
            <a:spAutoFit/>
          </a:bodyPr>
          <a:lstStyle/>
          <a:p>
            <a:pPr marL="318770" marR="5080" indent="-306705">
              <a:lnSpc>
                <a:spcPts val="1939"/>
              </a:lnSpc>
              <a:spcBef>
                <a:spcPts val="345"/>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400" dirty="0">
                <a:solidFill>
                  <a:srgbClr val="3C3C3C"/>
                </a:solidFill>
                <a:latin typeface="Times New Roman"/>
                <a:cs typeface="Times New Roman"/>
              </a:rPr>
              <a:t> </a:t>
            </a:r>
            <a:r>
              <a:rPr dirty="0">
                <a:solidFill>
                  <a:srgbClr val="3C3C3C"/>
                </a:solidFill>
                <a:latin typeface="Times New Roman"/>
                <a:cs typeface="Times New Roman"/>
              </a:rPr>
              <a:t>contract</a:t>
            </a:r>
            <a:r>
              <a:rPr spc="405" dirty="0">
                <a:solidFill>
                  <a:srgbClr val="3C3C3C"/>
                </a:solidFill>
                <a:latin typeface="Times New Roman"/>
                <a:cs typeface="Times New Roman"/>
              </a:rPr>
              <a:t> </a:t>
            </a:r>
            <a:r>
              <a:rPr dirty="0">
                <a:solidFill>
                  <a:srgbClr val="3C3C3C"/>
                </a:solidFill>
                <a:latin typeface="Times New Roman"/>
                <a:cs typeface="Times New Roman"/>
              </a:rPr>
              <a:t>should</a:t>
            </a:r>
            <a:r>
              <a:rPr spc="405" dirty="0">
                <a:solidFill>
                  <a:srgbClr val="3C3C3C"/>
                </a:solidFill>
                <a:latin typeface="Times New Roman"/>
                <a:cs typeface="Times New Roman"/>
              </a:rPr>
              <a:t> </a:t>
            </a:r>
            <a:r>
              <a:rPr dirty="0">
                <a:solidFill>
                  <a:srgbClr val="3C3C3C"/>
                </a:solidFill>
                <a:latin typeface="Times New Roman"/>
                <a:cs typeface="Times New Roman"/>
              </a:rPr>
              <a:t>make</a:t>
            </a:r>
            <a:r>
              <a:rPr spc="405" dirty="0">
                <a:solidFill>
                  <a:srgbClr val="3C3C3C"/>
                </a:solidFill>
                <a:latin typeface="Times New Roman"/>
                <a:cs typeface="Times New Roman"/>
              </a:rPr>
              <a:t> </a:t>
            </a:r>
            <a:r>
              <a:rPr dirty="0">
                <a:solidFill>
                  <a:srgbClr val="3C3C3C"/>
                </a:solidFill>
                <a:latin typeface="Times New Roman"/>
                <a:cs typeface="Times New Roman"/>
              </a:rPr>
              <a:t>provision</a:t>
            </a:r>
            <a:r>
              <a:rPr spc="400" dirty="0">
                <a:solidFill>
                  <a:srgbClr val="3C3C3C"/>
                </a:solidFill>
                <a:latin typeface="Times New Roman"/>
                <a:cs typeface="Times New Roman"/>
              </a:rPr>
              <a:t> </a:t>
            </a:r>
            <a:r>
              <a:rPr dirty="0">
                <a:solidFill>
                  <a:srgbClr val="3C3C3C"/>
                </a:solidFill>
                <a:latin typeface="Times New Roman"/>
                <a:cs typeface="Times New Roman"/>
              </a:rPr>
              <a:t>for</a:t>
            </a:r>
            <a:r>
              <a:rPr spc="400" dirty="0">
                <a:solidFill>
                  <a:srgbClr val="3C3C3C"/>
                </a:solidFill>
                <a:latin typeface="Times New Roman"/>
                <a:cs typeface="Times New Roman"/>
              </a:rPr>
              <a:t> </a:t>
            </a:r>
            <a:r>
              <a:rPr dirty="0">
                <a:solidFill>
                  <a:srgbClr val="3C3C3C"/>
                </a:solidFill>
                <a:latin typeface="Times New Roman"/>
                <a:cs typeface="Times New Roman"/>
              </a:rPr>
              <a:t>payments</a:t>
            </a:r>
            <a:r>
              <a:rPr spc="405" dirty="0">
                <a:solidFill>
                  <a:srgbClr val="3C3C3C"/>
                </a:solidFill>
                <a:latin typeface="Times New Roman"/>
                <a:cs typeface="Times New Roman"/>
              </a:rPr>
              <a:t> </a:t>
            </a:r>
            <a:r>
              <a:rPr dirty="0">
                <a:solidFill>
                  <a:srgbClr val="3C3C3C"/>
                </a:solidFill>
                <a:latin typeface="Times New Roman"/>
                <a:cs typeface="Times New Roman"/>
              </a:rPr>
              <a:t>to</a:t>
            </a:r>
            <a:r>
              <a:rPr spc="400" dirty="0">
                <a:solidFill>
                  <a:srgbClr val="3C3C3C"/>
                </a:solidFill>
                <a:latin typeface="Times New Roman"/>
                <a:cs typeface="Times New Roman"/>
              </a:rPr>
              <a:t> </a:t>
            </a:r>
            <a:r>
              <a:rPr dirty="0">
                <a:solidFill>
                  <a:srgbClr val="3C3C3C"/>
                </a:solidFill>
                <a:latin typeface="Times New Roman"/>
                <a:cs typeface="Times New Roman"/>
              </a:rPr>
              <a:t>compensate</a:t>
            </a:r>
            <a:r>
              <a:rPr spc="395" dirty="0">
                <a:solidFill>
                  <a:srgbClr val="3C3C3C"/>
                </a:solidFill>
                <a:latin typeface="Times New Roman"/>
                <a:cs typeface="Times New Roman"/>
              </a:rPr>
              <a:t> </a:t>
            </a:r>
            <a:r>
              <a:rPr dirty="0">
                <a:solidFill>
                  <a:srgbClr val="3C3C3C"/>
                </a:solidFill>
                <a:latin typeface="Times New Roman"/>
                <a:cs typeface="Times New Roman"/>
              </a:rPr>
              <a:t>the</a:t>
            </a:r>
            <a:r>
              <a:rPr spc="409" dirty="0">
                <a:solidFill>
                  <a:srgbClr val="3C3C3C"/>
                </a:solidFill>
                <a:latin typeface="Times New Roman"/>
                <a:cs typeface="Times New Roman"/>
              </a:rPr>
              <a:t> </a:t>
            </a:r>
            <a:r>
              <a:rPr spc="-10" dirty="0">
                <a:solidFill>
                  <a:srgbClr val="3C3C3C"/>
                </a:solidFill>
                <a:latin typeface="Times New Roman"/>
                <a:cs typeface="Times New Roman"/>
              </a:rPr>
              <a:t>wasted efforts.</a:t>
            </a:r>
            <a:endParaRPr dirty="0">
              <a:latin typeface="Times New Roman"/>
              <a:cs typeface="Times New Roman"/>
            </a:endParaRPr>
          </a:p>
          <a:p>
            <a:pPr marL="318770" indent="-306070">
              <a:spcBef>
                <a:spcPts val="795"/>
              </a:spcBef>
              <a:buClr>
                <a:srgbClr val="903062"/>
              </a:buClr>
              <a:buSzPct val="91666"/>
              <a:buFont typeface="Cambria"/>
              <a:buChar char="◾"/>
              <a:tabLst>
                <a:tab pos="318770" algn="l"/>
              </a:tabLst>
            </a:pPr>
            <a:r>
              <a:rPr dirty="0">
                <a:solidFill>
                  <a:srgbClr val="3C3C3C"/>
                </a:solidFill>
                <a:latin typeface="Times New Roman"/>
                <a:cs typeface="Times New Roman"/>
              </a:rPr>
              <a:t>It</a:t>
            </a:r>
            <a:r>
              <a:rPr spc="-10" dirty="0">
                <a:solidFill>
                  <a:srgbClr val="3C3C3C"/>
                </a:solidFill>
                <a:latin typeface="Times New Roman"/>
                <a:cs typeface="Times New Roman"/>
              </a:rPr>
              <a:t> </a:t>
            </a:r>
            <a:r>
              <a:rPr dirty="0">
                <a:solidFill>
                  <a:srgbClr val="3C3C3C"/>
                </a:solidFill>
                <a:latin typeface="Times New Roman"/>
                <a:cs typeface="Times New Roman"/>
              </a:rPr>
              <a:t>must</a:t>
            </a:r>
            <a:r>
              <a:rPr spc="5" dirty="0">
                <a:solidFill>
                  <a:srgbClr val="3C3C3C"/>
                </a:solidFill>
                <a:latin typeface="Times New Roman"/>
                <a:cs typeface="Times New Roman"/>
              </a:rPr>
              <a:t> </a:t>
            </a:r>
            <a:r>
              <a:rPr dirty="0">
                <a:solidFill>
                  <a:srgbClr val="3C3C3C"/>
                </a:solidFill>
                <a:latin typeface="Times New Roman"/>
                <a:cs typeface="Times New Roman"/>
              </a:rPr>
              <a:t>specify</a:t>
            </a:r>
            <a:r>
              <a:rPr spc="-10" dirty="0">
                <a:solidFill>
                  <a:srgbClr val="3C3C3C"/>
                </a:solidFill>
                <a:latin typeface="Times New Roman"/>
                <a:cs typeface="Times New Roman"/>
              </a:rPr>
              <a:t> </a:t>
            </a:r>
            <a:r>
              <a:rPr dirty="0">
                <a:solidFill>
                  <a:srgbClr val="3C3C3C"/>
                </a:solidFill>
                <a:latin typeface="Times New Roman"/>
                <a:cs typeface="Times New Roman"/>
              </a:rPr>
              <a:t>the</a:t>
            </a:r>
            <a:r>
              <a:rPr spc="-5" dirty="0">
                <a:solidFill>
                  <a:srgbClr val="3C3C3C"/>
                </a:solidFill>
                <a:latin typeface="Times New Roman"/>
                <a:cs typeface="Times New Roman"/>
              </a:rPr>
              <a:t> </a:t>
            </a:r>
            <a:r>
              <a:rPr dirty="0">
                <a:solidFill>
                  <a:srgbClr val="3C3C3C"/>
                </a:solidFill>
                <a:latin typeface="Times New Roman"/>
                <a:cs typeface="Times New Roman"/>
              </a:rPr>
              <a:t>process</a:t>
            </a:r>
            <a:r>
              <a:rPr spc="-5" dirty="0">
                <a:solidFill>
                  <a:srgbClr val="3C3C3C"/>
                </a:solidFill>
                <a:latin typeface="Times New Roman"/>
                <a:cs typeface="Times New Roman"/>
              </a:rPr>
              <a:t> </a:t>
            </a:r>
            <a:r>
              <a:rPr dirty="0">
                <a:solidFill>
                  <a:srgbClr val="3C3C3C"/>
                </a:solidFill>
                <a:latin typeface="Times New Roman"/>
                <a:cs typeface="Times New Roman"/>
              </a:rPr>
              <a:t>by</a:t>
            </a:r>
            <a:r>
              <a:rPr spc="-15" dirty="0">
                <a:solidFill>
                  <a:srgbClr val="3C3C3C"/>
                </a:solidFill>
                <a:latin typeface="Times New Roman"/>
                <a:cs typeface="Times New Roman"/>
              </a:rPr>
              <a:t> </a:t>
            </a:r>
            <a:r>
              <a:rPr dirty="0">
                <a:solidFill>
                  <a:srgbClr val="3C3C3C"/>
                </a:solidFill>
                <a:latin typeface="Times New Roman"/>
                <a:cs typeface="Times New Roman"/>
              </a:rPr>
              <a:t>which</a:t>
            </a:r>
            <a:r>
              <a:rPr spc="-10" dirty="0">
                <a:solidFill>
                  <a:srgbClr val="3C3C3C"/>
                </a:solidFill>
                <a:latin typeface="Times New Roman"/>
                <a:cs typeface="Times New Roman"/>
              </a:rPr>
              <a:t> </a:t>
            </a:r>
            <a:r>
              <a:rPr dirty="0">
                <a:solidFill>
                  <a:srgbClr val="3C3C3C"/>
                </a:solidFill>
                <a:latin typeface="Times New Roman"/>
                <a:cs typeface="Times New Roman"/>
              </a:rPr>
              <a:t>these</a:t>
            </a:r>
            <a:r>
              <a:rPr spc="-5" dirty="0">
                <a:solidFill>
                  <a:srgbClr val="3C3C3C"/>
                </a:solidFill>
                <a:latin typeface="Times New Roman"/>
                <a:cs typeface="Times New Roman"/>
              </a:rPr>
              <a:t> </a:t>
            </a:r>
            <a:r>
              <a:rPr dirty="0">
                <a:solidFill>
                  <a:srgbClr val="3C3C3C"/>
                </a:solidFill>
                <a:latin typeface="Times New Roman"/>
                <a:cs typeface="Times New Roman"/>
              </a:rPr>
              <a:t>extra</a:t>
            </a:r>
            <a:r>
              <a:rPr spc="-5" dirty="0">
                <a:solidFill>
                  <a:srgbClr val="3C3C3C"/>
                </a:solidFill>
                <a:latin typeface="Times New Roman"/>
                <a:cs typeface="Times New Roman"/>
              </a:rPr>
              <a:t> </a:t>
            </a:r>
            <a:r>
              <a:rPr dirty="0">
                <a:solidFill>
                  <a:srgbClr val="3C3C3C"/>
                </a:solidFill>
                <a:latin typeface="Times New Roman"/>
                <a:cs typeface="Times New Roman"/>
              </a:rPr>
              <a:t>payments</a:t>
            </a:r>
            <a:r>
              <a:rPr spc="-35" dirty="0">
                <a:solidFill>
                  <a:srgbClr val="3C3C3C"/>
                </a:solidFill>
                <a:latin typeface="Times New Roman"/>
                <a:cs typeface="Times New Roman"/>
              </a:rPr>
              <a:t> </a:t>
            </a:r>
            <a:r>
              <a:rPr dirty="0">
                <a:solidFill>
                  <a:srgbClr val="3C3C3C"/>
                </a:solidFill>
                <a:latin typeface="Times New Roman"/>
                <a:cs typeface="Times New Roman"/>
              </a:rPr>
              <a:t>are</a:t>
            </a:r>
            <a:r>
              <a:rPr spc="-5" dirty="0">
                <a:solidFill>
                  <a:srgbClr val="3C3C3C"/>
                </a:solidFill>
                <a:latin typeface="Times New Roman"/>
                <a:cs typeface="Times New Roman"/>
              </a:rPr>
              <a:t> </a:t>
            </a:r>
            <a:r>
              <a:rPr dirty="0">
                <a:solidFill>
                  <a:srgbClr val="3C3C3C"/>
                </a:solidFill>
                <a:latin typeface="Times New Roman"/>
                <a:cs typeface="Times New Roman"/>
              </a:rPr>
              <a:t>to</a:t>
            </a:r>
            <a:r>
              <a:rPr spc="-15" dirty="0">
                <a:solidFill>
                  <a:srgbClr val="3C3C3C"/>
                </a:solidFill>
                <a:latin typeface="Times New Roman"/>
                <a:cs typeface="Times New Roman"/>
              </a:rPr>
              <a:t> </a:t>
            </a:r>
            <a:r>
              <a:rPr dirty="0">
                <a:solidFill>
                  <a:srgbClr val="3C3C3C"/>
                </a:solidFill>
                <a:latin typeface="Times New Roman"/>
                <a:cs typeface="Times New Roman"/>
              </a:rPr>
              <a:t>be</a:t>
            </a:r>
            <a:r>
              <a:rPr spc="-10" dirty="0">
                <a:solidFill>
                  <a:srgbClr val="3C3C3C"/>
                </a:solidFill>
                <a:latin typeface="Times New Roman"/>
                <a:cs typeface="Times New Roman"/>
              </a:rPr>
              <a:t> calculated.</a:t>
            </a:r>
            <a:endParaRPr dirty="0">
              <a:latin typeface="Times New Roman"/>
              <a:cs typeface="Times New Roman"/>
            </a:endParaRPr>
          </a:p>
          <a:p>
            <a:pPr marL="318770" marR="5080" indent="-306705">
              <a:lnSpc>
                <a:spcPts val="1939"/>
              </a:lnSpc>
              <a:spcBef>
                <a:spcPts val="1065"/>
              </a:spcBef>
              <a:buClr>
                <a:srgbClr val="903062"/>
              </a:buClr>
              <a:buSzPct val="91666"/>
              <a:buFont typeface="Cambria"/>
              <a:buChar char="◾"/>
              <a:tabLst>
                <a:tab pos="318770" algn="l"/>
              </a:tabLst>
            </a:pPr>
            <a:r>
              <a:rPr dirty="0">
                <a:solidFill>
                  <a:srgbClr val="3C3C3C"/>
                </a:solidFill>
                <a:latin typeface="Times New Roman"/>
                <a:cs typeface="Times New Roman"/>
              </a:rPr>
              <a:t>It</a:t>
            </a:r>
            <a:r>
              <a:rPr spc="459" dirty="0">
                <a:solidFill>
                  <a:srgbClr val="3C3C3C"/>
                </a:solidFill>
                <a:latin typeface="Times New Roman"/>
                <a:cs typeface="Times New Roman"/>
              </a:rPr>
              <a:t> </a:t>
            </a:r>
            <a:r>
              <a:rPr dirty="0">
                <a:solidFill>
                  <a:srgbClr val="3C3C3C"/>
                </a:solidFill>
                <a:latin typeface="Times New Roman"/>
                <a:cs typeface="Times New Roman"/>
              </a:rPr>
              <a:t>happens</a:t>
            </a:r>
            <a:r>
              <a:rPr spc="455" dirty="0">
                <a:solidFill>
                  <a:srgbClr val="3C3C3C"/>
                </a:solidFill>
                <a:latin typeface="Times New Roman"/>
                <a:cs typeface="Times New Roman"/>
              </a:rPr>
              <a:t> </a:t>
            </a:r>
            <a:r>
              <a:rPr dirty="0">
                <a:solidFill>
                  <a:srgbClr val="3C3C3C"/>
                </a:solidFill>
                <a:latin typeface="Times New Roman"/>
                <a:cs typeface="Times New Roman"/>
              </a:rPr>
              <a:t>not</a:t>
            </a:r>
            <a:r>
              <a:rPr spc="440" dirty="0">
                <a:solidFill>
                  <a:srgbClr val="3C3C3C"/>
                </a:solidFill>
                <a:latin typeface="Times New Roman"/>
                <a:cs typeface="Times New Roman"/>
              </a:rPr>
              <a:t> </a:t>
            </a:r>
            <a:r>
              <a:rPr dirty="0">
                <a:solidFill>
                  <a:srgbClr val="3C3C3C"/>
                </a:solidFill>
                <a:latin typeface="Times New Roman"/>
                <a:cs typeface="Times New Roman"/>
              </a:rPr>
              <a:t>infrequently</a:t>
            </a:r>
            <a:r>
              <a:rPr spc="465" dirty="0">
                <a:solidFill>
                  <a:srgbClr val="3C3C3C"/>
                </a:solidFill>
                <a:latin typeface="Times New Roman"/>
                <a:cs typeface="Times New Roman"/>
              </a:rPr>
              <a:t> </a:t>
            </a:r>
            <a:r>
              <a:rPr dirty="0">
                <a:solidFill>
                  <a:srgbClr val="3C3C3C"/>
                </a:solidFill>
                <a:latin typeface="Times New Roman"/>
                <a:cs typeface="Times New Roman"/>
              </a:rPr>
              <a:t>that</a:t>
            </a:r>
            <a:r>
              <a:rPr spc="459" dirty="0">
                <a:solidFill>
                  <a:srgbClr val="3C3C3C"/>
                </a:solidFill>
                <a:latin typeface="Times New Roman"/>
                <a:cs typeface="Times New Roman"/>
              </a:rPr>
              <a:t> </a:t>
            </a:r>
            <a:r>
              <a:rPr dirty="0">
                <a:solidFill>
                  <a:srgbClr val="3C3C3C"/>
                </a:solidFill>
                <a:latin typeface="Times New Roman"/>
                <a:cs typeface="Times New Roman"/>
              </a:rPr>
              <a:t>progress</a:t>
            </a:r>
            <a:r>
              <a:rPr spc="440" dirty="0">
                <a:solidFill>
                  <a:srgbClr val="3C3C3C"/>
                </a:solidFill>
                <a:latin typeface="Times New Roman"/>
                <a:cs typeface="Times New Roman"/>
              </a:rPr>
              <a:t> </a:t>
            </a:r>
            <a:r>
              <a:rPr dirty="0">
                <a:solidFill>
                  <a:srgbClr val="3C3C3C"/>
                </a:solidFill>
                <a:latin typeface="Times New Roman"/>
                <a:cs typeface="Times New Roman"/>
              </a:rPr>
              <a:t>on</a:t>
            </a:r>
            <a:r>
              <a:rPr spc="440" dirty="0">
                <a:solidFill>
                  <a:srgbClr val="3C3C3C"/>
                </a:solidFill>
                <a:latin typeface="Times New Roman"/>
                <a:cs typeface="Times New Roman"/>
              </a:rPr>
              <a:t> </a:t>
            </a:r>
            <a:r>
              <a:rPr dirty="0">
                <a:solidFill>
                  <a:srgbClr val="3C3C3C"/>
                </a:solidFill>
                <a:latin typeface="Times New Roman"/>
                <a:cs typeface="Times New Roman"/>
              </a:rPr>
              <a:t>the</a:t>
            </a:r>
            <a:r>
              <a:rPr spc="459" dirty="0">
                <a:solidFill>
                  <a:srgbClr val="3C3C3C"/>
                </a:solidFill>
                <a:latin typeface="Times New Roman"/>
                <a:cs typeface="Times New Roman"/>
              </a:rPr>
              <a:t> </a:t>
            </a:r>
            <a:r>
              <a:rPr dirty="0">
                <a:solidFill>
                  <a:srgbClr val="3C3C3C"/>
                </a:solidFill>
                <a:latin typeface="Times New Roman"/>
                <a:cs typeface="Times New Roman"/>
              </a:rPr>
              <a:t>development</a:t>
            </a:r>
            <a:r>
              <a:rPr spc="455" dirty="0">
                <a:solidFill>
                  <a:srgbClr val="3C3C3C"/>
                </a:solidFill>
                <a:latin typeface="Times New Roman"/>
                <a:cs typeface="Times New Roman"/>
              </a:rPr>
              <a:t> </a:t>
            </a:r>
            <a:r>
              <a:rPr dirty="0">
                <a:solidFill>
                  <a:srgbClr val="3C3C3C"/>
                </a:solidFill>
                <a:latin typeface="Times New Roman"/>
                <a:cs typeface="Times New Roman"/>
              </a:rPr>
              <a:t>of</a:t>
            </a:r>
            <a:r>
              <a:rPr spc="445" dirty="0">
                <a:solidFill>
                  <a:srgbClr val="3C3C3C"/>
                </a:solidFill>
                <a:latin typeface="Times New Roman"/>
                <a:cs typeface="Times New Roman"/>
              </a:rPr>
              <a:t> </a:t>
            </a:r>
            <a:r>
              <a:rPr dirty="0">
                <a:solidFill>
                  <a:srgbClr val="3C3C3C"/>
                </a:solidFill>
                <a:latin typeface="Times New Roman"/>
                <a:cs typeface="Times New Roman"/>
              </a:rPr>
              <a:t>a</a:t>
            </a:r>
            <a:r>
              <a:rPr spc="455" dirty="0">
                <a:solidFill>
                  <a:srgbClr val="3C3C3C"/>
                </a:solidFill>
                <a:latin typeface="Times New Roman"/>
                <a:cs typeface="Times New Roman"/>
              </a:rPr>
              <a:t> </a:t>
            </a:r>
            <a:r>
              <a:rPr dirty="0">
                <a:solidFill>
                  <a:srgbClr val="3C3C3C"/>
                </a:solidFill>
                <a:latin typeface="Times New Roman"/>
                <a:cs typeface="Times New Roman"/>
              </a:rPr>
              <a:t>piece</a:t>
            </a:r>
            <a:r>
              <a:rPr spc="450" dirty="0">
                <a:solidFill>
                  <a:srgbClr val="3C3C3C"/>
                </a:solidFill>
                <a:latin typeface="Times New Roman"/>
                <a:cs typeface="Times New Roman"/>
              </a:rPr>
              <a:t> </a:t>
            </a:r>
            <a:r>
              <a:rPr spc="-25" dirty="0">
                <a:solidFill>
                  <a:srgbClr val="3C3C3C"/>
                </a:solidFill>
                <a:latin typeface="Times New Roman"/>
                <a:cs typeface="Times New Roman"/>
              </a:rPr>
              <a:t>of </a:t>
            </a:r>
            <a:r>
              <a:rPr dirty="0">
                <a:solidFill>
                  <a:srgbClr val="3C3C3C"/>
                </a:solidFill>
                <a:latin typeface="Times New Roman"/>
                <a:cs typeface="Times New Roman"/>
              </a:rPr>
              <a:t>software</a:t>
            </a:r>
            <a:r>
              <a:rPr spc="-25" dirty="0">
                <a:solidFill>
                  <a:srgbClr val="3C3C3C"/>
                </a:solidFill>
                <a:latin typeface="Times New Roman"/>
                <a:cs typeface="Times New Roman"/>
              </a:rPr>
              <a:t> </a:t>
            </a:r>
            <a:r>
              <a:rPr dirty="0">
                <a:solidFill>
                  <a:srgbClr val="3C3C3C"/>
                </a:solidFill>
                <a:latin typeface="Times New Roman"/>
                <a:cs typeface="Times New Roman"/>
              </a:rPr>
              <a:t>is</a:t>
            </a:r>
            <a:r>
              <a:rPr spc="-15" dirty="0">
                <a:solidFill>
                  <a:srgbClr val="3C3C3C"/>
                </a:solidFill>
                <a:latin typeface="Times New Roman"/>
                <a:cs typeface="Times New Roman"/>
              </a:rPr>
              <a:t> </a:t>
            </a:r>
            <a:r>
              <a:rPr dirty="0">
                <a:solidFill>
                  <a:srgbClr val="3C3C3C"/>
                </a:solidFill>
                <a:latin typeface="Times New Roman"/>
                <a:cs typeface="Times New Roman"/>
              </a:rPr>
              <a:t>delayed</a:t>
            </a:r>
            <a:r>
              <a:rPr spc="-45" dirty="0">
                <a:solidFill>
                  <a:srgbClr val="3C3C3C"/>
                </a:solidFill>
                <a:latin typeface="Times New Roman"/>
                <a:cs typeface="Times New Roman"/>
              </a:rPr>
              <a:t> </a:t>
            </a:r>
            <a:r>
              <a:rPr dirty="0">
                <a:solidFill>
                  <a:srgbClr val="3C3C3C"/>
                </a:solidFill>
                <a:latin typeface="Times New Roman"/>
                <a:cs typeface="Times New Roman"/>
              </a:rPr>
              <a:t>by</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failure</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1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client</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meet</a:t>
            </a:r>
            <a:r>
              <a:rPr spc="-15" dirty="0">
                <a:solidFill>
                  <a:srgbClr val="3C3C3C"/>
                </a:solidFill>
                <a:latin typeface="Times New Roman"/>
                <a:cs typeface="Times New Roman"/>
              </a:rPr>
              <a:t> </a:t>
            </a:r>
            <a:r>
              <a:rPr dirty="0">
                <a:solidFill>
                  <a:srgbClr val="3C3C3C"/>
                </a:solidFill>
                <a:latin typeface="Times New Roman"/>
                <a:cs typeface="Times New Roman"/>
              </a:rPr>
              <a:t>obligations</a:t>
            </a:r>
            <a:r>
              <a:rPr spc="-30" dirty="0">
                <a:solidFill>
                  <a:srgbClr val="3C3C3C"/>
                </a:solidFill>
                <a:latin typeface="Times New Roman"/>
                <a:cs typeface="Times New Roman"/>
              </a:rPr>
              <a:t> </a:t>
            </a:r>
            <a:r>
              <a:rPr dirty="0">
                <a:solidFill>
                  <a:srgbClr val="3C3C3C"/>
                </a:solidFill>
                <a:latin typeface="Times New Roman"/>
                <a:cs typeface="Times New Roman"/>
              </a:rPr>
              <a:t>on</a:t>
            </a:r>
            <a:r>
              <a:rPr spc="-10" dirty="0">
                <a:solidFill>
                  <a:srgbClr val="3C3C3C"/>
                </a:solidFill>
                <a:latin typeface="Times New Roman"/>
                <a:cs typeface="Times New Roman"/>
              </a:rPr>
              <a:t> time.</a:t>
            </a:r>
            <a:endParaRPr dirty="0">
              <a:latin typeface="Times New Roman"/>
              <a:cs typeface="Times New Roman"/>
            </a:endParaRPr>
          </a:p>
          <a:p>
            <a:pPr marL="318770" marR="5080" indent="-306705">
              <a:lnSpc>
                <a:spcPts val="1939"/>
              </a:lnSpc>
              <a:spcBef>
                <a:spcPts val="1040"/>
              </a:spcBef>
              <a:buClr>
                <a:srgbClr val="903062"/>
              </a:buClr>
              <a:buSzPct val="91666"/>
              <a:buFont typeface="Cambria"/>
              <a:buChar char="◾"/>
              <a:tabLst>
                <a:tab pos="318770" algn="l"/>
              </a:tabLst>
            </a:pPr>
            <a:r>
              <a:rPr dirty="0">
                <a:solidFill>
                  <a:srgbClr val="3C3C3C"/>
                </a:solidFill>
                <a:latin typeface="Times New Roman"/>
                <a:cs typeface="Times New Roman"/>
              </a:rPr>
              <a:t>While</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dirty="0">
                <a:solidFill>
                  <a:srgbClr val="3C3C3C"/>
                </a:solidFill>
                <a:latin typeface="Times New Roman"/>
                <a:cs typeface="Times New Roman"/>
              </a:rPr>
              <a:t>supplier</a:t>
            </a:r>
            <a:r>
              <a:rPr spc="-10" dirty="0">
                <a:solidFill>
                  <a:srgbClr val="3C3C3C"/>
                </a:solidFill>
                <a:latin typeface="Times New Roman"/>
                <a:cs typeface="Times New Roman"/>
              </a:rPr>
              <a:t> </a:t>
            </a:r>
            <a:r>
              <a:rPr dirty="0">
                <a:solidFill>
                  <a:srgbClr val="3C3C3C"/>
                </a:solidFill>
                <a:latin typeface="Times New Roman"/>
                <a:cs typeface="Times New Roman"/>
              </a:rPr>
              <a:t>will</a:t>
            </a:r>
            <a:r>
              <a:rPr spc="-10" dirty="0">
                <a:solidFill>
                  <a:srgbClr val="3C3C3C"/>
                </a:solidFill>
                <a:latin typeface="Times New Roman"/>
                <a:cs typeface="Times New Roman"/>
              </a:rPr>
              <a:t> </a:t>
            </a:r>
            <a:r>
              <a:rPr dirty="0">
                <a:solidFill>
                  <a:srgbClr val="3C3C3C"/>
                </a:solidFill>
                <a:latin typeface="Times New Roman"/>
                <a:cs typeface="Times New Roman"/>
              </a:rPr>
              <a:t>be</a:t>
            </a:r>
            <a:r>
              <a:rPr spc="-25" dirty="0">
                <a:solidFill>
                  <a:srgbClr val="3C3C3C"/>
                </a:solidFill>
                <a:latin typeface="Times New Roman"/>
                <a:cs typeface="Times New Roman"/>
              </a:rPr>
              <a:t> </a:t>
            </a:r>
            <a:r>
              <a:rPr dirty="0">
                <a:solidFill>
                  <a:srgbClr val="3C3C3C"/>
                </a:solidFill>
                <a:latin typeface="Times New Roman"/>
                <a:cs typeface="Times New Roman"/>
              </a:rPr>
              <a:t>expected</a:t>
            </a:r>
            <a:r>
              <a:rPr spc="-5" dirty="0">
                <a:solidFill>
                  <a:srgbClr val="3C3C3C"/>
                </a:solidFill>
                <a:latin typeface="Times New Roman"/>
                <a:cs typeface="Times New Roman"/>
              </a:rPr>
              <a:t>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dirty="0">
                <a:solidFill>
                  <a:srgbClr val="3C3C3C"/>
                </a:solidFill>
                <a:latin typeface="Times New Roman"/>
                <a:cs typeface="Times New Roman"/>
              </a:rPr>
              <a:t>use</a:t>
            </a:r>
            <a:r>
              <a:rPr spc="-30" dirty="0">
                <a:solidFill>
                  <a:srgbClr val="3C3C3C"/>
                </a:solidFill>
                <a:latin typeface="Times New Roman"/>
                <a:cs typeface="Times New Roman"/>
              </a:rPr>
              <a:t> </a:t>
            </a:r>
            <a:r>
              <a:rPr dirty="0">
                <a:solidFill>
                  <a:srgbClr val="3C3C3C"/>
                </a:solidFill>
                <a:latin typeface="Times New Roman"/>
                <a:cs typeface="Times New Roman"/>
              </a:rPr>
              <a:t>its</a:t>
            </a:r>
            <a:r>
              <a:rPr spc="-20" dirty="0">
                <a:solidFill>
                  <a:srgbClr val="3C3C3C"/>
                </a:solidFill>
                <a:latin typeface="Times New Roman"/>
                <a:cs typeface="Times New Roman"/>
              </a:rPr>
              <a:t> </a:t>
            </a:r>
            <a:r>
              <a:rPr dirty="0">
                <a:solidFill>
                  <a:srgbClr val="3C3C3C"/>
                </a:solidFill>
                <a:latin typeface="Times New Roman"/>
                <a:cs typeface="Times New Roman"/>
              </a:rPr>
              <a:t>best</a:t>
            </a:r>
            <a:r>
              <a:rPr spc="-30" dirty="0">
                <a:solidFill>
                  <a:srgbClr val="3C3C3C"/>
                </a:solidFill>
                <a:latin typeface="Times New Roman"/>
                <a:cs typeface="Times New Roman"/>
              </a:rPr>
              <a:t> </a:t>
            </a:r>
            <a:r>
              <a:rPr dirty="0">
                <a:solidFill>
                  <a:srgbClr val="3C3C3C"/>
                </a:solidFill>
                <a:latin typeface="Times New Roman"/>
                <a:cs typeface="Times New Roman"/>
              </a:rPr>
              <a:t>activities</a:t>
            </a:r>
            <a:r>
              <a:rPr spc="-15" dirty="0">
                <a:solidFill>
                  <a:srgbClr val="3C3C3C"/>
                </a:solidFill>
                <a:latin typeface="Times New Roman"/>
                <a:cs typeface="Times New Roman"/>
              </a:rPr>
              <a:t> </a:t>
            </a:r>
            <a:r>
              <a:rPr dirty="0">
                <a:solidFill>
                  <a:srgbClr val="3C3C3C"/>
                </a:solidFill>
                <a:latin typeface="Times New Roman"/>
                <a:cs typeface="Times New Roman"/>
              </a:rPr>
              <a:t>so</a:t>
            </a:r>
            <a:r>
              <a:rPr spc="-30" dirty="0">
                <a:solidFill>
                  <a:srgbClr val="3C3C3C"/>
                </a:solidFill>
                <a:latin typeface="Times New Roman"/>
                <a:cs typeface="Times New Roman"/>
              </a:rPr>
              <a:t> </a:t>
            </a:r>
            <a:r>
              <a:rPr dirty="0">
                <a:solidFill>
                  <a:srgbClr val="3C3C3C"/>
                </a:solidFill>
                <a:latin typeface="Times New Roman"/>
                <a:cs typeface="Times New Roman"/>
              </a:rPr>
              <a:t>as</a:t>
            </a:r>
            <a:r>
              <a:rPr spc="-20" dirty="0">
                <a:solidFill>
                  <a:srgbClr val="3C3C3C"/>
                </a:solidFill>
                <a:latin typeface="Times New Roman"/>
                <a:cs typeface="Times New Roman"/>
              </a:rPr>
              <a:t> </a:t>
            </a:r>
            <a:r>
              <a:rPr dirty="0">
                <a:solidFill>
                  <a:srgbClr val="3C3C3C"/>
                </a:solidFill>
                <a:latin typeface="Times New Roman"/>
                <a:cs typeface="Times New Roman"/>
              </a:rPr>
              <a:t>to</a:t>
            </a:r>
            <a:r>
              <a:rPr spc="-15" dirty="0">
                <a:solidFill>
                  <a:srgbClr val="3C3C3C"/>
                </a:solidFill>
                <a:latin typeface="Times New Roman"/>
                <a:cs typeface="Times New Roman"/>
              </a:rPr>
              <a:t> </a:t>
            </a:r>
            <a:r>
              <a:rPr dirty="0">
                <a:solidFill>
                  <a:srgbClr val="3C3C3C"/>
                </a:solidFill>
                <a:latin typeface="Times New Roman"/>
                <a:cs typeface="Times New Roman"/>
              </a:rPr>
              <a:t>avoid</a:t>
            </a:r>
            <a:r>
              <a:rPr spc="-30" dirty="0">
                <a:solidFill>
                  <a:srgbClr val="3C3C3C"/>
                </a:solidFill>
                <a:latin typeface="Times New Roman"/>
                <a:cs typeface="Times New Roman"/>
              </a:rPr>
              <a:t> </a:t>
            </a:r>
            <a:r>
              <a:rPr spc="-10" dirty="0">
                <a:solidFill>
                  <a:srgbClr val="3C3C3C"/>
                </a:solidFill>
                <a:latin typeface="Times New Roman"/>
                <a:cs typeface="Times New Roman"/>
              </a:rPr>
              <a:t>wasting </a:t>
            </a:r>
            <a:r>
              <a:rPr dirty="0">
                <a:solidFill>
                  <a:srgbClr val="3C3C3C"/>
                </a:solidFill>
                <a:latin typeface="Times New Roman"/>
                <a:cs typeface="Times New Roman"/>
              </a:rPr>
              <a:t>effort,</a:t>
            </a:r>
            <a:r>
              <a:rPr spc="-30" dirty="0">
                <a:solidFill>
                  <a:srgbClr val="3C3C3C"/>
                </a:solidFill>
                <a:latin typeface="Times New Roman"/>
                <a:cs typeface="Times New Roman"/>
              </a:rPr>
              <a:t> </a:t>
            </a:r>
            <a:r>
              <a:rPr dirty="0">
                <a:solidFill>
                  <a:srgbClr val="3C3C3C"/>
                </a:solidFill>
                <a:latin typeface="Times New Roman"/>
                <a:cs typeface="Times New Roman"/>
              </a:rPr>
              <a:t>this</a:t>
            </a:r>
            <a:r>
              <a:rPr spc="-25" dirty="0">
                <a:solidFill>
                  <a:srgbClr val="3C3C3C"/>
                </a:solidFill>
                <a:latin typeface="Times New Roman"/>
                <a:cs typeface="Times New Roman"/>
              </a:rPr>
              <a:t> </a:t>
            </a:r>
            <a:r>
              <a:rPr dirty="0">
                <a:solidFill>
                  <a:srgbClr val="3C3C3C"/>
                </a:solidFill>
                <a:latin typeface="Times New Roman"/>
                <a:cs typeface="Times New Roman"/>
              </a:rPr>
              <a:t>is</a:t>
            </a:r>
            <a:r>
              <a:rPr spc="-30" dirty="0">
                <a:solidFill>
                  <a:srgbClr val="3C3C3C"/>
                </a:solidFill>
                <a:latin typeface="Times New Roman"/>
                <a:cs typeface="Times New Roman"/>
              </a:rPr>
              <a:t> </a:t>
            </a:r>
            <a:r>
              <a:rPr dirty="0">
                <a:solidFill>
                  <a:srgbClr val="3C3C3C"/>
                </a:solidFill>
                <a:latin typeface="Times New Roman"/>
                <a:cs typeface="Times New Roman"/>
              </a:rPr>
              <a:t>not</a:t>
            </a:r>
            <a:r>
              <a:rPr spc="-20" dirty="0">
                <a:solidFill>
                  <a:srgbClr val="3C3C3C"/>
                </a:solidFill>
                <a:latin typeface="Times New Roman"/>
                <a:cs typeface="Times New Roman"/>
              </a:rPr>
              <a:t> </a:t>
            </a:r>
            <a:r>
              <a:rPr dirty="0">
                <a:solidFill>
                  <a:srgbClr val="3C3C3C"/>
                </a:solidFill>
                <a:latin typeface="Times New Roman"/>
                <a:cs typeface="Times New Roman"/>
              </a:rPr>
              <a:t>always</a:t>
            </a:r>
            <a:r>
              <a:rPr spc="-35" dirty="0">
                <a:solidFill>
                  <a:srgbClr val="3C3C3C"/>
                </a:solidFill>
                <a:latin typeface="Times New Roman"/>
                <a:cs typeface="Times New Roman"/>
              </a:rPr>
              <a:t> </a:t>
            </a:r>
            <a:r>
              <a:rPr spc="-10" dirty="0">
                <a:solidFill>
                  <a:srgbClr val="3C3C3C"/>
                </a:solidFill>
                <a:latin typeface="Times New Roman"/>
                <a:cs typeface="Times New Roman"/>
              </a:rPr>
              <a:t>possible.</a:t>
            </a:r>
            <a:endParaRPr dirty="0">
              <a:latin typeface="Times New Roman"/>
              <a:cs typeface="Times New Roman"/>
            </a:endParaRPr>
          </a:p>
          <a:p>
            <a:pPr marL="317500" marR="5080" indent="-305435" algn="just">
              <a:lnSpc>
                <a:spcPts val="1939"/>
              </a:lnSpc>
              <a:spcBef>
                <a:spcPts val="1045"/>
              </a:spcBef>
              <a:buClr>
                <a:srgbClr val="903062"/>
              </a:buClr>
              <a:buSzPct val="91666"/>
              <a:buFont typeface="Cambria"/>
              <a:buChar char="◾"/>
              <a:tabLst>
                <a:tab pos="318770" algn="l"/>
              </a:tabLst>
            </a:pPr>
            <a:r>
              <a:rPr dirty="0">
                <a:solidFill>
                  <a:srgbClr val="3C3C3C"/>
                </a:solidFill>
                <a:latin typeface="Times New Roman"/>
                <a:cs typeface="Times New Roman"/>
              </a:rPr>
              <a:t>The contract should</a:t>
            </a:r>
            <a:r>
              <a:rPr spc="-10" dirty="0">
                <a:solidFill>
                  <a:srgbClr val="3C3C3C"/>
                </a:solidFill>
                <a:latin typeface="Times New Roman"/>
                <a:cs typeface="Times New Roman"/>
              </a:rPr>
              <a:t> </a:t>
            </a:r>
            <a:r>
              <a:rPr dirty="0">
                <a:solidFill>
                  <a:srgbClr val="3C3C3C"/>
                </a:solidFill>
                <a:latin typeface="Times New Roman"/>
                <a:cs typeface="Times New Roman"/>
              </a:rPr>
              <a:t>therefore</a:t>
            </a:r>
            <a:r>
              <a:rPr spc="5" dirty="0">
                <a:solidFill>
                  <a:srgbClr val="3C3C3C"/>
                </a:solidFill>
                <a:latin typeface="Times New Roman"/>
                <a:cs typeface="Times New Roman"/>
              </a:rPr>
              <a:t> </a:t>
            </a:r>
            <a:r>
              <a:rPr dirty="0">
                <a:solidFill>
                  <a:srgbClr val="3C3C3C"/>
                </a:solidFill>
                <a:latin typeface="Times New Roman"/>
                <a:cs typeface="Times New Roman"/>
              </a:rPr>
              <a:t>make provision for</a:t>
            </a:r>
            <a:r>
              <a:rPr spc="-20" dirty="0">
                <a:solidFill>
                  <a:srgbClr val="3C3C3C"/>
                </a:solidFill>
                <a:latin typeface="Times New Roman"/>
                <a:cs typeface="Times New Roman"/>
              </a:rPr>
              <a:t> </a:t>
            </a:r>
            <a:r>
              <a:rPr dirty="0">
                <a:solidFill>
                  <a:srgbClr val="3C3C3C"/>
                </a:solidFill>
                <a:latin typeface="Times New Roman"/>
                <a:cs typeface="Times New Roman"/>
              </a:rPr>
              <a:t>payments</a:t>
            </a:r>
            <a:r>
              <a:rPr spc="-15" dirty="0">
                <a:solidFill>
                  <a:srgbClr val="3C3C3C"/>
                </a:solidFill>
                <a:latin typeface="Times New Roman"/>
                <a:cs typeface="Times New Roman"/>
              </a:rPr>
              <a:t> </a:t>
            </a:r>
            <a:r>
              <a:rPr dirty="0">
                <a:solidFill>
                  <a:srgbClr val="3C3C3C"/>
                </a:solidFill>
                <a:latin typeface="Times New Roman"/>
                <a:cs typeface="Times New Roman"/>
              </a:rPr>
              <a:t>to</a:t>
            </a:r>
            <a:r>
              <a:rPr spc="-5" dirty="0">
                <a:solidFill>
                  <a:srgbClr val="3C3C3C"/>
                </a:solidFill>
                <a:latin typeface="Times New Roman"/>
                <a:cs typeface="Times New Roman"/>
              </a:rPr>
              <a:t> </a:t>
            </a:r>
            <a:r>
              <a:rPr dirty="0">
                <a:solidFill>
                  <a:srgbClr val="3C3C3C"/>
                </a:solidFill>
                <a:latin typeface="Times New Roman"/>
                <a:cs typeface="Times New Roman"/>
              </a:rPr>
              <a:t>compensate</a:t>
            </a:r>
            <a:r>
              <a:rPr spc="10" dirty="0">
                <a:solidFill>
                  <a:srgbClr val="3C3C3C"/>
                </a:solidFill>
                <a:latin typeface="Times New Roman"/>
                <a:cs typeface="Times New Roman"/>
              </a:rPr>
              <a:t> </a:t>
            </a:r>
            <a:r>
              <a:rPr dirty="0">
                <a:solidFill>
                  <a:srgbClr val="3C3C3C"/>
                </a:solidFill>
                <a:latin typeface="Times New Roman"/>
                <a:cs typeface="Times New Roman"/>
              </a:rPr>
              <a:t>for</a:t>
            </a:r>
            <a:r>
              <a:rPr spc="-5" dirty="0">
                <a:solidFill>
                  <a:srgbClr val="3C3C3C"/>
                </a:solidFill>
                <a:latin typeface="Times New Roman"/>
                <a:cs typeface="Times New Roman"/>
              </a:rPr>
              <a:t> </a:t>
            </a:r>
            <a:r>
              <a:rPr spc="-25" dirty="0">
                <a:solidFill>
                  <a:srgbClr val="3C3C3C"/>
                </a:solidFill>
                <a:latin typeface="Times New Roman"/>
                <a:cs typeface="Times New Roman"/>
              </a:rPr>
              <a:t>the 	</a:t>
            </a:r>
            <a:r>
              <a:rPr dirty="0">
                <a:solidFill>
                  <a:srgbClr val="3C3C3C"/>
                </a:solidFill>
                <a:latin typeface="Times New Roman"/>
                <a:cs typeface="Times New Roman"/>
              </a:rPr>
              <a:t>wasted</a:t>
            </a:r>
            <a:r>
              <a:rPr spc="40" dirty="0">
                <a:solidFill>
                  <a:srgbClr val="3C3C3C"/>
                </a:solidFill>
                <a:latin typeface="Times New Roman"/>
                <a:cs typeface="Times New Roman"/>
              </a:rPr>
              <a:t> </a:t>
            </a:r>
            <a:r>
              <a:rPr dirty="0">
                <a:solidFill>
                  <a:srgbClr val="3C3C3C"/>
                </a:solidFill>
                <a:latin typeface="Times New Roman"/>
                <a:cs typeface="Times New Roman"/>
              </a:rPr>
              <a:t>effort,</a:t>
            </a:r>
            <a:r>
              <a:rPr spc="45" dirty="0">
                <a:solidFill>
                  <a:srgbClr val="3C3C3C"/>
                </a:solidFill>
                <a:latin typeface="Times New Roman"/>
                <a:cs typeface="Times New Roman"/>
              </a:rPr>
              <a:t> </a:t>
            </a:r>
            <a:r>
              <a:rPr dirty="0">
                <a:solidFill>
                  <a:srgbClr val="3C3C3C"/>
                </a:solidFill>
                <a:latin typeface="Times New Roman"/>
                <a:cs typeface="Times New Roman"/>
              </a:rPr>
              <a:t>incurred,</a:t>
            </a:r>
            <a:r>
              <a:rPr spc="60" dirty="0">
                <a:solidFill>
                  <a:srgbClr val="3C3C3C"/>
                </a:solidFill>
                <a:latin typeface="Times New Roman"/>
                <a:cs typeface="Times New Roman"/>
              </a:rPr>
              <a:t> </a:t>
            </a:r>
            <a:r>
              <a:rPr dirty="0">
                <a:solidFill>
                  <a:srgbClr val="3C3C3C"/>
                </a:solidFill>
                <a:latin typeface="Times New Roman"/>
                <a:cs typeface="Times New Roman"/>
              </a:rPr>
              <a:t>for</a:t>
            </a:r>
            <a:r>
              <a:rPr spc="35" dirty="0">
                <a:solidFill>
                  <a:srgbClr val="3C3C3C"/>
                </a:solidFill>
                <a:latin typeface="Times New Roman"/>
                <a:cs typeface="Times New Roman"/>
              </a:rPr>
              <a:t> </a:t>
            </a:r>
            <a:r>
              <a:rPr dirty="0">
                <a:solidFill>
                  <a:srgbClr val="3C3C3C"/>
                </a:solidFill>
                <a:latin typeface="Times New Roman"/>
                <a:cs typeface="Times New Roman"/>
              </a:rPr>
              <a:t>example,</a:t>
            </a:r>
            <a:r>
              <a:rPr spc="60" dirty="0">
                <a:solidFill>
                  <a:srgbClr val="3C3C3C"/>
                </a:solidFill>
                <a:latin typeface="Times New Roman"/>
                <a:cs typeface="Times New Roman"/>
              </a:rPr>
              <a:t> </a:t>
            </a:r>
            <a:r>
              <a:rPr dirty="0">
                <a:solidFill>
                  <a:srgbClr val="3C3C3C"/>
                </a:solidFill>
                <a:latin typeface="Times New Roman"/>
                <a:cs typeface="Times New Roman"/>
              </a:rPr>
              <a:t>when</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60" dirty="0">
                <a:solidFill>
                  <a:srgbClr val="3C3C3C"/>
                </a:solidFill>
                <a:latin typeface="Times New Roman"/>
                <a:cs typeface="Times New Roman"/>
              </a:rPr>
              <a:t> </a:t>
            </a:r>
            <a:r>
              <a:rPr dirty="0">
                <a:solidFill>
                  <a:srgbClr val="3C3C3C"/>
                </a:solidFill>
                <a:latin typeface="Times New Roman"/>
                <a:cs typeface="Times New Roman"/>
              </a:rPr>
              <a:t>client</a:t>
            </a:r>
            <a:r>
              <a:rPr spc="55" dirty="0">
                <a:solidFill>
                  <a:srgbClr val="3C3C3C"/>
                </a:solidFill>
                <a:latin typeface="Times New Roman"/>
                <a:cs typeface="Times New Roman"/>
              </a:rPr>
              <a:t> </a:t>
            </a:r>
            <a:r>
              <a:rPr dirty="0">
                <a:solidFill>
                  <a:srgbClr val="3C3C3C"/>
                </a:solidFill>
                <a:latin typeface="Times New Roman"/>
                <a:cs typeface="Times New Roman"/>
              </a:rPr>
              <a:t>fails</a:t>
            </a:r>
            <a:r>
              <a:rPr spc="45" dirty="0">
                <a:solidFill>
                  <a:srgbClr val="3C3C3C"/>
                </a:solidFill>
                <a:latin typeface="Times New Roman"/>
                <a:cs typeface="Times New Roman"/>
              </a:rPr>
              <a:t> </a:t>
            </a:r>
            <a:r>
              <a:rPr dirty="0">
                <a:solidFill>
                  <a:srgbClr val="3C3C3C"/>
                </a:solidFill>
                <a:latin typeface="Times New Roman"/>
                <a:cs typeface="Times New Roman"/>
              </a:rPr>
              <a:t>to</a:t>
            </a:r>
            <a:r>
              <a:rPr spc="45" dirty="0">
                <a:solidFill>
                  <a:srgbClr val="3C3C3C"/>
                </a:solidFill>
                <a:latin typeface="Times New Roman"/>
                <a:cs typeface="Times New Roman"/>
              </a:rPr>
              <a:t> </a:t>
            </a:r>
            <a:r>
              <a:rPr dirty="0">
                <a:solidFill>
                  <a:srgbClr val="3C3C3C"/>
                </a:solidFill>
                <a:latin typeface="Times New Roman"/>
                <a:cs typeface="Times New Roman"/>
              </a:rPr>
              <a:t>provide</a:t>
            </a:r>
            <a:r>
              <a:rPr spc="55" dirty="0">
                <a:solidFill>
                  <a:srgbClr val="3C3C3C"/>
                </a:solidFill>
                <a:latin typeface="Times New Roman"/>
                <a:cs typeface="Times New Roman"/>
              </a:rPr>
              <a:t> </a:t>
            </a:r>
            <a:r>
              <a:rPr spc="-10" dirty="0">
                <a:solidFill>
                  <a:srgbClr val="3C3C3C"/>
                </a:solidFill>
                <a:latin typeface="Times New Roman"/>
                <a:cs typeface="Times New Roman"/>
              </a:rPr>
              <a:t>information 	</a:t>
            </a:r>
            <a:r>
              <a:rPr dirty="0">
                <a:solidFill>
                  <a:srgbClr val="3C3C3C"/>
                </a:solidFill>
                <a:latin typeface="Times New Roman"/>
                <a:cs typeface="Times New Roman"/>
              </a:rPr>
              <a:t>on</a:t>
            </a:r>
            <a:r>
              <a:rPr spc="-35" dirty="0">
                <a:solidFill>
                  <a:srgbClr val="3C3C3C"/>
                </a:solidFill>
                <a:latin typeface="Times New Roman"/>
                <a:cs typeface="Times New Roman"/>
              </a:rPr>
              <a:t> </a:t>
            </a:r>
            <a:r>
              <a:rPr dirty="0">
                <a:solidFill>
                  <a:srgbClr val="3C3C3C"/>
                </a:solidFill>
                <a:latin typeface="Times New Roman"/>
                <a:cs typeface="Times New Roman"/>
              </a:rPr>
              <a:t>a</a:t>
            </a:r>
            <a:r>
              <a:rPr spc="-15" dirty="0">
                <a:solidFill>
                  <a:srgbClr val="3C3C3C"/>
                </a:solidFill>
                <a:latin typeface="Times New Roman"/>
                <a:cs typeface="Times New Roman"/>
              </a:rPr>
              <a:t> </a:t>
            </a:r>
            <a:r>
              <a:rPr dirty="0">
                <a:solidFill>
                  <a:srgbClr val="3C3C3C"/>
                </a:solidFill>
                <a:latin typeface="Times New Roman"/>
                <a:cs typeface="Times New Roman"/>
              </a:rPr>
              <a:t>due</a:t>
            </a:r>
            <a:r>
              <a:rPr spc="-30" dirty="0">
                <a:solidFill>
                  <a:srgbClr val="3C3C3C"/>
                </a:solidFill>
                <a:latin typeface="Times New Roman"/>
                <a:cs typeface="Times New Roman"/>
              </a:rPr>
              <a:t> </a:t>
            </a:r>
            <a:r>
              <a:rPr dirty="0">
                <a:solidFill>
                  <a:srgbClr val="3C3C3C"/>
                </a:solidFill>
                <a:latin typeface="Times New Roman"/>
                <a:cs typeface="Times New Roman"/>
              </a:rPr>
              <a:t>date</a:t>
            </a:r>
            <a:r>
              <a:rPr spc="-40" dirty="0">
                <a:solidFill>
                  <a:srgbClr val="3C3C3C"/>
                </a:solidFill>
                <a:latin typeface="Times New Roman"/>
                <a:cs typeface="Times New Roman"/>
              </a:rPr>
              <a:t> </a:t>
            </a:r>
            <a:r>
              <a:rPr dirty="0">
                <a:solidFill>
                  <a:srgbClr val="3C3C3C"/>
                </a:solidFill>
                <a:latin typeface="Times New Roman"/>
                <a:cs typeface="Times New Roman"/>
              </a:rPr>
              <a:t>or</a:t>
            </a:r>
            <a:r>
              <a:rPr spc="-20" dirty="0">
                <a:solidFill>
                  <a:srgbClr val="3C3C3C"/>
                </a:solidFill>
                <a:latin typeface="Times New Roman"/>
                <a:cs typeface="Times New Roman"/>
              </a:rPr>
              <a:t> </a:t>
            </a:r>
            <a:r>
              <a:rPr dirty="0">
                <a:solidFill>
                  <a:srgbClr val="3C3C3C"/>
                </a:solidFill>
                <a:latin typeface="Times New Roman"/>
                <a:cs typeface="Times New Roman"/>
              </a:rPr>
              <a:t>when</a:t>
            </a:r>
            <a:r>
              <a:rPr spc="-30" dirty="0">
                <a:solidFill>
                  <a:srgbClr val="3C3C3C"/>
                </a:solidFill>
                <a:latin typeface="Times New Roman"/>
                <a:cs typeface="Times New Roman"/>
              </a:rPr>
              <a:t> </a:t>
            </a:r>
            <a:r>
              <a:rPr dirty="0">
                <a:solidFill>
                  <a:srgbClr val="3C3C3C"/>
                </a:solidFill>
                <a:latin typeface="Times New Roman"/>
                <a:cs typeface="Times New Roman"/>
              </a:rPr>
              <a:t>changes</a:t>
            </a:r>
            <a:r>
              <a:rPr spc="-45" dirty="0">
                <a:solidFill>
                  <a:srgbClr val="3C3C3C"/>
                </a:solidFill>
                <a:latin typeface="Times New Roman"/>
                <a:cs typeface="Times New Roman"/>
              </a:rPr>
              <a:t> </a:t>
            </a:r>
            <a:r>
              <a:rPr dirty="0">
                <a:solidFill>
                  <a:srgbClr val="3C3C3C"/>
                </a:solidFill>
                <a:latin typeface="Times New Roman"/>
                <a:cs typeface="Times New Roman"/>
              </a:rPr>
              <a:t>are</a:t>
            </a:r>
            <a:r>
              <a:rPr spc="-25" dirty="0">
                <a:solidFill>
                  <a:srgbClr val="3C3C3C"/>
                </a:solidFill>
                <a:latin typeface="Times New Roman"/>
                <a:cs typeface="Times New Roman"/>
              </a:rPr>
              <a:t> </a:t>
            </a:r>
            <a:r>
              <a:rPr dirty="0">
                <a:solidFill>
                  <a:srgbClr val="3C3C3C"/>
                </a:solidFill>
                <a:latin typeface="Times New Roman"/>
                <a:cs typeface="Times New Roman"/>
              </a:rPr>
              <a:t>requested</a:t>
            </a:r>
            <a:r>
              <a:rPr spc="-25" dirty="0">
                <a:solidFill>
                  <a:srgbClr val="3C3C3C"/>
                </a:solidFill>
                <a:latin typeface="Times New Roman"/>
                <a:cs typeface="Times New Roman"/>
              </a:rPr>
              <a:t> </a:t>
            </a:r>
            <a:r>
              <a:rPr dirty="0">
                <a:solidFill>
                  <a:srgbClr val="3C3C3C"/>
                </a:solidFill>
                <a:latin typeface="Times New Roman"/>
                <a:cs typeface="Times New Roman"/>
              </a:rPr>
              <a:t>which</a:t>
            </a:r>
            <a:r>
              <a:rPr spc="-35" dirty="0">
                <a:solidFill>
                  <a:srgbClr val="3C3C3C"/>
                </a:solidFill>
                <a:latin typeface="Times New Roman"/>
                <a:cs typeface="Times New Roman"/>
              </a:rPr>
              <a:t> </a:t>
            </a:r>
            <a:r>
              <a:rPr dirty="0">
                <a:solidFill>
                  <a:srgbClr val="3C3C3C"/>
                </a:solidFill>
                <a:latin typeface="Times New Roman"/>
                <a:cs typeface="Times New Roman"/>
              </a:rPr>
              <a:t>result</a:t>
            </a:r>
            <a:r>
              <a:rPr spc="-25" dirty="0">
                <a:solidFill>
                  <a:srgbClr val="3C3C3C"/>
                </a:solidFill>
                <a:latin typeface="Times New Roman"/>
                <a:cs typeface="Times New Roman"/>
              </a:rPr>
              <a:t> </a:t>
            </a:r>
            <a:r>
              <a:rPr dirty="0">
                <a:solidFill>
                  <a:srgbClr val="3C3C3C"/>
                </a:solidFill>
                <a:latin typeface="Times New Roman"/>
                <a:cs typeface="Times New Roman"/>
              </a:rPr>
              <a:t>in</a:t>
            </a:r>
            <a:r>
              <a:rPr spc="-35" dirty="0">
                <a:solidFill>
                  <a:srgbClr val="3C3C3C"/>
                </a:solidFill>
                <a:latin typeface="Times New Roman"/>
                <a:cs typeface="Times New Roman"/>
              </a:rPr>
              <a:t> </a:t>
            </a:r>
            <a:r>
              <a:rPr dirty="0">
                <a:solidFill>
                  <a:srgbClr val="3C3C3C"/>
                </a:solidFill>
                <a:latin typeface="Times New Roman"/>
                <a:cs typeface="Times New Roman"/>
              </a:rPr>
              <a:t>extra</a:t>
            </a:r>
            <a:r>
              <a:rPr spc="-40" dirty="0">
                <a:solidFill>
                  <a:srgbClr val="3C3C3C"/>
                </a:solidFill>
                <a:latin typeface="Times New Roman"/>
                <a:cs typeface="Times New Roman"/>
              </a:rPr>
              <a:t> </a:t>
            </a:r>
            <a:r>
              <a:rPr spc="-10" dirty="0">
                <a:solidFill>
                  <a:srgbClr val="3C3C3C"/>
                </a:solidFill>
                <a:latin typeface="Times New Roman"/>
                <a:cs typeface="Times New Roman"/>
              </a:rPr>
              <a:t>work.</a:t>
            </a:r>
            <a:endParaRPr dirty="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757928687"/>
              </p:ext>
            </p:extLst>
          </p:nvPr>
        </p:nvGraphicFramePr>
        <p:xfrm>
          <a:off x="914400" y="441960"/>
          <a:ext cx="9296144" cy="1416685"/>
        </p:xfrm>
        <a:graphic>
          <a:graphicData uri="http://schemas.openxmlformats.org/drawingml/2006/table">
            <a:tbl>
              <a:tblPr firstRow="1" bandRow="1">
                <a:tableStyleId>{2D5ABB26-0587-4C30-8999-92F81FD0307C}</a:tableStyleId>
              </a:tblPr>
              <a:tblGrid>
                <a:gridCol w="3096805">
                  <a:extLst>
                    <a:ext uri="{9D8B030D-6E8A-4147-A177-3AD203B41FA5}">
                      <a16:colId xmlns:a16="http://schemas.microsoft.com/office/drawing/2014/main" val="20000"/>
                    </a:ext>
                  </a:extLst>
                </a:gridCol>
                <a:gridCol w="3112567">
                  <a:extLst>
                    <a:ext uri="{9D8B030D-6E8A-4147-A177-3AD203B41FA5}">
                      <a16:colId xmlns:a16="http://schemas.microsoft.com/office/drawing/2014/main" val="20001"/>
                    </a:ext>
                  </a:extLst>
                </a:gridCol>
                <a:gridCol w="3086772">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55" dirty="0">
                          <a:solidFill>
                            <a:srgbClr val="FFFFFF"/>
                          </a:solidFill>
                          <a:latin typeface="Times New Roman"/>
                          <a:cs typeface="Times New Roman"/>
                        </a:rPr>
                        <a:t>PENALTY</a:t>
                      </a:r>
                      <a:r>
                        <a:rPr sz="2800" b="1" spc="-65" dirty="0">
                          <a:solidFill>
                            <a:srgbClr val="FFFFFF"/>
                          </a:solidFill>
                          <a:latin typeface="Times New Roman"/>
                          <a:cs typeface="Times New Roman"/>
                        </a:rPr>
                        <a:t> </a:t>
                      </a:r>
                      <a:r>
                        <a:rPr sz="2800" b="1" spc="-10" dirty="0">
                          <a:solidFill>
                            <a:srgbClr val="FFFFFF"/>
                          </a:solidFill>
                          <a:latin typeface="Times New Roman"/>
                          <a:cs typeface="Times New Roman"/>
                        </a:rPr>
                        <a:t>CLAUSES</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1" y="3258692"/>
            <a:ext cx="5725795" cy="299720"/>
          </a:xfrm>
          <a:prstGeom prst="rect">
            <a:avLst/>
          </a:prstGeom>
        </p:spPr>
        <p:txBody>
          <a:bodyPr vert="horz" wrap="square" lIns="0" tIns="12700" rIns="0" bIns="0" rtlCol="0">
            <a:spAutoFit/>
          </a:bodyPr>
          <a:lstStyle/>
          <a:p>
            <a:pPr marL="318770" indent="-306070">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Delays</a:t>
            </a:r>
            <a:r>
              <a:rPr spc="-60" dirty="0">
                <a:solidFill>
                  <a:srgbClr val="3C3C3C"/>
                </a:solidFill>
                <a:latin typeface="Times New Roman"/>
                <a:cs typeface="Times New Roman"/>
              </a:rPr>
              <a:t> </a:t>
            </a:r>
            <a:r>
              <a:rPr dirty="0">
                <a:solidFill>
                  <a:srgbClr val="3C3C3C"/>
                </a:solidFill>
                <a:latin typeface="Times New Roman"/>
                <a:cs typeface="Times New Roman"/>
              </a:rPr>
              <a:t>caused</a:t>
            </a:r>
            <a:r>
              <a:rPr spc="-20" dirty="0">
                <a:solidFill>
                  <a:srgbClr val="3C3C3C"/>
                </a:solidFill>
                <a:latin typeface="Times New Roman"/>
                <a:cs typeface="Times New Roman"/>
              </a:rPr>
              <a:t> </a:t>
            </a:r>
            <a:r>
              <a:rPr dirty="0">
                <a:solidFill>
                  <a:srgbClr val="3C3C3C"/>
                </a:solidFill>
                <a:latin typeface="Times New Roman"/>
                <a:cs typeface="Times New Roman"/>
              </a:rPr>
              <a:t>by</a:t>
            </a:r>
            <a:r>
              <a:rPr spc="-15" dirty="0">
                <a:solidFill>
                  <a:srgbClr val="3C3C3C"/>
                </a:solidFill>
                <a:latin typeface="Times New Roman"/>
                <a:cs typeface="Times New Roman"/>
              </a:rPr>
              <a:t> </a:t>
            </a:r>
            <a:r>
              <a:rPr dirty="0">
                <a:solidFill>
                  <a:srgbClr val="3C3C3C"/>
                </a:solidFill>
                <a:latin typeface="Times New Roman"/>
                <a:cs typeface="Times New Roman"/>
              </a:rPr>
              <a:t>suppliers</a:t>
            </a:r>
            <a:r>
              <a:rPr spc="-25" dirty="0">
                <a:solidFill>
                  <a:srgbClr val="3C3C3C"/>
                </a:solidFill>
                <a:latin typeface="Times New Roman"/>
                <a:cs typeface="Times New Roman"/>
              </a:rPr>
              <a:t> </a:t>
            </a:r>
            <a:r>
              <a:rPr dirty="0">
                <a:solidFill>
                  <a:srgbClr val="3C3C3C"/>
                </a:solidFill>
                <a:latin typeface="Times New Roman"/>
                <a:cs typeface="Times New Roman"/>
              </a:rPr>
              <a:t>are</a:t>
            </a:r>
            <a:r>
              <a:rPr spc="-15" dirty="0">
                <a:solidFill>
                  <a:srgbClr val="3C3C3C"/>
                </a:solidFill>
                <a:latin typeface="Times New Roman"/>
                <a:cs typeface="Times New Roman"/>
              </a:rPr>
              <a:t> </a:t>
            </a:r>
            <a:r>
              <a:rPr dirty="0">
                <a:solidFill>
                  <a:srgbClr val="3C3C3C"/>
                </a:solidFill>
                <a:latin typeface="Times New Roman"/>
                <a:cs typeface="Times New Roman"/>
              </a:rPr>
              <a:t>handled</a:t>
            </a:r>
            <a:r>
              <a:rPr spc="-35" dirty="0">
                <a:solidFill>
                  <a:srgbClr val="3C3C3C"/>
                </a:solidFill>
                <a:latin typeface="Times New Roman"/>
                <a:cs typeface="Times New Roman"/>
              </a:rPr>
              <a:t> </a:t>
            </a:r>
            <a:r>
              <a:rPr dirty="0">
                <a:solidFill>
                  <a:srgbClr val="3C3C3C"/>
                </a:solidFill>
                <a:latin typeface="Times New Roman"/>
                <a:cs typeface="Times New Roman"/>
              </a:rPr>
              <a:t>by</a:t>
            </a:r>
            <a:r>
              <a:rPr spc="-10" dirty="0">
                <a:solidFill>
                  <a:srgbClr val="3C3C3C"/>
                </a:solidFill>
                <a:latin typeface="Times New Roman"/>
                <a:cs typeface="Times New Roman"/>
              </a:rPr>
              <a:t> </a:t>
            </a:r>
            <a:r>
              <a:rPr dirty="0">
                <a:solidFill>
                  <a:srgbClr val="3C3C3C"/>
                </a:solidFill>
                <a:latin typeface="Times New Roman"/>
                <a:cs typeface="Times New Roman"/>
              </a:rPr>
              <a:t>penalty</a:t>
            </a:r>
            <a:r>
              <a:rPr spc="-35" dirty="0">
                <a:solidFill>
                  <a:srgbClr val="3C3C3C"/>
                </a:solidFill>
                <a:latin typeface="Times New Roman"/>
                <a:cs typeface="Times New Roman"/>
              </a:rPr>
              <a:t> </a:t>
            </a:r>
            <a:r>
              <a:rPr spc="-10" dirty="0">
                <a:solidFill>
                  <a:srgbClr val="3C3C3C"/>
                </a:solidFill>
                <a:latin typeface="Times New Roman"/>
                <a:cs typeface="Times New Roman"/>
              </a:rPr>
              <a:t>clauses.</a:t>
            </a:r>
            <a:endParaRPr dirty="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22170694"/>
              </p:ext>
            </p:extLst>
          </p:nvPr>
        </p:nvGraphicFramePr>
        <p:xfrm>
          <a:off x="685800" y="441960"/>
          <a:ext cx="9524745" cy="1416685"/>
        </p:xfrm>
        <a:graphic>
          <a:graphicData uri="http://schemas.openxmlformats.org/drawingml/2006/table">
            <a:tbl>
              <a:tblPr firstRow="1" bandRow="1">
                <a:tableStyleId>{2D5ABB26-0587-4C30-8999-92F81FD0307C}</a:tableStyleId>
              </a:tblPr>
              <a:tblGrid>
                <a:gridCol w="3172958">
                  <a:extLst>
                    <a:ext uri="{9D8B030D-6E8A-4147-A177-3AD203B41FA5}">
                      <a16:colId xmlns:a16="http://schemas.microsoft.com/office/drawing/2014/main" val="20000"/>
                    </a:ext>
                  </a:extLst>
                </a:gridCol>
                <a:gridCol w="3189108">
                  <a:extLst>
                    <a:ext uri="{9D8B030D-6E8A-4147-A177-3AD203B41FA5}">
                      <a16:colId xmlns:a16="http://schemas.microsoft.com/office/drawing/2014/main" val="20001"/>
                    </a:ext>
                  </a:extLst>
                </a:gridCol>
                <a:gridCol w="31626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20" dirty="0">
                          <a:solidFill>
                            <a:srgbClr val="FFFFFF"/>
                          </a:solidFill>
                          <a:latin typeface="Times New Roman"/>
                          <a:cs typeface="Times New Roman"/>
                        </a:rPr>
                        <a:t>OBLIGATIONS</a:t>
                      </a:r>
                      <a:r>
                        <a:rPr sz="2800" b="1" spc="-40" dirty="0">
                          <a:solidFill>
                            <a:srgbClr val="FFFFFF"/>
                          </a:solidFill>
                          <a:latin typeface="Times New Roman"/>
                          <a:cs typeface="Times New Roman"/>
                        </a:rPr>
                        <a:t> </a:t>
                      </a:r>
                      <a:r>
                        <a:rPr sz="2800" b="1" spc="-10" dirty="0">
                          <a:solidFill>
                            <a:srgbClr val="FFFFFF"/>
                          </a:solidFill>
                          <a:latin typeface="Times New Roman"/>
                          <a:cs typeface="Times New Roman"/>
                        </a:rPr>
                        <a:t>OF</a:t>
                      </a:r>
                      <a:r>
                        <a:rPr sz="2800" b="1" spc="-165" dirty="0">
                          <a:solidFill>
                            <a:srgbClr val="FFFFFF"/>
                          </a:solidFill>
                          <a:latin typeface="Times New Roman"/>
                          <a:cs typeface="Times New Roman"/>
                        </a:rPr>
                        <a:t> </a:t>
                      </a:r>
                      <a:r>
                        <a:rPr sz="2800" b="1" dirty="0">
                          <a:solidFill>
                            <a:srgbClr val="FFFFFF"/>
                          </a:solidFill>
                          <a:latin typeface="Times New Roman"/>
                          <a:cs typeface="Times New Roman"/>
                        </a:rPr>
                        <a:t>THE</a:t>
                      </a:r>
                      <a:r>
                        <a:rPr sz="2800" b="1" spc="-50" dirty="0">
                          <a:solidFill>
                            <a:srgbClr val="FFFFFF"/>
                          </a:solidFill>
                          <a:latin typeface="Times New Roman"/>
                          <a:cs typeface="Times New Roman"/>
                        </a:rPr>
                        <a:t> </a:t>
                      </a:r>
                      <a:r>
                        <a:rPr sz="2800" b="1" spc="-10" dirty="0">
                          <a:solidFill>
                            <a:srgbClr val="FFFFFF"/>
                          </a:solidFill>
                          <a:latin typeface="Times New Roman"/>
                          <a:cs typeface="Times New Roman"/>
                        </a:rPr>
                        <a:t>CLIENT</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685801" y="2089531"/>
            <a:ext cx="9207500" cy="3680495"/>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When</a:t>
            </a:r>
            <a:r>
              <a:rPr spc="70" dirty="0">
                <a:solidFill>
                  <a:srgbClr val="3C3C3C"/>
                </a:solidFill>
                <a:latin typeface="Times New Roman"/>
                <a:cs typeface="Times New Roman"/>
              </a:rPr>
              <a:t> </a:t>
            </a:r>
            <a:r>
              <a:rPr dirty="0">
                <a:solidFill>
                  <a:srgbClr val="3C3C3C"/>
                </a:solidFill>
                <a:latin typeface="Times New Roman"/>
                <a:cs typeface="Times New Roman"/>
              </a:rPr>
              <a:t>work</a:t>
            </a:r>
            <a:r>
              <a:rPr spc="70" dirty="0">
                <a:solidFill>
                  <a:srgbClr val="3C3C3C"/>
                </a:solidFill>
                <a:latin typeface="Times New Roman"/>
                <a:cs typeface="Times New Roman"/>
              </a:rPr>
              <a:t> </a:t>
            </a:r>
            <a:r>
              <a:rPr dirty="0">
                <a:solidFill>
                  <a:srgbClr val="3C3C3C"/>
                </a:solidFill>
                <a:latin typeface="Times New Roman"/>
                <a:cs typeface="Times New Roman"/>
              </a:rPr>
              <a:t>is</a:t>
            </a:r>
            <a:r>
              <a:rPr spc="65" dirty="0">
                <a:solidFill>
                  <a:srgbClr val="3C3C3C"/>
                </a:solidFill>
                <a:latin typeface="Times New Roman"/>
                <a:cs typeface="Times New Roman"/>
              </a:rPr>
              <a:t> </a:t>
            </a:r>
            <a:r>
              <a:rPr dirty="0">
                <a:solidFill>
                  <a:srgbClr val="3C3C3C"/>
                </a:solidFill>
                <a:latin typeface="Times New Roman"/>
                <a:cs typeface="Times New Roman"/>
              </a:rPr>
              <a:t>being</a:t>
            </a:r>
            <a:r>
              <a:rPr spc="75" dirty="0">
                <a:solidFill>
                  <a:srgbClr val="3C3C3C"/>
                </a:solidFill>
                <a:latin typeface="Times New Roman"/>
                <a:cs typeface="Times New Roman"/>
              </a:rPr>
              <a:t> </a:t>
            </a:r>
            <a:r>
              <a:rPr dirty="0">
                <a:solidFill>
                  <a:srgbClr val="3C3C3C"/>
                </a:solidFill>
                <a:latin typeface="Times New Roman"/>
                <a:cs typeface="Times New Roman"/>
              </a:rPr>
              <a:t>carried</a:t>
            </a:r>
            <a:r>
              <a:rPr spc="65" dirty="0">
                <a:solidFill>
                  <a:srgbClr val="3C3C3C"/>
                </a:solidFill>
                <a:latin typeface="Times New Roman"/>
                <a:cs typeface="Times New Roman"/>
              </a:rPr>
              <a:t> </a:t>
            </a:r>
            <a:r>
              <a:rPr dirty="0">
                <a:solidFill>
                  <a:srgbClr val="3C3C3C"/>
                </a:solidFill>
                <a:latin typeface="Times New Roman"/>
                <a:cs typeface="Times New Roman"/>
              </a:rPr>
              <a:t>out</a:t>
            </a:r>
            <a:r>
              <a:rPr spc="55" dirty="0">
                <a:solidFill>
                  <a:srgbClr val="3C3C3C"/>
                </a:solidFill>
                <a:latin typeface="Times New Roman"/>
                <a:cs typeface="Times New Roman"/>
              </a:rPr>
              <a:t> </a:t>
            </a:r>
            <a:r>
              <a:rPr dirty="0">
                <a:solidFill>
                  <a:srgbClr val="3C3C3C"/>
                </a:solidFill>
                <a:latin typeface="Times New Roman"/>
                <a:cs typeface="Times New Roman"/>
              </a:rPr>
              <a:t>for</a:t>
            </a:r>
            <a:r>
              <a:rPr spc="70" dirty="0">
                <a:solidFill>
                  <a:srgbClr val="3C3C3C"/>
                </a:solidFill>
                <a:latin typeface="Times New Roman"/>
                <a:cs typeface="Times New Roman"/>
              </a:rPr>
              <a:t> </a:t>
            </a:r>
            <a:r>
              <a:rPr dirty="0">
                <a:solidFill>
                  <a:srgbClr val="3C3C3C"/>
                </a:solidFill>
                <a:latin typeface="Times New Roman"/>
                <a:cs typeface="Times New Roman"/>
              </a:rPr>
              <a:t>a</a:t>
            </a:r>
            <a:r>
              <a:rPr spc="80" dirty="0">
                <a:solidFill>
                  <a:srgbClr val="3C3C3C"/>
                </a:solidFill>
                <a:latin typeface="Times New Roman"/>
                <a:cs typeface="Times New Roman"/>
              </a:rPr>
              <a:t> </a:t>
            </a:r>
            <a:r>
              <a:rPr dirty="0">
                <a:solidFill>
                  <a:srgbClr val="3C3C3C"/>
                </a:solidFill>
                <a:latin typeface="Times New Roman"/>
                <a:cs typeface="Times New Roman"/>
              </a:rPr>
              <a:t>specific</a:t>
            </a:r>
            <a:r>
              <a:rPr spc="75" dirty="0">
                <a:solidFill>
                  <a:srgbClr val="3C3C3C"/>
                </a:solidFill>
                <a:latin typeface="Times New Roman"/>
                <a:cs typeface="Times New Roman"/>
              </a:rPr>
              <a:t> </a:t>
            </a:r>
            <a:r>
              <a:rPr dirty="0">
                <a:solidFill>
                  <a:srgbClr val="3C3C3C"/>
                </a:solidFill>
                <a:latin typeface="Times New Roman"/>
                <a:cs typeface="Times New Roman"/>
              </a:rPr>
              <a:t>client,</a:t>
            </a:r>
            <a:r>
              <a:rPr spc="75" dirty="0">
                <a:solidFill>
                  <a:srgbClr val="3C3C3C"/>
                </a:solidFill>
                <a:latin typeface="Times New Roman"/>
                <a:cs typeface="Times New Roman"/>
              </a:rPr>
              <a:t> </a:t>
            </a:r>
            <a:r>
              <a:rPr dirty="0">
                <a:solidFill>
                  <a:srgbClr val="3C3C3C"/>
                </a:solidFill>
                <a:latin typeface="Times New Roman"/>
                <a:cs typeface="Times New Roman"/>
              </a:rPr>
              <a:t>the</a:t>
            </a:r>
            <a:r>
              <a:rPr spc="65" dirty="0">
                <a:solidFill>
                  <a:srgbClr val="3C3C3C"/>
                </a:solidFill>
                <a:latin typeface="Times New Roman"/>
                <a:cs typeface="Times New Roman"/>
              </a:rPr>
              <a:t> </a:t>
            </a:r>
            <a:r>
              <a:rPr dirty="0">
                <a:solidFill>
                  <a:srgbClr val="3C3C3C"/>
                </a:solidFill>
                <a:latin typeface="Times New Roman"/>
                <a:cs typeface="Times New Roman"/>
              </a:rPr>
              <a:t>client</a:t>
            </a:r>
            <a:r>
              <a:rPr spc="70" dirty="0">
                <a:solidFill>
                  <a:srgbClr val="3C3C3C"/>
                </a:solidFill>
                <a:latin typeface="Times New Roman"/>
                <a:cs typeface="Times New Roman"/>
              </a:rPr>
              <a:t> </a:t>
            </a:r>
            <a:r>
              <a:rPr dirty="0">
                <a:solidFill>
                  <a:srgbClr val="3C3C3C"/>
                </a:solidFill>
                <a:latin typeface="Times New Roman"/>
                <a:cs typeface="Times New Roman"/>
              </a:rPr>
              <a:t>will</a:t>
            </a:r>
            <a:r>
              <a:rPr spc="80" dirty="0">
                <a:solidFill>
                  <a:srgbClr val="3C3C3C"/>
                </a:solidFill>
                <a:latin typeface="Times New Roman"/>
                <a:cs typeface="Times New Roman"/>
              </a:rPr>
              <a:t> </a:t>
            </a:r>
            <a:r>
              <a:rPr dirty="0">
                <a:solidFill>
                  <a:srgbClr val="3C3C3C"/>
                </a:solidFill>
                <a:latin typeface="Times New Roman"/>
                <a:cs typeface="Times New Roman"/>
              </a:rPr>
              <a:t>have</a:t>
            </a:r>
            <a:r>
              <a:rPr spc="75" dirty="0">
                <a:solidFill>
                  <a:srgbClr val="3C3C3C"/>
                </a:solidFill>
                <a:latin typeface="Times New Roman"/>
                <a:cs typeface="Times New Roman"/>
              </a:rPr>
              <a:t> </a:t>
            </a:r>
            <a:r>
              <a:rPr dirty="0">
                <a:solidFill>
                  <a:srgbClr val="3C3C3C"/>
                </a:solidFill>
                <a:latin typeface="Times New Roman"/>
                <a:cs typeface="Times New Roman"/>
              </a:rPr>
              <a:t>to</a:t>
            </a:r>
            <a:r>
              <a:rPr spc="70" dirty="0">
                <a:solidFill>
                  <a:srgbClr val="3C3C3C"/>
                </a:solidFill>
                <a:latin typeface="Times New Roman"/>
                <a:cs typeface="Times New Roman"/>
              </a:rPr>
              <a:t> </a:t>
            </a:r>
            <a:r>
              <a:rPr spc="-10" dirty="0">
                <a:solidFill>
                  <a:srgbClr val="3C3C3C"/>
                </a:solidFill>
                <a:latin typeface="Times New Roman"/>
                <a:cs typeface="Times New Roman"/>
              </a:rPr>
              <a:t>fulfil </a:t>
            </a:r>
            <a:r>
              <a:rPr dirty="0">
                <a:solidFill>
                  <a:srgbClr val="3C3C3C"/>
                </a:solidFill>
                <a:latin typeface="Times New Roman"/>
                <a:cs typeface="Times New Roman"/>
              </a:rPr>
              <a:t>certain</a:t>
            </a:r>
            <a:r>
              <a:rPr spc="-40" dirty="0">
                <a:solidFill>
                  <a:srgbClr val="3C3C3C"/>
                </a:solidFill>
                <a:latin typeface="Times New Roman"/>
                <a:cs typeface="Times New Roman"/>
              </a:rPr>
              <a:t> </a:t>
            </a:r>
            <a:r>
              <a:rPr dirty="0">
                <a:solidFill>
                  <a:srgbClr val="3C3C3C"/>
                </a:solidFill>
                <a:latin typeface="Times New Roman"/>
                <a:cs typeface="Times New Roman"/>
              </a:rPr>
              <a:t>obligations,</a:t>
            </a:r>
            <a:r>
              <a:rPr spc="-30" dirty="0">
                <a:solidFill>
                  <a:srgbClr val="3C3C3C"/>
                </a:solidFill>
                <a:latin typeface="Times New Roman"/>
                <a:cs typeface="Times New Roman"/>
              </a:rPr>
              <a:t> </a:t>
            </a:r>
            <a:r>
              <a:rPr dirty="0">
                <a:solidFill>
                  <a:srgbClr val="3C3C3C"/>
                </a:solidFill>
                <a:latin typeface="Times New Roman"/>
                <a:cs typeface="Times New Roman"/>
              </a:rPr>
              <a:t>if</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contract</a:t>
            </a:r>
            <a:r>
              <a:rPr spc="-45"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dirty="0">
                <a:solidFill>
                  <a:srgbClr val="3C3C3C"/>
                </a:solidFill>
                <a:latin typeface="Times New Roman"/>
                <a:cs typeface="Times New Roman"/>
              </a:rPr>
              <a:t>be</a:t>
            </a:r>
            <a:r>
              <a:rPr spc="-25" dirty="0">
                <a:solidFill>
                  <a:srgbClr val="3C3C3C"/>
                </a:solidFill>
                <a:latin typeface="Times New Roman"/>
                <a:cs typeface="Times New Roman"/>
              </a:rPr>
              <a:t> </a:t>
            </a:r>
            <a:r>
              <a:rPr dirty="0">
                <a:solidFill>
                  <a:srgbClr val="3C3C3C"/>
                </a:solidFill>
                <a:latin typeface="Times New Roman"/>
                <a:cs typeface="Times New Roman"/>
              </a:rPr>
              <a:t>completed</a:t>
            </a:r>
            <a:r>
              <a:rPr spc="-20" dirty="0">
                <a:solidFill>
                  <a:srgbClr val="3C3C3C"/>
                </a:solidFill>
                <a:latin typeface="Times New Roman"/>
                <a:cs typeface="Times New Roman"/>
              </a:rPr>
              <a:t> </a:t>
            </a:r>
            <a:r>
              <a:rPr spc="-10" dirty="0">
                <a:solidFill>
                  <a:srgbClr val="3C3C3C"/>
                </a:solidFill>
                <a:latin typeface="Times New Roman"/>
                <a:cs typeface="Times New Roman"/>
              </a:rPr>
              <a:t>successfully.</a:t>
            </a:r>
            <a:endParaRPr dirty="0">
              <a:latin typeface="Times New Roman"/>
              <a:cs typeface="Times New Roman"/>
            </a:endParaRPr>
          </a:p>
          <a:p>
            <a:pPr marL="318770" indent="-306070">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following</a:t>
            </a:r>
            <a:r>
              <a:rPr spc="-15"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spc="-10" dirty="0">
                <a:solidFill>
                  <a:srgbClr val="3C3C3C"/>
                </a:solidFill>
                <a:latin typeface="Times New Roman"/>
                <a:cs typeface="Times New Roman"/>
              </a:rPr>
              <a:t>(non-</a:t>
            </a:r>
            <a:r>
              <a:rPr dirty="0">
                <a:solidFill>
                  <a:srgbClr val="3C3C3C"/>
                </a:solidFill>
                <a:latin typeface="Times New Roman"/>
                <a:cs typeface="Times New Roman"/>
              </a:rPr>
              <a:t>exhaustive)</a:t>
            </a:r>
            <a:r>
              <a:rPr spc="-15" dirty="0">
                <a:solidFill>
                  <a:srgbClr val="3C3C3C"/>
                </a:solidFill>
                <a:latin typeface="Times New Roman"/>
                <a:cs typeface="Times New Roman"/>
              </a:rPr>
              <a:t> </a:t>
            </a:r>
            <a:r>
              <a:rPr dirty="0">
                <a:solidFill>
                  <a:srgbClr val="3C3C3C"/>
                </a:solidFill>
                <a:latin typeface="Times New Roman"/>
                <a:cs typeface="Times New Roman"/>
              </a:rPr>
              <a:t>list</a:t>
            </a:r>
            <a:r>
              <a:rPr spc="-35" dirty="0">
                <a:solidFill>
                  <a:srgbClr val="3C3C3C"/>
                </a:solidFill>
                <a:latin typeface="Times New Roman"/>
                <a:cs typeface="Times New Roman"/>
              </a:rPr>
              <a:t> </a:t>
            </a:r>
            <a:r>
              <a:rPr dirty="0">
                <a:solidFill>
                  <a:srgbClr val="3C3C3C"/>
                </a:solidFill>
                <a:latin typeface="Times New Roman"/>
                <a:cs typeface="Times New Roman"/>
              </a:rPr>
              <a:t>of</a:t>
            </a:r>
            <a:r>
              <a:rPr spc="-10" dirty="0">
                <a:solidFill>
                  <a:srgbClr val="3C3C3C"/>
                </a:solidFill>
                <a:latin typeface="Times New Roman"/>
                <a:cs typeface="Times New Roman"/>
              </a:rPr>
              <a:t> possibilities:</a:t>
            </a:r>
            <a:endParaRPr dirty="0">
              <a:latin typeface="Times New Roman"/>
              <a:cs typeface="Times New Roman"/>
            </a:endParaRPr>
          </a:p>
          <a:p>
            <a:pPr marL="641985" lvl="1" indent="-304800">
              <a:spcBef>
                <a:spcPts val="1035"/>
              </a:spcBef>
              <a:buClr>
                <a:srgbClr val="903062"/>
              </a:buClr>
              <a:buSzPct val="91666"/>
              <a:buFont typeface="Cambria"/>
              <a:buChar char="◾"/>
              <a:tabLst>
                <a:tab pos="641985" algn="l"/>
              </a:tabLst>
            </a:pPr>
            <a:r>
              <a:rPr dirty="0">
                <a:solidFill>
                  <a:srgbClr val="3C3C3C"/>
                </a:solidFill>
                <a:latin typeface="Times New Roman"/>
                <a:cs typeface="Times New Roman"/>
              </a:rPr>
              <a:t>provide</a:t>
            </a:r>
            <a:r>
              <a:rPr spc="-35" dirty="0">
                <a:solidFill>
                  <a:srgbClr val="3C3C3C"/>
                </a:solidFill>
                <a:latin typeface="Times New Roman"/>
                <a:cs typeface="Times New Roman"/>
              </a:rPr>
              <a:t> </a:t>
            </a:r>
            <a:r>
              <a:rPr dirty="0">
                <a:solidFill>
                  <a:srgbClr val="3C3C3C"/>
                </a:solidFill>
                <a:latin typeface="Times New Roman"/>
                <a:cs typeface="Times New Roman"/>
              </a:rPr>
              <a:t>documentation</a:t>
            </a:r>
            <a:r>
              <a:rPr spc="-45" dirty="0">
                <a:solidFill>
                  <a:srgbClr val="3C3C3C"/>
                </a:solidFill>
                <a:latin typeface="Times New Roman"/>
                <a:cs typeface="Times New Roman"/>
              </a:rPr>
              <a:t> </a:t>
            </a:r>
            <a:r>
              <a:rPr dirty="0">
                <a:solidFill>
                  <a:srgbClr val="3C3C3C"/>
                </a:solidFill>
                <a:latin typeface="Times New Roman"/>
                <a:cs typeface="Times New Roman"/>
              </a:rPr>
              <a:t>on</a:t>
            </a:r>
            <a:r>
              <a:rPr spc="-35" dirty="0">
                <a:solidFill>
                  <a:srgbClr val="3C3C3C"/>
                </a:solidFill>
                <a:latin typeface="Times New Roman"/>
                <a:cs typeface="Times New Roman"/>
              </a:rPr>
              <a:t> </a:t>
            </a:r>
            <a:r>
              <a:rPr dirty="0">
                <a:solidFill>
                  <a:srgbClr val="3C3C3C"/>
                </a:solidFill>
                <a:latin typeface="Times New Roman"/>
                <a:cs typeface="Times New Roman"/>
              </a:rPr>
              <a:t>aspects</a:t>
            </a:r>
            <a:r>
              <a:rPr spc="-50"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35" dirty="0">
                <a:solidFill>
                  <a:srgbClr val="3C3C3C"/>
                </a:solidFill>
                <a:latin typeface="Times New Roman"/>
                <a:cs typeface="Times New Roman"/>
              </a:rPr>
              <a:t> </a:t>
            </a:r>
            <a:r>
              <a:rPr spc="-10" dirty="0">
                <a:solidFill>
                  <a:srgbClr val="3C3C3C"/>
                </a:solidFill>
                <a:latin typeface="Times New Roman"/>
                <a:cs typeface="Times New Roman"/>
              </a:rPr>
              <a:t>client’s</a:t>
            </a:r>
            <a:r>
              <a:rPr spc="-50" dirty="0">
                <a:solidFill>
                  <a:srgbClr val="3C3C3C"/>
                </a:solidFill>
                <a:latin typeface="Times New Roman"/>
                <a:cs typeface="Times New Roman"/>
              </a:rPr>
              <a:t> </a:t>
            </a:r>
            <a:r>
              <a:rPr dirty="0">
                <a:solidFill>
                  <a:srgbClr val="3C3C3C"/>
                </a:solidFill>
                <a:latin typeface="Times New Roman"/>
                <a:cs typeface="Times New Roman"/>
              </a:rPr>
              <a:t>activities</a:t>
            </a:r>
            <a:r>
              <a:rPr spc="-65" dirty="0">
                <a:solidFill>
                  <a:srgbClr val="3C3C3C"/>
                </a:solidFill>
                <a:latin typeface="Times New Roman"/>
                <a:cs typeface="Times New Roman"/>
              </a:rPr>
              <a:t> </a:t>
            </a:r>
            <a:r>
              <a:rPr dirty="0">
                <a:solidFill>
                  <a:srgbClr val="3C3C3C"/>
                </a:solidFill>
                <a:latin typeface="Times New Roman"/>
                <a:cs typeface="Times New Roman"/>
              </a:rPr>
              <a:t>or</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spc="-10" dirty="0">
                <a:solidFill>
                  <a:srgbClr val="3C3C3C"/>
                </a:solidFill>
                <a:latin typeface="Times New Roman"/>
                <a:cs typeface="Times New Roman"/>
              </a:rPr>
              <a:t>environment</a:t>
            </a:r>
            <a:endParaRPr dirty="0">
              <a:latin typeface="Times New Roman"/>
              <a:cs typeface="Times New Roman"/>
            </a:endParaRPr>
          </a:p>
          <a:p>
            <a:pPr marL="641985"/>
            <a:r>
              <a:rPr dirty="0">
                <a:solidFill>
                  <a:srgbClr val="3C3C3C"/>
                </a:solidFill>
                <a:latin typeface="Times New Roman"/>
                <a:cs typeface="Times New Roman"/>
              </a:rPr>
              <a:t>in which</a:t>
            </a:r>
            <a:r>
              <a:rPr spc="-5" dirty="0">
                <a:solidFill>
                  <a:srgbClr val="3C3C3C"/>
                </a:solidFill>
                <a:latin typeface="Times New Roman"/>
                <a:cs typeface="Times New Roman"/>
              </a:rPr>
              <a:t> </a:t>
            </a:r>
            <a:r>
              <a:rPr dirty="0">
                <a:solidFill>
                  <a:srgbClr val="3C3C3C"/>
                </a:solidFill>
                <a:latin typeface="Times New Roman"/>
                <a:cs typeface="Times New Roman"/>
              </a:rPr>
              <a:t>the</a:t>
            </a:r>
            <a:r>
              <a:rPr spc="-5" dirty="0">
                <a:solidFill>
                  <a:srgbClr val="3C3C3C"/>
                </a:solidFill>
                <a:latin typeface="Times New Roman"/>
                <a:cs typeface="Times New Roman"/>
              </a:rPr>
              <a:t> </a:t>
            </a:r>
            <a:r>
              <a:rPr dirty="0">
                <a:solidFill>
                  <a:srgbClr val="3C3C3C"/>
                </a:solidFill>
                <a:latin typeface="Times New Roman"/>
                <a:cs typeface="Times New Roman"/>
              </a:rPr>
              <a:t>system</a:t>
            </a:r>
            <a:r>
              <a:rPr spc="-30" dirty="0">
                <a:solidFill>
                  <a:srgbClr val="3C3C3C"/>
                </a:solidFill>
                <a:latin typeface="Times New Roman"/>
                <a:cs typeface="Times New Roman"/>
              </a:rPr>
              <a:t> </a:t>
            </a:r>
            <a:r>
              <a:rPr dirty="0">
                <a:solidFill>
                  <a:srgbClr val="3C3C3C"/>
                </a:solidFill>
                <a:latin typeface="Times New Roman"/>
                <a:cs typeface="Times New Roman"/>
              </a:rPr>
              <a:t>will </a:t>
            </a:r>
            <a:r>
              <a:rPr spc="-20" dirty="0">
                <a:solidFill>
                  <a:srgbClr val="3C3C3C"/>
                </a:solidFill>
                <a:latin typeface="Times New Roman"/>
                <a:cs typeface="Times New Roman"/>
              </a:rPr>
              <a:t>run;</a:t>
            </a:r>
            <a:endParaRPr dirty="0">
              <a:latin typeface="Times New Roman"/>
              <a:cs typeface="Times New Roman"/>
            </a:endParaRPr>
          </a:p>
          <a:p>
            <a:pPr marL="641985" lvl="1" indent="-304800">
              <a:spcBef>
                <a:spcPts val="1030"/>
              </a:spcBef>
              <a:buClr>
                <a:srgbClr val="903062"/>
              </a:buClr>
              <a:buSzPct val="91666"/>
              <a:buFont typeface="Cambria"/>
              <a:buChar char="◾"/>
              <a:tabLst>
                <a:tab pos="641985" algn="l"/>
              </a:tabLst>
            </a:pPr>
            <a:r>
              <a:rPr dirty="0">
                <a:solidFill>
                  <a:srgbClr val="3C3C3C"/>
                </a:solidFill>
                <a:latin typeface="Times New Roman"/>
                <a:cs typeface="Times New Roman"/>
              </a:rPr>
              <a:t>provide</a:t>
            </a:r>
            <a:r>
              <a:rPr spc="-40" dirty="0">
                <a:solidFill>
                  <a:srgbClr val="3C3C3C"/>
                </a:solidFill>
                <a:latin typeface="Times New Roman"/>
                <a:cs typeface="Times New Roman"/>
              </a:rPr>
              <a:t> </a:t>
            </a:r>
            <a:r>
              <a:rPr dirty="0">
                <a:solidFill>
                  <a:srgbClr val="3C3C3C"/>
                </a:solidFill>
                <a:latin typeface="Times New Roman"/>
                <a:cs typeface="Times New Roman"/>
              </a:rPr>
              <a:t>access</a:t>
            </a:r>
            <a:r>
              <a:rPr spc="-50" dirty="0">
                <a:solidFill>
                  <a:srgbClr val="3C3C3C"/>
                </a:solidFill>
                <a:latin typeface="Times New Roman"/>
                <a:cs typeface="Times New Roman"/>
              </a:rPr>
              <a:t> </a:t>
            </a:r>
            <a:r>
              <a:rPr dirty="0">
                <a:solidFill>
                  <a:srgbClr val="3C3C3C"/>
                </a:solidFill>
                <a:latin typeface="Times New Roman"/>
                <a:cs typeface="Times New Roman"/>
              </a:rPr>
              <a:t>to</a:t>
            </a:r>
            <a:r>
              <a:rPr spc="-40" dirty="0">
                <a:solidFill>
                  <a:srgbClr val="3C3C3C"/>
                </a:solidFill>
                <a:latin typeface="Times New Roman"/>
                <a:cs typeface="Times New Roman"/>
              </a:rPr>
              <a:t> </a:t>
            </a:r>
            <a:r>
              <a:rPr dirty="0">
                <a:solidFill>
                  <a:srgbClr val="3C3C3C"/>
                </a:solidFill>
                <a:latin typeface="Times New Roman"/>
                <a:cs typeface="Times New Roman"/>
              </a:rPr>
              <a:t>appropriate</a:t>
            </a:r>
            <a:r>
              <a:rPr spc="-50" dirty="0">
                <a:solidFill>
                  <a:srgbClr val="3C3C3C"/>
                </a:solidFill>
                <a:latin typeface="Times New Roman"/>
                <a:cs typeface="Times New Roman"/>
              </a:rPr>
              <a:t> </a:t>
            </a:r>
            <a:r>
              <a:rPr dirty="0">
                <a:solidFill>
                  <a:srgbClr val="3C3C3C"/>
                </a:solidFill>
                <a:latin typeface="Times New Roman"/>
                <a:cs typeface="Times New Roman"/>
              </a:rPr>
              <a:t>members</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35" dirty="0">
                <a:solidFill>
                  <a:srgbClr val="3C3C3C"/>
                </a:solidFill>
                <a:latin typeface="Times New Roman"/>
                <a:cs typeface="Times New Roman"/>
              </a:rPr>
              <a:t> </a:t>
            </a:r>
            <a:r>
              <a:rPr spc="-10" dirty="0">
                <a:solidFill>
                  <a:srgbClr val="3C3C3C"/>
                </a:solidFill>
                <a:latin typeface="Times New Roman"/>
                <a:cs typeface="Times New Roman"/>
              </a:rPr>
              <a:t>staff;</a:t>
            </a:r>
            <a:endParaRPr dirty="0">
              <a:latin typeface="Times New Roman"/>
              <a:cs typeface="Times New Roman"/>
            </a:endParaRPr>
          </a:p>
          <a:p>
            <a:pPr marL="641985" lvl="1" indent="-304800">
              <a:spcBef>
                <a:spcPts val="1035"/>
              </a:spcBef>
              <a:buClr>
                <a:srgbClr val="903062"/>
              </a:buClr>
              <a:buSzPct val="91666"/>
              <a:buFont typeface="Cambria"/>
              <a:buChar char="◾"/>
              <a:tabLst>
                <a:tab pos="641985" algn="l"/>
              </a:tabLst>
            </a:pPr>
            <a:r>
              <a:rPr dirty="0">
                <a:solidFill>
                  <a:srgbClr val="3C3C3C"/>
                </a:solidFill>
                <a:latin typeface="Times New Roman"/>
                <a:cs typeface="Times New Roman"/>
              </a:rPr>
              <a:t>provide</a:t>
            </a:r>
            <a:r>
              <a:rPr spc="-50" dirty="0">
                <a:solidFill>
                  <a:srgbClr val="3C3C3C"/>
                </a:solidFill>
                <a:latin typeface="Times New Roman"/>
                <a:cs typeface="Times New Roman"/>
              </a:rPr>
              <a:t> </a:t>
            </a:r>
            <a:r>
              <a:rPr dirty="0">
                <a:solidFill>
                  <a:srgbClr val="3C3C3C"/>
                </a:solidFill>
                <a:latin typeface="Times New Roman"/>
                <a:cs typeface="Times New Roman"/>
              </a:rPr>
              <a:t>machine</a:t>
            </a:r>
            <a:r>
              <a:rPr spc="-40" dirty="0">
                <a:solidFill>
                  <a:srgbClr val="3C3C3C"/>
                </a:solidFill>
                <a:latin typeface="Times New Roman"/>
                <a:cs typeface="Times New Roman"/>
              </a:rPr>
              <a:t> </a:t>
            </a:r>
            <a:r>
              <a:rPr dirty="0">
                <a:solidFill>
                  <a:srgbClr val="3C3C3C"/>
                </a:solidFill>
                <a:latin typeface="Times New Roman"/>
                <a:cs typeface="Times New Roman"/>
              </a:rPr>
              <a:t>facilities</a:t>
            </a:r>
            <a:r>
              <a:rPr spc="-75" dirty="0">
                <a:solidFill>
                  <a:srgbClr val="3C3C3C"/>
                </a:solidFill>
                <a:latin typeface="Times New Roman"/>
                <a:cs typeface="Times New Roman"/>
              </a:rPr>
              <a:t> </a:t>
            </a:r>
            <a:r>
              <a:rPr dirty="0">
                <a:solidFill>
                  <a:srgbClr val="3C3C3C"/>
                </a:solidFill>
                <a:latin typeface="Times New Roman"/>
                <a:cs typeface="Times New Roman"/>
              </a:rPr>
              <a:t>for</a:t>
            </a:r>
            <a:r>
              <a:rPr spc="-40" dirty="0">
                <a:solidFill>
                  <a:srgbClr val="3C3C3C"/>
                </a:solidFill>
                <a:latin typeface="Times New Roman"/>
                <a:cs typeface="Times New Roman"/>
              </a:rPr>
              <a:t> </a:t>
            </a:r>
            <a:r>
              <a:rPr dirty="0">
                <a:solidFill>
                  <a:srgbClr val="3C3C3C"/>
                </a:solidFill>
                <a:latin typeface="Times New Roman"/>
                <a:cs typeface="Times New Roman"/>
              </a:rPr>
              <a:t>development</a:t>
            </a:r>
            <a:r>
              <a:rPr spc="-40" dirty="0">
                <a:solidFill>
                  <a:srgbClr val="3C3C3C"/>
                </a:solidFill>
                <a:latin typeface="Times New Roman"/>
                <a:cs typeface="Times New Roman"/>
              </a:rPr>
              <a:t> </a:t>
            </a:r>
            <a:r>
              <a:rPr dirty="0">
                <a:solidFill>
                  <a:srgbClr val="3C3C3C"/>
                </a:solidFill>
                <a:latin typeface="Times New Roman"/>
                <a:cs typeface="Times New Roman"/>
              </a:rPr>
              <a:t>and</a:t>
            </a:r>
            <a:r>
              <a:rPr spc="-35" dirty="0">
                <a:solidFill>
                  <a:srgbClr val="3C3C3C"/>
                </a:solidFill>
                <a:latin typeface="Times New Roman"/>
                <a:cs typeface="Times New Roman"/>
              </a:rPr>
              <a:t> </a:t>
            </a:r>
            <a:r>
              <a:rPr spc="-10" dirty="0">
                <a:solidFill>
                  <a:srgbClr val="3C3C3C"/>
                </a:solidFill>
                <a:latin typeface="Times New Roman"/>
                <a:cs typeface="Times New Roman"/>
              </a:rPr>
              <a:t>testing;</a:t>
            </a:r>
            <a:endParaRPr dirty="0">
              <a:latin typeface="Times New Roman"/>
              <a:cs typeface="Times New Roman"/>
            </a:endParaRPr>
          </a:p>
          <a:p>
            <a:pPr marL="641985" marR="22225" lvl="1" indent="-305435">
              <a:spcBef>
                <a:spcPts val="1030"/>
              </a:spcBef>
              <a:buClr>
                <a:srgbClr val="903062"/>
              </a:buClr>
              <a:buSzPct val="91666"/>
              <a:buFont typeface="Cambria"/>
              <a:buChar char="◾"/>
              <a:tabLst>
                <a:tab pos="641985" algn="l"/>
              </a:tabLst>
            </a:pPr>
            <a:r>
              <a:rPr dirty="0">
                <a:solidFill>
                  <a:srgbClr val="3C3C3C"/>
                </a:solidFill>
                <a:latin typeface="Times New Roman"/>
                <a:cs typeface="Times New Roman"/>
              </a:rPr>
              <a:t>provide</a:t>
            </a:r>
            <a:r>
              <a:rPr spc="-50" dirty="0">
                <a:solidFill>
                  <a:srgbClr val="3C3C3C"/>
                </a:solidFill>
                <a:latin typeface="Times New Roman"/>
                <a:cs typeface="Times New Roman"/>
              </a:rPr>
              <a:t> </a:t>
            </a:r>
            <a:r>
              <a:rPr dirty="0">
                <a:solidFill>
                  <a:srgbClr val="3C3C3C"/>
                </a:solidFill>
                <a:latin typeface="Times New Roman"/>
                <a:cs typeface="Times New Roman"/>
              </a:rPr>
              <a:t>accommodation,</a:t>
            </a:r>
            <a:r>
              <a:rPr spc="-55" dirty="0">
                <a:solidFill>
                  <a:srgbClr val="3C3C3C"/>
                </a:solidFill>
                <a:latin typeface="Times New Roman"/>
                <a:cs typeface="Times New Roman"/>
              </a:rPr>
              <a:t> </a:t>
            </a:r>
            <a:r>
              <a:rPr dirty="0">
                <a:solidFill>
                  <a:srgbClr val="3C3C3C"/>
                </a:solidFill>
                <a:latin typeface="Times New Roman"/>
                <a:cs typeface="Times New Roman"/>
              </a:rPr>
              <a:t>telephone</a:t>
            </a:r>
            <a:r>
              <a:rPr spc="-60" dirty="0">
                <a:solidFill>
                  <a:srgbClr val="3C3C3C"/>
                </a:solidFill>
                <a:latin typeface="Times New Roman"/>
                <a:cs typeface="Times New Roman"/>
              </a:rPr>
              <a:t> </a:t>
            </a:r>
            <a:r>
              <a:rPr dirty="0">
                <a:solidFill>
                  <a:srgbClr val="3C3C3C"/>
                </a:solidFill>
                <a:latin typeface="Times New Roman"/>
                <a:cs typeface="Times New Roman"/>
              </a:rPr>
              <a:t>and</a:t>
            </a:r>
            <a:r>
              <a:rPr spc="-45" dirty="0">
                <a:solidFill>
                  <a:srgbClr val="3C3C3C"/>
                </a:solidFill>
                <a:latin typeface="Times New Roman"/>
                <a:cs typeface="Times New Roman"/>
              </a:rPr>
              <a:t> </a:t>
            </a:r>
            <a:r>
              <a:rPr dirty="0">
                <a:solidFill>
                  <a:srgbClr val="3C3C3C"/>
                </a:solidFill>
                <a:latin typeface="Times New Roman"/>
                <a:cs typeface="Times New Roman"/>
              </a:rPr>
              <a:t>secretarial</a:t>
            </a:r>
            <a:r>
              <a:rPr spc="-70" dirty="0">
                <a:solidFill>
                  <a:srgbClr val="3C3C3C"/>
                </a:solidFill>
                <a:latin typeface="Times New Roman"/>
                <a:cs typeface="Times New Roman"/>
              </a:rPr>
              <a:t> </a:t>
            </a:r>
            <a:r>
              <a:rPr dirty="0">
                <a:solidFill>
                  <a:srgbClr val="3C3C3C"/>
                </a:solidFill>
                <a:latin typeface="Times New Roman"/>
                <a:cs typeface="Times New Roman"/>
              </a:rPr>
              <a:t>facilities</a:t>
            </a:r>
            <a:r>
              <a:rPr spc="-65" dirty="0">
                <a:solidFill>
                  <a:srgbClr val="3C3C3C"/>
                </a:solidFill>
                <a:latin typeface="Times New Roman"/>
                <a:cs typeface="Times New Roman"/>
              </a:rPr>
              <a:t> </a:t>
            </a:r>
            <a:r>
              <a:rPr dirty="0">
                <a:solidFill>
                  <a:srgbClr val="3C3C3C"/>
                </a:solidFill>
                <a:latin typeface="Times New Roman"/>
                <a:cs typeface="Times New Roman"/>
              </a:rPr>
              <a:t>for</a:t>
            </a:r>
            <a:r>
              <a:rPr spc="-45"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spc="-10" dirty="0">
                <a:solidFill>
                  <a:srgbClr val="3C3C3C"/>
                </a:solidFill>
                <a:latin typeface="Times New Roman"/>
                <a:cs typeface="Times New Roman"/>
              </a:rPr>
              <a:t>company’s staff</a:t>
            </a:r>
            <a:endParaRPr dirty="0">
              <a:latin typeface="Times New Roman"/>
              <a:cs typeface="Times New Roman"/>
            </a:endParaRPr>
          </a:p>
          <a:p>
            <a:pPr marL="641985" lvl="1" indent="-304800">
              <a:spcBef>
                <a:spcPts val="1035"/>
              </a:spcBef>
              <a:buClr>
                <a:srgbClr val="903062"/>
              </a:buClr>
              <a:buSzPct val="91666"/>
              <a:buFont typeface="Cambria"/>
              <a:buChar char="◾"/>
              <a:tabLst>
                <a:tab pos="641985" algn="l"/>
              </a:tabLst>
            </a:pPr>
            <a:r>
              <a:rPr b="1" dirty="0">
                <a:solidFill>
                  <a:srgbClr val="3C3C3C"/>
                </a:solidFill>
                <a:latin typeface="Times New Roman"/>
                <a:cs typeface="Times New Roman"/>
              </a:rPr>
              <a:t>when</a:t>
            </a:r>
            <a:r>
              <a:rPr b="1" spc="-35" dirty="0">
                <a:solidFill>
                  <a:srgbClr val="3C3C3C"/>
                </a:solidFill>
                <a:latin typeface="Times New Roman"/>
                <a:cs typeface="Times New Roman"/>
              </a:rPr>
              <a:t> </a:t>
            </a:r>
            <a:r>
              <a:rPr b="1" dirty="0">
                <a:solidFill>
                  <a:srgbClr val="3C3C3C"/>
                </a:solidFill>
                <a:latin typeface="Times New Roman"/>
                <a:cs typeface="Times New Roman"/>
              </a:rPr>
              <a:t>working</a:t>
            </a:r>
            <a:r>
              <a:rPr b="1" spc="-30" dirty="0">
                <a:solidFill>
                  <a:srgbClr val="3C3C3C"/>
                </a:solidFill>
                <a:latin typeface="Times New Roman"/>
                <a:cs typeface="Times New Roman"/>
              </a:rPr>
              <a:t> </a:t>
            </a:r>
            <a:r>
              <a:rPr b="1" dirty="0">
                <a:solidFill>
                  <a:srgbClr val="3C3C3C"/>
                </a:solidFill>
                <a:latin typeface="Times New Roman"/>
                <a:cs typeface="Times New Roman"/>
              </a:rPr>
              <a:t>on</a:t>
            </a:r>
            <a:r>
              <a:rPr b="1" spc="-15" dirty="0">
                <a:solidFill>
                  <a:srgbClr val="3C3C3C"/>
                </a:solidFill>
                <a:latin typeface="Times New Roman"/>
                <a:cs typeface="Times New Roman"/>
              </a:rPr>
              <a:t> </a:t>
            </a:r>
            <a:r>
              <a:rPr b="1" dirty="0">
                <a:solidFill>
                  <a:srgbClr val="3C3C3C"/>
                </a:solidFill>
                <a:latin typeface="Times New Roman"/>
                <a:cs typeface="Times New Roman"/>
              </a:rPr>
              <a:t>the</a:t>
            </a:r>
            <a:r>
              <a:rPr b="1" spc="-10" dirty="0">
                <a:solidFill>
                  <a:srgbClr val="3C3C3C"/>
                </a:solidFill>
                <a:latin typeface="Times New Roman"/>
                <a:cs typeface="Times New Roman"/>
              </a:rPr>
              <a:t> client’s</a:t>
            </a:r>
            <a:r>
              <a:rPr b="1" spc="-15" dirty="0">
                <a:solidFill>
                  <a:srgbClr val="3C3C3C"/>
                </a:solidFill>
                <a:latin typeface="Times New Roman"/>
                <a:cs typeface="Times New Roman"/>
              </a:rPr>
              <a:t> </a:t>
            </a:r>
            <a:r>
              <a:rPr b="1" spc="-10" dirty="0">
                <a:solidFill>
                  <a:srgbClr val="3C3C3C"/>
                </a:solidFill>
                <a:latin typeface="Times New Roman"/>
                <a:cs typeface="Times New Roman"/>
              </a:rPr>
              <a:t>premises;</a:t>
            </a:r>
            <a:endParaRPr dirty="0">
              <a:latin typeface="Times New Roman"/>
              <a:cs typeface="Times New Roman"/>
            </a:endParaRPr>
          </a:p>
          <a:p>
            <a:pPr marL="968375" lvl="2" indent="-326390">
              <a:spcBef>
                <a:spcPts val="1030"/>
              </a:spcBef>
              <a:buClr>
                <a:srgbClr val="903062"/>
              </a:buClr>
              <a:buSzPct val="91666"/>
              <a:buFont typeface="Cambria"/>
              <a:buChar char="◾"/>
              <a:tabLst>
                <a:tab pos="968375" algn="l"/>
              </a:tabLst>
            </a:pPr>
            <a:r>
              <a:rPr dirty="0">
                <a:solidFill>
                  <a:srgbClr val="3C3C3C"/>
                </a:solidFill>
                <a:latin typeface="Times New Roman"/>
                <a:cs typeface="Times New Roman"/>
              </a:rPr>
              <a:t>provide</a:t>
            </a:r>
            <a:r>
              <a:rPr spc="-40" dirty="0">
                <a:solidFill>
                  <a:srgbClr val="3C3C3C"/>
                </a:solidFill>
                <a:latin typeface="Times New Roman"/>
                <a:cs typeface="Times New Roman"/>
              </a:rPr>
              <a:t> </a:t>
            </a:r>
            <a:r>
              <a:rPr dirty="0">
                <a:solidFill>
                  <a:srgbClr val="3C3C3C"/>
                </a:solidFill>
                <a:latin typeface="Times New Roman"/>
                <a:cs typeface="Times New Roman"/>
              </a:rPr>
              <a:t>data</a:t>
            </a:r>
            <a:r>
              <a:rPr spc="-35" dirty="0">
                <a:solidFill>
                  <a:srgbClr val="3C3C3C"/>
                </a:solidFill>
                <a:latin typeface="Times New Roman"/>
                <a:cs typeface="Times New Roman"/>
              </a:rPr>
              <a:t> </a:t>
            </a:r>
            <a:r>
              <a:rPr dirty="0">
                <a:solidFill>
                  <a:srgbClr val="3C3C3C"/>
                </a:solidFill>
                <a:latin typeface="Times New Roman"/>
                <a:cs typeface="Times New Roman"/>
              </a:rPr>
              <a:t>communications</a:t>
            </a:r>
            <a:r>
              <a:rPr spc="-45" dirty="0">
                <a:solidFill>
                  <a:srgbClr val="3C3C3C"/>
                </a:solidFill>
                <a:latin typeface="Times New Roman"/>
                <a:cs typeface="Times New Roman"/>
              </a:rPr>
              <a:t> </a:t>
            </a:r>
            <a:r>
              <a:rPr dirty="0">
                <a:solidFill>
                  <a:srgbClr val="3C3C3C"/>
                </a:solidFill>
                <a:latin typeface="Times New Roman"/>
                <a:cs typeface="Times New Roman"/>
              </a:rPr>
              <a:t>facilities</a:t>
            </a:r>
            <a:r>
              <a:rPr spc="-65" dirty="0">
                <a:solidFill>
                  <a:srgbClr val="3C3C3C"/>
                </a:solidFill>
                <a:latin typeface="Times New Roman"/>
                <a:cs typeface="Times New Roman"/>
              </a:rPr>
              <a:t> </a:t>
            </a:r>
            <a:r>
              <a:rPr dirty="0">
                <a:solidFill>
                  <a:srgbClr val="3C3C3C"/>
                </a:solidFill>
                <a:latin typeface="Times New Roman"/>
                <a:cs typeface="Times New Roman"/>
              </a:rPr>
              <a:t>to</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40" dirty="0">
                <a:solidFill>
                  <a:srgbClr val="3C3C3C"/>
                </a:solidFill>
                <a:latin typeface="Times New Roman"/>
                <a:cs typeface="Times New Roman"/>
              </a:rPr>
              <a:t> </a:t>
            </a:r>
            <a:r>
              <a:rPr spc="-10" dirty="0">
                <a:solidFill>
                  <a:srgbClr val="3C3C3C"/>
                </a:solidFill>
                <a:latin typeface="Times New Roman"/>
                <a:cs typeface="Times New Roman"/>
              </a:rPr>
              <a:t>site.</a:t>
            </a:r>
            <a:endParaRPr dirty="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925123176"/>
              </p:ext>
            </p:extLst>
          </p:nvPr>
        </p:nvGraphicFramePr>
        <p:xfrm>
          <a:off x="838200" y="441960"/>
          <a:ext cx="9372344" cy="1416685"/>
        </p:xfrm>
        <a:graphic>
          <a:graphicData uri="http://schemas.openxmlformats.org/drawingml/2006/table">
            <a:tbl>
              <a:tblPr firstRow="1" bandRow="1">
                <a:tableStyleId>{2D5ABB26-0587-4C30-8999-92F81FD0307C}</a:tableStyleId>
              </a:tblPr>
              <a:tblGrid>
                <a:gridCol w="3122189">
                  <a:extLst>
                    <a:ext uri="{9D8B030D-6E8A-4147-A177-3AD203B41FA5}">
                      <a16:colId xmlns:a16="http://schemas.microsoft.com/office/drawing/2014/main" val="20000"/>
                    </a:ext>
                  </a:extLst>
                </a:gridCol>
                <a:gridCol w="3138081">
                  <a:extLst>
                    <a:ext uri="{9D8B030D-6E8A-4147-A177-3AD203B41FA5}">
                      <a16:colId xmlns:a16="http://schemas.microsoft.com/office/drawing/2014/main" val="20001"/>
                    </a:ext>
                  </a:extLst>
                </a:gridCol>
                <a:gridCol w="3112074">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spc="-40" dirty="0">
                          <a:solidFill>
                            <a:srgbClr val="FFFFFF"/>
                          </a:solidFill>
                          <a:latin typeface="Times New Roman"/>
                          <a:cs typeface="Times New Roman"/>
                        </a:rPr>
                        <a:t>STANDARDS</a:t>
                      </a:r>
                      <a:r>
                        <a:rPr sz="2800" b="1" spc="-135" dirty="0">
                          <a:solidFill>
                            <a:srgbClr val="FFFFFF"/>
                          </a:solidFill>
                          <a:latin typeface="Times New Roman"/>
                          <a:cs typeface="Times New Roman"/>
                        </a:rPr>
                        <a:t> </a:t>
                      </a:r>
                      <a:r>
                        <a:rPr sz="2800" b="1" dirty="0">
                          <a:solidFill>
                            <a:srgbClr val="FFFFFF"/>
                          </a:solidFill>
                          <a:latin typeface="Times New Roman"/>
                          <a:cs typeface="Times New Roman"/>
                        </a:rPr>
                        <a:t>AND</a:t>
                      </a:r>
                      <a:r>
                        <a:rPr sz="2800" b="1" spc="-65" dirty="0">
                          <a:solidFill>
                            <a:srgbClr val="FFFFFF"/>
                          </a:solidFill>
                          <a:latin typeface="Times New Roman"/>
                          <a:cs typeface="Times New Roman"/>
                        </a:rPr>
                        <a:t> </a:t>
                      </a:r>
                      <a:r>
                        <a:rPr sz="2800" b="1" dirty="0">
                          <a:solidFill>
                            <a:srgbClr val="FFFFFF"/>
                          </a:solidFill>
                          <a:latin typeface="Times New Roman"/>
                          <a:cs typeface="Times New Roman"/>
                        </a:rPr>
                        <a:t>METHODS</a:t>
                      </a:r>
                      <a:r>
                        <a:rPr sz="2800" b="1" spc="-30" dirty="0">
                          <a:solidFill>
                            <a:srgbClr val="FFFFFF"/>
                          </a:solidFill>
                          <a:latin typeface="Times New Roman"/>
                          <a:cs typeface="Times New Roman"/>
                        </a:rPr>
                        <a:t> </a:t>
                      </a:r>
                      <a:r>
                        <a:rPr sz="2800" b="1" spc="-20" dirty="0">
                          <a:solidFill>
                            <a:srgbClr val="FFFFFF"/>
                          </a:solidFill>
                          <a:latin typeface="Times New Roman"/>
                          <a:cs typeface="Times New Roman"/>
                        </a:rPr>
                        <a:t>OF</a:t>
                      </a:r>
                      <a:r>
                        <a:rPr sz="2800" b="1" spc="-155" dirty="0">
                          <a:solidFill>
                            <a:srgbClr val="FFFFFF"/>
                          </a:solidFill>
                          <a:latin typeface="Times New Roman"/>
                          <a:cs typeface="Times New Roman"/>
                        </a:rPr>
                        <a:t> </a:t>
                      </a:r>
                      <a:r>
                        <a:rPr sz="2800" b="1" spc="-10" dirty="0">
                          <a:solidFill>
                            <a:srgbClr val="FFFFFF"/>
                          </a:solidFill>
                          <a:latin typeface="Times New Roman"/>
                          <a:cs typeface="Times New Roman"/>
                        </a:rPr>
                        <a:t>WORKING</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1066800" y="2812160"/>
            <a:ext cx="8806180" cy="1526059"/>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supplier</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40" dirty="0">
                <a:solidFill>
                  <a:srgbClr val="3C3C3C"/>
                </a:solidFill>
                <a:latin typeface="Times New Roman"/>
                <a:cs typeface="Times New Roman"/>
              </a:rPr>
              <a:t> </a:t>
            </a:r>
            <a:r>
              <a:rPr dirty="0">
                <a:solidFill>
                  <a:srgbClr val="3C3C3C"/>
                </a:solidFill>
                <a:latin typeface="Times New Roman"/>
                <a:cs typeface="Times New Roman"/>
              </a:rPr>
              <a:t>likely</a:t>
            </a:r>
            <a:r>
              <a:rPr spc="-40" dirty="0">
                <a:solidFill>
                  <a:srgbClr val="3C3C3C"/>
                </a:solidFill>
                <a:latin typeface="Times New Roman"/>
                <a:cs typeface="Times New Roman"/>
              </a:rPr>
              <a:t> </a:t>
            </a:r>
            <a:r>
              <a:rPr dirty="0">
                <a:solidFill>
                  <a:srgbClr val="3C3C3C"/>
                </a:solidFill>
                <a:latin typeface="Times New Roman"/>
                <a:cs typeface="Times New Roman"/>
              </a:rPr>
              <a:t>to</a:t>
            </a:r>
            <a:r>
              <a:rPr spc="-15" dirty="0">
                <a:solidFill>
                  <a:srgbClr val="3C3C3C"/>
                </a:solidFill>
                <a:latin typeface="Times New Roman"/>
                <a:cs typeface="Times New Roman"/>
              </a:rPr>
              <a:t> </a:t>
            </a:r>
            <a:r>
              <a:rPr dirty="0">
                <a:solidFill>
                  <a:srgbClr val="3C3C3C"/>
                </a:solidFill>
                <a:latin typeface="Times New Roman"/>
                <a:cs typeface="Times New Roman"/>
              </a:rPr>
              <a:t>have</a:t>
            </a:r>
            <a:r>
              <a:rPr spc="-40" dirty="0">
                <a:solidFill>
                  <a:srgbClr val="3C3C3C"/>
                </a:solidFill>
                <a:latin typeface="Times New Roman"/>
                <a:cs typeface="Times New Roman"/>
              </a:rPr>
              <a:t> </a:t>
            </a:r>
            <a:r>
              <a:rPr dirty="0">
                <a:solidFill>
                  <a:srgbClr val="3C3C3C"/>
                </a:solidFill>
                <a:latin typeface="Times New Roman"/>
                <a:cs typeface="Times New Roman"/>
              </a:rPr>
              <a:t>company</a:t>
            </a:r>
            <a:r>
              <a:rPr spc="-15" dirty="0">
                <a:solidFill>
                  <a:srgbClr val="3C3C3C"/>
                </a:solidFill>
                <a:latin typeface="Times New Roman"/>
                <a:cs typeface="Times New Roman"/>
              </a:rPr>
              <a:t> </a:t>
            </a:r>
            <a:r>
              <a:rPr dirty="0">
                <a:solidFill>
                  <a:srgbClr val="3C3C3C"/>
                </a:solidFill>
                <a:latin typeface="Times New Roman"/>
                <a:cs typeface="Times New Roman"/>
              </a:rPr>
              <a:t>standards,</a:t>
            </a:r>
            <a:r>
              <a:rPr spc="-25" dirty="0">
                <a:solidFill>
                  <a:srgbClr val="3C3C3C"/>
                </a:solidFill>
                <a:latin typeface="Times New Roman"/>
                <a:cs typeface="Times New Roman"/>
              </a:rPr>
              <a:t> </a:t>
            </a:r>
            <a:r>
              <a:rPr dirty="0">
                <a:solidFill>
                  <a:srgbClr val="3C3C3C"/>
                </a:solidFill>
                <a:latin typeface="Times New Roman"/>
                <a:cs typeface="Times New Roman"/>
              </a:rPr>
              <a:t>methods</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10" dirty="0">
                <a:solidFill>
                  <a:srgbClr val="3C3C3C"/>
                </a:solidFill>
                <a:latin typeface="Times New Roman"/>
                <a:cs typeface="Times New Roman"/>
              </a:rPr>
              <a:t> </a:t>
            </a:r>
            <a:r>
              <a:rPr dirty="0">
                <a:solidFill>
                  <a:srgbClr val="3C3C3C"/>
                </a:solidFill>
                <a:latin typeface="Times New Roman"/>
                <a:cs typeface="Times New Roman"/>
              </a:rPr>
              <a:t>working,</a:t>
            </a:r>
            <a:r>
              <a:rPr spc="-25" dirty="0">
                <a:solidFill>
                  <a:srgbClr val="3C3C3C"/>
                </a:solidFill>
                <a:latin typeface="Times New Roman"/>
                <a:cs typeface="Times New Roman"/>
              </a:rPr>
              <a:t> </a:t>
            </a:r>
            <a:r>
              <a:rPr spc="-10" dirty="0">
                <a:solidFill>
                  <a:srgbClr val="3C3C3C"/>
                </a:solidFill>
                <a:latin typeface="Times New Roman"/>
                <a:cs typeface="Times New Roman"/>
              </a:rPr>
              <a:t>quality </a:t>
            </a:r>
            <a:r>
              <a:rPr dirty="0">
                <a:solidFill>
                  <a:srgbClr val="3C3C3C"/>
                </a:solidFill>
                <a:latin typeface="Times New Roman"/>
                <a:cs typeface="Times New Roman"/>
              </a:rPr>
              <a:t>assurance</a:t>
            </a:r>
            <a:r>
              <a:rPr spc="-25" dirty="0">
                <a:solidFill>
                  <a:srgbClr val="3C3C3C"/>
                </a:solidFill>
                <a:latin typeface="Times New Roman"/>
                <a:cs typeface="Times New Roman"/>
              </a:rPr>
              <a:t> </a:t>
            </a:r>
            <a:r>
              <a:rPr dirty="0">
                <a:solidFill>
                  <a:srgbClr val="3C3C3C"/>
                </a:solidFill>
                <a:latin typeface="Times New Roman"/>
                <a:cs typeface="Times New Roman"/>
              </a:rPr>
              <a:t>procedures,</a:t>
            </a:r>
            <a:r>
              <a:rPr spc="-40" dirty="0">
                <a:solidFill>
                  <a:srgbClr val="3C3C3C"/>
                </a:solidFill>
                <a:latin typeface="Times New Roman"/>
                <a:cs typeface="Times New Roman"/>
              </a:rPr>
              <a:t> </a:t>
            </a:r>
            <a:r>
              <a:rPr dirty="0">
                <a:solidFill>
                  <a:srgbClr val="3C3C3C"/>
                </a:solidFill>
                <a:latin typeface="Times New Roman"/>
                <a:cs typeface="Times New Roman"/>
              </a:rPr>
              <a:t>etc.</a:t>
            </a:r>
            <a:r>
              <a:rPr spc="-40"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will</a:t>
            </a:r>
            <a:r>
              <a:rPr spc="-20" dirty="0">
                <a:solidFill>
                  <a:srgbClr val="3C3C3C"/>
                </a:solidFill>
                <a:latin typeface="Times New Roman"/>
                <a:cs typeface="Times New Roman"/>
              </a:rPr>
              <a:t> </a:t>
            </a:r>
            <a:r>
              <a:rPr dirty="0">
                <a:solidFill>
                  <a:srgbClr val="3C3C3C"/>
                </a:solidFill>
                <a:latin typeface="Times New Roman"/>
                <a:cs typeface="Times New Roman"/>
              </a:rPr>
              <a:t>normally</a:t>
            </a:r>
            <a:r>
              <a:rPr spc="-35" dirty="0">
                <a:solidFill>
                  <a:srgbClr val="3C3C3C"/>
                </a:solidFill>
                <a:latin typeface="Times New Roman"/>
                <a:cs typeface="Times New Roman"/>
              </a:rPr>
              <a:t> </a:t>
            </a:r>
            <a:r>
              <a:rPr dirty="0">
                <a:solidFill>
                  <a:srgbClr val="3C3C3C"/>
                </a:solidFill>
                <a:latin typeface="Times New Roman"/>
                <a:cs typeface="Times New Roman"/>
              </a:rPr>
              <a:t>prefer</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65" dirty="0">
                <a:solidFill>
                  <a:srgbClr val="3C3C3C"/>
                </a:solidFill>
                <a:latin typeface="Times New Roman"/>
                <a:cs typeface="Times New Roman"/>
              </a:rPr>
              <a:t> </a:t>
            </a:r>
            <a:r>
              <a:rPr dirty="0">
                <a:solidFill>
                  <a:srgbClr val="3C3C3C"/>
                </a:solidFill>
                <a:latin typeface="Times New Roman"/>
                <a:cs typeface="Times New Roman"/>
              </a:rPr>
              <a:t>use</a:t>
            </a:r>
            <a:r>
              <a:rPr spc="-20" dirty="0">
                <a:solidFill>
                  <a:srgbClr val="3C3C3C"/>
                </a:solidFill>
                <a:latin typeface="Times New Roman"/>
                <a:cs typeface="Times New Roman"/>
              </a:rPr>
              <a:t> </a:t>
            </a:r>
            <a:r>
              <a:rPr dirty="0">
                <a:solidFill>
                  <a:srgbClr val="3C3C3C"/>
                </a:solidFill>
                <a:latin typeface="Times New Roman"/>
                <a:cs typeface="Times New Roman"/>
              </a:rPr>
              <a:t>these.</a:t>
            </a:r>
            <a:r>
              <a:rPr spc="-40" dirty="0">
                <a:solidFill>
                  <a:srgbClr val="3C3C3C"/>
                </a:solidFill>
                <a:latin typeface="Times New Roman"/>
                <a:cs typeface="Times New Roman"/>
              </a:rPr>
              <a:t> </a:t>
            </a:r>
            <a:r>
              <a:rPr spc="-20" dirty="0">
                <a:solidFill>
                  <a:srgbClr val="3C3C3C"/>
                </a:solidFill>
                <a:latin typeface="Times New Roman"/>
                <a:cs typeface="Times New Roman"/>
              </a:rPr>
              <a:t>More </a:t>
            </a:r>
            <a:r>
              <a:rPr dirty="0">
                <a:solidFill>
                  <a:srgbClr val="3C3C3C"/>
                </a:solidFill>
                <a:latin typeface="Times New Roman"/>
                <a:cs typeface="Times New Roman"/>
              </a:rPr>
              <a:t>sophisticated</a:t>
            </a:r>
            <a:r>
              <a:rPr spc="-25" dirty="0">
                <a:solidFill>
                  <a:srgbClr val="3C3C3C"/>
                </a:solidFill>
                <a:latin typeface="Times New Roman"/>
                <a:cs typeface="Times New Roman"/>
              </a:rPr>
              <a:t> </a:t>
            </a:r>
            <a:r>
              <a:rPr dirty="0">
                <a:solidFill>
                  <a:srgbClr val="3C3C3C"/>
                </a:solidFill>
                <a:latin typeface="Times New Roman"/>
                <a:cs typeface="Times New Roman"/>
              </a:rPr>
              <a:t>clients</a:t>
            </a:r>
            <a:r>
              <a:rPr spc="-20" dirty="0">
                <a:solidFill>
                  <a:srgbClr val="3C3C3C"/>
                </a:solidFill>
                <a:latin typeface="Times New Roman"/>
                <a:cs typeface="Times New Roman"/>
              </a:rPr>
              <a:t> </a:t>
            </a:r>
            <a:r>
              <a:rPr dirty="0">
                <a:solidFill>
                  <a:srgbClr val="3C3C3C"/>
                </a:solidFill>
                <a:latin typeface="Times New Roman"/>
                <a:cs typeface="Times New Roman"/>
              </a:rPr>
              <a:t>will</a:t>
            </a:r>
            <a:r>
              <a:rPr spc="-10" dirty="0">
                <a:solidFill>
                  <a:srgbClr val="3C3C3C"/>
                </a:solidFill>
                <a:latin typeface="Times New Roman"/>
                <a:cs typeface="Times New Roman"/>
              </a:rPr>
              <a:t> </a:t>
            </a:r>
            <a:r>
              <a:rPr dirty="0">
                <a:solidFill>
                  <a:srgbClr val="3C3C3C"/>
                </a:solidFill>
                <a:latin typeface="Times New Roman"/>
                <a:cs typeface="Times New Roman"/>
              </a:rPr>
              <a:t>have</a:t>
            </a:r>
            <a:r>
              <a:rPr spc="-5" dirty="0">
                <a:solidFill>
                  <a:srgbClr val="3C3C3C"/>
                </a:solidFill>
                <a:latin typeface="Times New Roman"/>
                <a:cs typeface="Times New Roman"/>
              </a:rPr>
              <a:t> </a:t>
            </a:r>
            <a:r>
              <a:rPr dirty="0">
                <a:solidFill>
                  <a:srgbClr val="3C3C3C"/>
                </a:solidFill>
                <a:latin typeface="Times New Roman"/>
                <a:cs typeface="Times New Roman"/>
              </a:rPr>
              <a:t>their</a:t>
            </a:r>
            <a:r>
              <a:rPr spc="-15" dirty="0">
                <a:solidFill>
                  <a:srgbClr val="3C3C3C"/>
                </a:solidFill>
                <a:latin typeface="Times New Roman"/>
                <a:cs typeface="Times New Roman"/>
              </a:rPr>
              <a:t> </a:t>
            </a:r>
            <a:r>
              <a:rPr dirty="0">
                <a:solidFill>
                  <a:srgbClr val="3C3C3C"/>
                </a:solidFill>
                <a:latin typeface="Times New Roman"/>
                <a:cs typeface="Times New Roman"/>
              </a:rPr>
              <a:t>own</a:t>
            </a:r>
            <a:r>
              <a:rPr spc="-5" dirty="0">
                <a:solidFill>
                  <a:srgbClr val="3C3C3C"/>
                </a:solidFill>
                <a:latin typeface="Times New Roman"/>
                <a:cs typeface="Times New Roman"/>
              </a:rPr>
              <a:t> </a:t>
            </a:r>
            <a:r>
              <a:rPr dirty="0">
                <a:solidFill>
                  <a:srgbClr val="3C3C3C"/>
                </a:solidFill>
                <a:latin typeface="Times New Roman"/>
                <a:cs typeface="Times New Roman"/>
              </a:rPr>
              <a:t>procedures</a:t>
            </a:r>
            <a:r>
              <a:rPr spc="-45" dirty="0">
                <a:solidFill>
                  <a:srgbClr val="3C3C3C"/>
                </a:solidFill>
                <a:latin typeface="Times New Roman"/>
                <a:cs typeface="Times New Roman"/>
              </a:rPr>
              <a:t> </a:t>
            </a:r>
            <a:r>
              <a:rPr dirty="0">
                <a:solidFill>
                  <a:srgbClr val="3C3C3C"/>
                </a:solidFill>
                <a:latin typeface="Times New Roman"/>
                <a:cs typeface="Times New Roman"/>
              </a:rPr>
              <a:t>and may</a:t>
            </a:r>
            <a:r>
              <a:rPr spc="5" dirty="0">
                <a:solidFill>
                  <a:srgbClr val="3C3C3C"/>
                </a:solidFill>
                <a:latin typeface="Times New Roman"/>
                <a:cs typeface="Times New Roman"/>
              </a:rPr>
              <a:t> </a:t>
            </a:r>
            <a:r>
              <a:rPr dirty="0">
                <a:solidFill>
                  <a:srgbClr val="3C3C3C"/>
                </a:solidFill>
                <a:latin typeface="Times New Roman"/>
                <a:cs typeface="Times New Roman"/>
              </a:rPr>
              <a:t>require</a:t>
            </a:r>
            <a:r>
              <a:rPr spc="-15" dirty="0">
                <a:solidFill>
                  <a:srgbClr val="3C3C3C"/>
                </a:solidFill>
                <a:latin typeface="Times New Roman"/>
                <a:cs typeface="Times New Roman"/>
              </a:rPr>
              <a:t> </a:t>
            </a:r>
            <a:r>
              <a:rPr dirty="0">
                <a:solidFill>
                  <a:srgbClr val="3C3C3C"/>
                </a:solidFill>
                <a:latin typeface="Times New Roman"/>
                <a:cs typeface="Times New Roman"/>
              </a:rPr>
              <a:t>that</a:t>
            </a:r>
            <a:r>
              <a:rPr spc="-5" dirty="0">
                <a:solidFill>
                  <a:srgbClr val="3C3C3C"/>
                </a:solidFill>
                <a:latin typeface="Times New Roman"/>
                <a:cs typeface="Times New Roman"/>
              </a:rPr>
              <a:t> </a:t>
            </a:r>
            <a:r>
              <a:rPr dirty="0">
                <a:solidFill>
                  <a:srgbClr val="3C3C3C"/>
                </a:solidFill>
                <a:latin typeface="Times New Roman"/>
                <a:cs typeface="Times New Roman"/>
              </a:rPr>
              <a:t>these</a:t>
            </a:r>
            <a:r>
              <a:rPr spc="-5" dirty="0">
                <a:solidFill>
                  <a:srgbClr val="3C3C3C"/>
                </a:solidFill>
                <a:latin typeface="Times New Roman"/>
                <a:cs typeface="Times New Roman"/>
              </a:rPr>
              <a:t> </a:t>
            </a:r>
            <a:r>
              <a:rPr spc="-25" dirty="0">
                <a:solidFill>
                  <a:srgbClr val="3C3C3C"/>
                </a:solidFill>
                <a:latin typeface="Times New Roman"/>
                <a:cs typeface="Times New Roman"/>
              </a:rPr>
              <a:t>be </a:t>
            </a:r>
            <a:r>
              <a:rPr dirty="0">
                <a:solidFill>
                  <a:srgbClr val="3C3C3C"/>
                </a:solidFill>
                <a:latin typeface="Times New Roman"/>
                <a:cs typeface="Times New Roman"/>
              </a:rPr>
              <a:t>adhered</a:t>
            </a:r>
            <a:r>
              <a:rPr spc="-50" dirty="0">
                <a:solidFill>
                  <a:srgbClr val="3C3C3C"/>
                </a:solidFill>
                <a:latin typeface="Times New Roman"/>
                <a:cs typeface="Times New Roman"/>
              </a:rPr>
              <a:t> </a:t>
            </a:r>
            <a:r>
              <a:rPr spc="-25" dirty="0">
                <a:solidFill>
                  <a:srgbClr val="3C3C3C"/>
                </a:solidFill>
                <a:latin typeface="Times New Roman"/>
                <a:cs typeface="Times New Roman"/>
              </a:rPr>
              <a:t>to.</a:t>
            </a:r>
            <a:endParaRPr dirty="0">
              <a:latin typeface="Times New Roman"/>
              <a:cs typeface="Times New Roman"/>
            </a:endParaRPr>
          </a:p>
          <a:p>
            <a:pPr marL="318770" marR="290195" indent="-306705">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In</a:t>
            </a:r>
            <a:r>
              <a:rPr spc="-20" dirty="0">
                <a:solidFill>
                  <a:srgbClr val="3C3C3C"/>
                </a:solidFill>
                <a:latin typeface="Times New Roman"/>
                <a:cs typeface="Times New Roman"/>
              </a:rPr>
              <a:t> </a:t>
            </a:r>
            <a:r>
              <a:rPr dirty="0">
                <a:solidFill>
                  <a:srgbClr val="3C3C3C"/>
                </a:solidFill>
                <a:latin typeface="Times New Roman"/>
                <a:cs typeface="Times New Roman"/>
              </a:rPr>
              <a:t>some</a:t>
            </a:r>
            <a:r>
              <a:rPr spc="10" dirty="0">
                <a:solidFill>
                  <a:srgbClr val="3C3C3C"/>
                </a:solidFill>
                <a:latin typeface="Times New Roman"/>
                <a:cs typeface="Times New Roman"/>
              </a:rPr>
              <a:t> </a:t>
            </a:r>
            <a:r>
              <a:rPr dirty="0">
                <a:solidFill>
                  <a:srgbClr val="3C3C3C"/>
                </a:solidFill>
                <a:latin typeface="Times New Roman"/>
                <a:cs typeface="Times New Roman"/>
              </a:rPr>
              <a:t>cases,</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dirty="0">
                <a:solidFill>
                  <a:srgbClr val="3C3C3C"/>
                </a:solidFill>
                <a:latin typeface="Times New Roman"/>
                <a:cs typeface="Times New Roman"/>
              </a:rPr>
              <a:t>supplier</a:t>
            </a:r>
            <a:r>
              <a:rPr spc="-10" dirty="0">
                <a:solidFill>
                  <a:srgbClr val="3C3C3C"/>
                </a:solidFill>
                <a:latin typeface="Times New Roman"/>
                <a:cs typeface="Times New Roman"/>
              </a:rPr>
              <a:t> </a:t>
            </a:r>
            <a:r>
              <a:rPr dirty="0">
                <a:solidFill>
                  <a:srgbClr val="3C3C3C"/>
                </a:solidFill>
                <a:latin typeface="Times New Roman"/>
                <a:cs typeface="Times New Roman"/>
              </a:rPr>
              <a:t>may</a:t>
            </a:r>
            <a:r>
              <a:rPr spc="-10" dirty="0">
                <a:solidFill>
                  <a:srgbClr val="3C3C3C"/>
                </a:solidFill>
                <a:latin typeface="Times New Roman"/>
                <a:cs typeface="Times New Roman"/>
              </a:rPr>
              <a:t> </a:t>
            </a:r>
            <a:r>
              <a:rPr dirty="0">
                <a:solidFill>
                  <a:srgbClr val="3C3C3C"/>
                </a:solidFill>
                <a:latin typeface="Times New Roman"/>
                <a:cs typeface="Times New Roman"/>
              </a:rPr>
              <a:t>be</a:t>
            </a:r>
            <a:r>
              <a:rPr spc="-10" dirty="0">
                <a:solidFill>
                  <a:srgbClr val="3C3C3C"/>
                </a:solidFill>
                <a:latin typeface="Times New Roman"/>
                <a:cs typeface="Times New Roman"/>
              </a:rPr>
              <a:t> </a:t>
            </a:r>
            <a:r>
              <a:rPr dirty="0">
                <a:solidFill>
                  <a:srgbClr val="3C3C3C"/>
                </a:solidFill>
                <a:latin typeface="Times New Roman"/>
                <a:cs typeface="Times New Roman"/>
              </a:rPr>
              <a:t>required</a:t>
            </a:r>
            <a:r>
              <a:rPr spc="-15" dirty="0">
                <a:solidFill>
                  <a:srgbClr val="3C3C3C"/>
                </a:solidFill>
                <a:latin typeface="Times New Roman"/>
                <a:cs typeface="Times New Roman"/>
              </a:rPr>
              <a:t> </a:t>
            </a:r>
            <a:r>
              <a:rPr dirty="0">
                <a:solidFill>
                  <a:srgbClr val="3C3C3C"/>
                </a:solidFill>
                <a:latin typeface="Times New Roman"/>
                <a:cs typeface="Times New Roman"/>
              </a:rPr>
              <a:t>to</a:t>
            </a:r>
            <a:r>
              <a:rPr spc="-10" dirty="0">
                <a:solidFill>
                  <a:srgbClr val="3C3C3C"/>
                </a:solidFill>
                <a:latin typeface="Times New Roman"/>
                <a:cs typeface="Times New Roman"/>
              </a:rPr>
              <a:t> </a:t>
            </a:r>
            <a:r>
              <a:rPr dirty="0">
                <a:solidFill>
                  <a:srgbClr val="3C3C3C"/>
                </a:solidFill>
                <a:latin typeface="Times New Roman"/>
                <a:cs typeface="Times New Roman"/>
              </a:rPr>
              <a:t>allow</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client</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55" dirty="0">
                <a:solidFill>
                  <a:srgbClr val="3C3C3C"/>
                </a:solidFill>
                <a:latin typeface="Times New Roman"/>
                <a:cs typeface="Times New Roman"/>
              </a:rPr>
              <a:t> </a:t>
            </a:r>
            <a:r>
              <a:rPr dirty="0">
                <a:solidFill>
                  <a:srgbClr val="3C3C3C"/>
                </a:solidFill>
                <a:latin typeface="Times New Roman"/>
                <a:cs typeface="Times New Roman"/>
              </a:rPr>
              <a:t>apply</a:t>
            </a:r>
            <a:r>
              <a:rPr spc="-20" dirty="0">
                <a:solidFill>
                  <a:srgbClr val="3C3C3C"/>
                </a:solidFill>
                <a:latin typeface="Times New Roman"/>
                <a:cs typeface="Times New Roman"/>
              </a:rPr>
              <a:t> </a:t>
            </a:r>
            <a:r>
              <a:rPr spc="-10" dirty="0">
                <a:solidFill>
                  <a:srgbClr val="3C3C3C"/>
                </a:solidFill>
                <a:latin typeface="Times New Roman"/>
                <a:cs typeface="Times New Roman"/>
              </a:rPr>
              <a:t>quality </a:t>
            </a:r>
            <a:r>
              <a:rPr dirty="0">
                <a:solidFill>
                  <a:srgbClr val="3C3C3C"/>
                </a:solidFill>
                <a:latin typeface="Times New Roman"/>
                <a:cs typeface="Times New Roman"/>
              </a:rPr>
              <a:t>control</a:t>
            </a:r>
            <a:r>
              <a:rPr spc="-35" dirty="0">
                <a:solidFill>
                  <a:srgbClr val="3C3C3C"/>
                </a:solidFill>
                <a:latin typeface="Times New Roman"/>
                <a:cs typeface="Times New Roman"/>
              </a:rPr>
              <a:t> </a:t>
            </a:r>
            <a:r>
              <a:rPr dirty="0">
                <a:solidFill>
                  <a:srgbClr val="3C3C3C"/>
                </a:solidFill>
                <a:latin typeface="Times New Roman"/>
                <a:cs typeface="Times New Roman"/>
              </a:rPr>
              <a:t>procedures</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35" dirty="0">
                <a:solidFill>
                  <a:srgbClr val="3C3C3C"/>
                </a:solidFill>
                <a:latin typeface="Times New Roman"/>
                <a:cs typeface="Times New Roman"/>
              </a:rPr>
              <a:t> </a:t>
            </a:r>
            <a:r>
              <a:rPr dirty="0">
                <a:solidFill>
                  <a:srgbClr val="3C3C3C"/>
                </a:solidFill>
                <a:latin typeface="Times New Roman"/>
                <a:cs typeface="Times New Roman"/>
              </a:rPr>
              <a:t>project.</a:t>
            </a:r>
            <a:r>
              <a:rPr spc="-6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contract</a:t>
            </a:r>
            <a:r>
              <a:rPr spc="-35" dirty="0">
                <a:solidFill>
                  <a:srgbClr val="3C3C3C"/>
                </a:solidFill>
                <a:latin typeface="Times New Roman"/>
                <a:cs typeface="Times New Roman"/>
              </a:rPr>
              <a:t> </a:t>
            </a:r>
            <a:r>
              <a:rPr dirty="0">
                <a:solidFill>
                  <a:srgbClr val="3C3C3C"/>
                </a:solidFill>
                <a:latin typeface="Times New Roman"/>
                <a:cs typeface="Times New Roman"/>
              </a:rPr>
              <a:t>must</a:t>
            </a:r>
            <a:r>
              <a:rPr spc="-40" dirty="0">
                <a:solidFill>
                  <a:srgbClr val="3C3C3C"/>
                </a:solidFill>
                <a:latin typeface="Times New Roman"/>
                <a:cs typeface="Times New Roman"/>
              </a:rPr>
              <a:t> </a:t>
            </a:r>
            <a:r>
              <a:rPr dirty="0">
                <a:solidFill>
                  <a:srgbClr val="3C3C3C"/>
                </a:solidFill>
                <a:latin typeface="Times New Roman"/>
                <a:cs typeface="Times New Roman"/>
              </a:rPr>
              <a:t>specify</a:t>
            </a:r>
            <a:r>
              <a:rPr spc="-20" dirty="0">
                <a:solidFill>
                  <a:srgbClr val="3C3C3C"/>
                </a:solidFill>
                <a:latin typeface="Times New Roman"/>
                <a:cs typeface="Times New Roman"/>
              </a:rPr>
              <a:t> </a:t>
            </a:r>
            <a:r>
              <a:rPr dirty="0">
                <a:solidFill>
                  <a:srgbClr val="3C3C3C"/>
                </a:solidFill>
                <a:latin typeface="Times New Roman"/>
                <a:cs typeface="Times New Roman"/>
              </a:rPr>
              <a:t>which</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20" dirty="0">
                <a:solidFill>
                  <a:srgbClr val="3C3C3C"/>
                </a:solidFill>
                <a:latin typeface="Times New Roman"/>
                <a:cs typeface="Times New Roman"/>
              </a:rPr>
              <a:t>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spc="-10" dirty="0">
                <a:solidFill>
                  <a:srgbClr val="3C3C3C"/>
                </a:solidFill>
                <a:latin typeface="Times New Roman"/>
                <a:cs typeface="Times New Roman"/>
              </a:rPr>
              <a:t>apply.</a:t>
            </a:r>
            <a:endParaRPr dirty="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782172565"/>
              </p:ext>
            </p:extLst>
          </p:nvPr>
        </p:nvGraphicFramePr>
        <p:xfrm>
          <a:off x="990600" y="441960"/>
          <a:ext cx="9219943" cy="1416685"/>
        </p:xfrm>
        <a:graphic>
          <a:graphicData uri="http://schemas.openxmlformats.org/drawingml/2006/table">
            <a:tbl>
              <a:tblPr firstRow="1" bandRow="1">
                <a:tableStyleId>{2D5ABB26-0587-4C30-8999-92F81FD0307C}</a:tableStyleId>
              </a:tblPr>
              <a:tblGrid>
                <a:gridCol w="3071420">
                  <a:extLst>
                    <a:ext uri="{9D8B030D-6E8A-4147-A177-3AD203B41FA5}">
                      <a16:colId xmlns:a16="http://schemas.microsoft.com/office/drawing/2014/main" val="20000"/>
                    </a:ext>
                  </a:extLst>
                </a:gridCol>
                <a:gridCol w="3087053">
                  <a:extLst>
                    <a:ext uri="{9D8B030D-6E8A-4147-A177-3AD203B41FA5}">
                      <a16:colId xmlns:a16="http://schemas.microsoft.com/office/drawing/2014/main" val="20001"/>
                    </a:ext>
                  </a:extLst>
                </a:gridCol>
                <a:gridCol w="3061470">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dirty="0">
                        <a:latin typeface="Times New Roman"/>
                        <a:cs typeface="Times New Roman"/>
                      </a:endParaRPr>
                    </a:p>
                    <a:p>
                      <a:pPr marL="224154">
                        <a:lnSpc>
                          <a:spcPct val="100000"/>
                        </a:lnSpc>
                      </a:pPr>
                      <a:r>
                        <a:rPr sz="2800" b="1" dirty="0">
                          <a:solidFill>
                            <a:srgbClr val="FFFFFF"/>
                          </a:solidFill>
                          <a:latin typeface="Times New Roman"/>
                          <a:cs typeface="Times New Roman"/>
                        </a:rPr>
                        <a:t>PROJECT</a:t>
                      </a:r>
                      <a:r>
                        <a:rPr sz="2800" b="1" spc="-170" dirty="0">
                          <a:solidFill>
                            <a:srgbClr val="FFFFFF"/>
                          </a:solidFill>
                          <a:latin typeface="Times New Roman"/>
                          <a:cs typeface="Times New Roman"/>
                        </a:rPr>
                        <a:t> </a:t>
                      </a:r>
                      <a:r>
                        <a:rPr sz="2800" b="1" spc="-10" dirty="0">
                          <a:solidFill>
                            <a:srgbClr val="FFFFFF"/>
                          </a:solidFill>
                          <a:latin typeface="Times New Roman"/>
                          <a:cs typeface="Times New Roman"/>
                        </a:rPr>
                        <a:t>MANAGERS</a:t>
                      </a:r>
                      <a:endParaRPr sz="2800" dirty="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990601" y="2437333"/>
            <a:ext cx="8881746" cy="2080057"/>
          </a:xfrm>
          <a:prstGeom prst="rect">
            <a:avLst/>
          </a:prstGeom>
        </p:spPr>
        <p:txBody>
          <a:bodyPr vert="horz" wrap="square" lIns="0" tIns="12700" rIns="0" bIns="0" rtlCol="0">
            <a:spAutoFit/>
          </a:bodyPr>
          <a:lstStyle/>
          <a:p>
            <a:pPr marL="318770" marR="56515"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Each</a:t>
            </a:r>
            <a:r>
              <a:rPr spc="-25" dirty="0">
                <a:solidFill>
                  <a:srgbClr val="3C3C3C"/>
                </a:solidFill>
                <a:latin typeface="Times New Roman"/>
                <a:cs typeface="Times New Roman"/>
              </a:rPr>
              <a:t> </a:t>
            </a:r>
            <a:r>
              <a:rPr dirty="0">
                <a:solidFill>
                  <a:srgbClr val="3C3C3C"/>
                </a:solidFill>
                <a:latin typeface="Times New Roman"/>
                <a:cs typeface="Times New Roman"/>
              </a:rPr>
              <a:t>party</a:t>
            </a:r>
            <a:r>
              <a:rPr spc="-10" dirty="0">
                <a:solidFill>
                  <a:srgbClr val="3C3C3C"/>
                </a:solidFill>
                <a:latin typeface="Times New Roman"/>
                <a:cs typeface="Times New Roman"/>
              </a:rPr>
              <a:t> </a:t>
            </a:r>
            <a:r>
              <a:rPr dirty="0">
                <a:solidFill>
                  <a:srgbClr val="3C3C3C"/>
                </a:solidFill>
                <a:latin typeface="Times New Roman"/>
                <a:cs typeface="Times New Roman"/>
              </a:rPr>
              <a:t>needs</a:t>
            </a:r>
            <a:r>
              <a:rPr spc="-15" dirty="0">
                <a:solidFill>
                  <a:srgbClr val="3C3C3C"/>
                </a:solidFill>
                <a:latin typeface="Times New Roman"/>
                <a:cs typeface="Times New Roman"/>
              </a:rPr>
              <a:t> </a:t>
            </a:r>
            <a:r>
              <a:rPr dirty="0">
                <a:solidFill>
                  <a:srgbClr val="3C3C3C"/>
                </a:solidFill>
                <a:latin typeface="Times New Roman"/>
                <a:cs typeface="Times New Roman"/>
              </a:rPr>
              <a:t>to</a:t>
            </a:r>
            <a:r>
              <a:rPr spc="-15" dirty="0">
                <a:solidFill>
                  <a:srgbClr val="3C3C3C"/>
                </a:solidFill>
                <a:latin typeface="Times New Roman"/>
                <a:cs typeface="Times New Roman"/>
              </a:rPr>
              <a:t> </a:t>
            </a:r>
            <a:r>
              <a:rPr dirty="0">
                <a:solidFill>
                  <a:srgbClr val="3C3C3C"/>
                </a:solidFill>
                <a:latin typeface="Times New Roman"/>
                <a:cs typeface="Times New Roman"/>
              </a:rPr>
              <a:t>know</a:t>
            </a:r>
            <a:r>
              <a:rPr spc="-15" dirty="0">
                <a:solidFill>
                  <a:srgbClr val="3C3C3C"/>
                </a:solidFill>
                <a:latin typeface="Times New Roman"/>
                <a:cs typeface="Times New Roman"/>
              </a:rPr>
              <a:t> </a:t>
            </a:r>
            <a:r>
              <a:rPr dirty="0">
                <a:solidFill>
                  <a:srgbClr val="3C3C3C"/>
                </a:solidFill>
                <a:latin typeface="Times New Roman"/>
                <a:cs typeface="Times New Roman"/>
              </a:rPr>
              <a:t>who,</a:t>
            </a:r>
            <a:r>
              <a:rPr spc="-5"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dirty="0">
                <a:solidFill>
                  <a:srgbClr val="3C3C3C"/>
                </a:solidFill>
                <a:latin typeface="Times New Roman"/>
                <a:cs typeface="Times New Roman"/>
              </a:rPr>
              <a:t>other </a:t>
            </a:r>
            <a:r>
              <a:rPr spc="-10" dirty="0">
                <a:solidFill>
                  <a:srgbClr val="3C3C3C"/>
                </a:solidFill>
                <a:latin typeface="Times New Roman"/>
                <a:cs typeface="Times New Roman"/>
              </a:rPr>
              <a:t>party’s</a:t>
            </a:r>
            <a:r>
              <a:rPr spc="-45" dirty="0">
                <a:solidFill>
                  <a:srgbClr val="3C3C3C"/>
                </a:solidFill>
                <a:latin typeface="Times New Roman"/>
                <a:cs typeface="Times New Roman"/>
              </a:rPr>
              <a:t> </a:t>
            </a:r>
            <a:r>
              <a:rPr dirty="0">
                <a:solidFill>
                  <a:srgbClr val="3C3C3C"/>
                </a:solidFill>
                <a:latin typeface="Times New Roman"/>
                <a:cs typeface="Times New Roman"/>
              </a:rPr>
              <a:t>staff,</a:t>
            </a:r>
            <a:r>
              <a:rPr spc="-5" dirty="0">
                <a:solidFill>
                  <a:srgbClr val="3C3C3C"/>
                </a:solidFill>
                <a:latin typeface="Times New Roman"/>
                <a:cs typeface="Times New Roman"/>
              </a:rPr>
              <a:t> </a:t>
            </a:r>
            <a:r>
              <a:rPr dirty="0">
                <a:solidFill>
                  <a:srgbClr val="3C3C3C"/>
                </a:solidFill>
                <a:latin typeface="Times New Roman"/>
                <a:cs typeface="Times New Roman"/>
              </a:rPr>
              <a:t>has day-</a:t>
            </a:r>
            <a:r>
              <a:rPr spc="-10" dirty="0">
                <a:solidFill>
                  <a:srgbClr val="3C3C3C"/>
                </a:solidFill>
                <a:latin typeface="Times New Roman"/>
                <a:cs typeface="Times New Roman"/>
              </a:rPr>
              <a:t>to</a:t>
            </a:r>
            <a:r>
              <a:rPr lang="en-US" spc="-10" dirty="0">
                <a:solidFill>
                  <a:srgbClr val="3C3C3C"/>
                </a:solidFill>
                <a:latin typeface="Times New Roman"/>
                <a:cs typeface="Times New Roman"/>
              </a:rPr>
              <a:t>-</a:t>
            </a:r>
            <a:r>
              <a:rPr spc="-10" dirty="0">
                <a:solidFill>
                  <a:srgbClr val="3C3C3C"/>
                </a:solidFill>
                <a:latin typeface="Times New Roman"/>
                <a:cs typeface="Times New Roman"/>
              </a:rPr>
              <a:t>day </a:t>
            </a:r>
            <a:r>
              <a:rPr dirty="0">
                <a:solidFill>
                  <a:srgbClr val="3C3C3C"/>
                </a:solidFill>
                <a:latin typeface="Times New Roman"/>
                <a:cs typeface="Times New Roman"/>
              </a:rPr>
              <a:t>responsibility</a:t>
            </a:r>
            <a:r>
              <a:rPr spc="-55" dirty="0">
                <a:solidFill>
                  <a:srgbClr val="3C3C3C"/>
                </a:solidFill>
                <a:latin typeface="Times New Roman"/>
                <a:cs typeface="Times New Roman"/>
              </a:rPr>
              <a:t> </a:t>
            </a:r>
            <a:r>
              <a:rPr dirty="0">
                <a:solidFill>
                  <a:srgbClr val="3C3C3C"/>
                </a:solidFill>
                <a:latin typeface="Times New Roman"/>
                <a:cs typeface="Times New Roman"/>
              </a:rPr>
              <a:t>for</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work</a:t>
            </a:r>
            <a:r>
              <a:rPr spc="-35"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what</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limits</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that</a:t>
            </a:r>
            <a:r>
              <a:rPr spc="-15" dirty="0">
                <a:solidFill>
                  <a:srgbClr val="3C3C3C"/>
                </a:solidFill>
                <a:latin typeface="Times New Roman"/>
                <a:cs typeface="Times New Roman"/>
              </a:rPr>
              <a:t> </a:t>
            </a:r>
            <a:r>
              <a:rPr spc="-10" dirty="0">
                <a:solidFill>
                  <a:srgbClr val="3C3C3C"/>
                </a:solidFill>
                <a:latin typeface="Times New Roman"/>
                <a:cs typeface="Times New Roman"/>
              </a:rPr>
              <a:t>person’s</a:t>
            </a:r>
            <a:r>
              <a:rPr spc="-40" dirty="0">
                <a:solidFill>
                  <a:srgbClr val="3C3C3C"/>
                </a:solidFill>
                <a:latin typeface="Times New Roman"/>
                <a:cs typeface="Times New Roman"/>
              </a:rPr>
              <a:t> </a:t>
            </a:r>
            <a:r>
              <a:rPr dirty="0">
                <a:solidFill>
                  <a:srgbClr val="3C3C3C"/>
                </a:solidFill>
                <a:latin typeface="Times New Roman"/>
                <a:cs typeface="Times New Roman"/>
              </a:rPr>
              <a:t>authority</a:t>
            </a:r>
            <a:r>
              <a:rPr spc="-40" dirty="0">
                <a:solidFill>
                  <a:srgbClr val="3C3C3C"/>
                </a:solidFill>
                <a:latin typeface="Times New Roman"/>
                <a:cs typeface="Times New Roman"/>
              </a:rPr>
              <a:t> </a:t>
            </a:r>
            <a:r>
              <a:rPr dirty="0">
                <a:solidFill>
                  <a:srgbClr val="3C3C3C"/>
                </a:solidFill>
                <a:latin typeface="Times New Roman"/>
                <a:cs typeface="Times New Roman"/>
              </a:rPr>
              <a:t>are.</a:t>
            </a:r>
            <a:r>
              <a:rPr spc="-65" dirty="0">
                <a:solidFill>
                  <a:srgbClr val="3C3C3C"/>
                </a:solidFill>
                <a:latin typeface="Times New Roman"/>
                <a:cs typeface="Times New Roman"/>
              </a:rPr>
              <a:t> </a:t>
            </a:r>
            <a:r>
              <a:rPr spc="-25" dirty="0">
                <a:solidFill>
                  <a:srgbClr val="3C3C3C"/>
                </a:solidFill>
                <a:latin typeface="Times New Roman"/>
                <a:cs typeface="Times New Roman"/>
              </a:rPr>
              <a:t>The </a:t>
            </a:r>
            <a:r>
              <a:rPr dirty="0">
                <a:solidFill>
                  <a:srgbClr val="3C3C3C"/>
                </a:solidFill>
                <a:latin typeface="Times New Roman"/>
                <a:cs typeface="Times New Roman"/>
              </a:rPr>
              <a:t>standard</a:t>
            </a:r>
            <a:r>
              <a:rPr spc="-30" dirty="0">
                <a:solidFill>
                  <a:srgbClr val="3C3C3C"/>
                </a:solidFill>
                <a:latin typeface="Times New Roman"/>
                <a:cs typeface="Times New Roman"/>
              </a:rPr>
              <a:t> </a:t>
            </a:r>
            <a:r>
              <a:rPr dirty="0">
                <a:solidFill>
                  <a:srgbClr val="3C3C3C"/>
                </a:solidFill>
                <a:latin typeface="Times New Roman"/>
                <a:cs typeface="Times New Roman"/>
              </a:rPr>
              <a:t>terms</a:t>
            </a:r>
            <a:r>
              <a:rPr spc="-25"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conditions</a:t>
            </a:r>
            <a:r>
              <a:rPr spc="-40" dirty="0">
                <a:solidFill>
                  <a:srgbClr val="3C3C3C"/>
                </a:solidFill>
                <a:latin typeface="Times New Roman"/>
                <a:cs typeface="Times New Roman"/>
              </a:rPr>
              <a:t> </a:t>
            </a:r>
            <a:r>
              <a:rPr dirty="0">
                <a:solidFill>
                  <a:srgbClr val="3C3C3C"/>
                </a:solidFill>
                <a:latin typeface="Times New Roman"/>
                <a:cs typeface="Times New Roman"/>
              </a:rPr>
              <a:t>should</a:t>
            </a:r>
            <a:r>
              <a:rPr spc="-55" dirty="0">
                <a:solidFill>
                  <a:srgbClr val="3C3C3C"/>
                </a:solidFill>
                <a:latin typeface="Times New Roman"/>
                <a:cs typeface="Times New Roman"/>
              </a:rPr>
              <a:t> </a:t>
            </a:r>
            <a:r>
              <a:rPr dirty="0">
                <a:solidFill>
                  <a:srgbClr val="3C3C3C"/>
                </a:solidFill>
                <a:latin typeface="Times New Roman"/>
                <a:cs typeface="Times New Roman"/>
              </a:rPr>
              <a:t>therefore</a:t>
            </a:r>
            <a:r>
              <a:rPr spc="-35" dirty="0">
                <a:solidFill>
                  <a:srgbClr val="3C3C3C"/>
                </a:solidFill>
                <a:latin typeface="Times New Roman"/>
                <a:cs typeface="Times New Roman"/>
              </a:rPr>
              <a:t> </a:t>
            </a:r>
            <a:r>
              <a:rPr dirty="0">
                <a:solidFill>
                  <a:srgbClr val="3C3C3C"/>
                </a:solidFill>
                <a:latin typeface="Times New Roman"/>
                <a:cs typeface="Times New Roman"/>
              </a:rPr>
              <a:t>require</a:t>
            </a:r>
            <a:r>
              <a:rPr spc="-15" dirty="0">
                <a:solidFill>
                  <a:srgbClr val="3C3C3C"/>
                </a:solidFill>
                <a:latin typeface="Times New Roman"/>
                <a:cs typeface="Times New Roman"/>
              </a:rPr>
              <a:t> </a:t>
            </a:r>
            <a:r>
              <a:rPr dirty="0">
                <a:solidFill>
                  <a:srgbClr val="3C3C3C"/>
                </a:solidFill>
                <a:latin typeface="Times New Roman"/>
                <a:cs typeface="Times New Roman"/>
              </a:rPr>
              <a:t>each</a:t>
            </a:r>
            <a:r>
              <a:rPr spc="-40" dirty="0">
                <a:solidFill>
                  <a:srgbClr val="3C3C3C"/>
                </a:solidFill>
                <a:latin typeface="Times New Roman"/>
                <a:cs typeface="Times New Roman"/>
              </a:rPr>
              <a:t> </a:t>
            </a:r>
            <a:r>
              <a:rPr dirty="0">
                <a:solidFill>
                  <a:srgbClr val="3C3C3C"/>
                </a:solidFill>
                <a:latin typeface="Times New Roman"/>
                <a:cs typeface="Times New Roman"/>
              </a:rPr>
              <a:t>party</a:t>
            </a:r>
            <a:r>
              <a:rPr spc="-3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nominate,</a:t>
            </a:r>
            <a:r>
              <a:rPr spc="-40" dirty="0">
                <a:solidFill>
                  <a:srgbClr val="3C3C3C"/>
                </a:solidFill>
                <a:latin typeface="Times New Roman"/>
                <a:cs typeface="Times New Roman"/>
              </a:rPr>
              <a:t> </a:t>
            </a:r>
            <a:r>
              <a:rPr spc="-25" dirty="0">
                <a:solidFill>
                  <a:srgbClr val="3C3C3C"/>
                </a:solidFill>
                <a:latin typeface="Times New Roman"/>
                <a:cs typeface="Times New Roman"/>
              </a:rPr>
              <a:t>in </a:t>
            </a:r>
            <a:r>
              <a:rPr dirty="0">
                <a:solidFill>
                  <a:srgbClr val="3C3C3C"/>
                </a:solidFill>
                <a:latin typeface="Times New Roman"/>
                <a:cs typeface="Times New Roman"/>
              </a:rPr>
              <a:t>writing,</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10" dirty="0">
                <a:solidFill>
                  <a:srgbClr val="3C3C3C"/>
                </a:solidFill>
                <a:latin typeface="Times New Roman"/>
                <a:cs typeface="Times New Roman"/>
              </a:rPr>
              <a:t> </a:t>
            </a:r>
            <a:r>
              <a:rPr dirty="0">
                <a:solidFill>
                  <a:srgbClr val="3C3C3C"/>
                </a:solidFill>
                <a:latin typeface="Times New Roman"/>
                <a:cs typeface="Times New Roman"/>
              </a:rPr>
              <a:t>Project</a:t>
            </a:r>
            <a:r>
              <a:rPr spc="-10" dirty="0">
                <a:solidFill>
                  <a:srgbClr val="3C3C3C"/>
                </a:solidFill>
                <a:latin typeface="Times New Roman"/>
                <a:cs typeface="Times New Roman"/>
              </a:rPr>
              <a:t> Manager.</a:t>
            </a:r>
            <a:endParaRPr dirty="0">
              <a:latin typeface="Times New Roman"/>
              <a:cs typeface="Times New Roman"/>
            </a:endParaRPr>
          </a:p>
          <a:p>
            <a:pPr marL="318770" marR="5080" indent="-306705">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Project</a:t>
            </a:r>
            <a:r>
              <a:rPr spc="-35" dirty="0">
                <a:solidFill>
                  <a:srgbClr val="3C3C3C"/>
                </a:solidFill>
                <a:latin typeface="Times New Roman"/>
                <a:cs typeface="Times New Roman"/>
              </a:rPr>
              <a:t> </a:t>
            </a:r>
            <a:r>
              <a:rPr dirty="0">
                <a:solidFill>
                  <a:srgbClr val="3C3C3C"/>
                </a:solidFill>
                <a:latin typeface="Times New Roman"/>
                <a:cs typeface="Times New Roman"/>
              </a:rPr>
              <a:t>Managers</a:t>
            </a:r>
            <a:r>
              <a:rPr spc="-20" dirty="0">
                <a:solidFill>
                  <a:srgbClr val="3C3C3C"/>
                </a:solidFill>
                <a:latin typeface="Times New Roman"/>
                <a:cs typeface="Times New Roman"/>
              </a:rPr>
              <a:t> </a:t>
            </a:r>
            <a:r>
              <a:rPr dirty="0">
                <a:solidFill>
                  <a:srgbClr val="3C3C3C"/>
                </a:solidFill>
                <a:latin typeface="Times New Roman"/>
                <a:cs typeface="Times New Roman"/>
              </a:rPr>
              <a:t>must</a:t>
            </a:r>
            <a:r>
              <a:rPr spc="-15" dirty="0">
                <a:solidFill>
                  <a:srgbClr val="3C3C3C"/>
                </a:solidFill>
                <a:latin typeface="Times New Roman"/>
                <a:cs typeface="Times New Roman"/>
              </a:rPr>
              <a:t> </a:t>
            </a:r>
            <a:r>
              <a:rPr dirty="0">
                <a:solidFill>
                  <a:srgbClr val="3C3C3C"/>
                </a:solidFill>
                <a:latin typeface="Times New Roman"/>
                <a:cs typeface="Times New Roman"/>
              </a:rPr>
              <a:t>have</a:t>
            </a:r>
            <a:r>
              <a:rPr spc="-25" dirty="0">
                <a:solidFill>
                  <a:srgbClr val="3C3C3C"/>
                </a:solidFill>
                <a:latin typeface="Times New Roman"/>
                <a:cs typeface="Times New Roman"/>
              </a:rPr>
              <a:t> </a:t>
            </a:r>
            <a:r>
              <a:rPr dirty="0">
                <a:solidFill>
                  <a:srgbClr val="3C3C3C"/>
                </a:solidFill>
                <a:latin typeface="Times New Roman"/>
                <a:cs typeface="Times New Roman"/>
              </a:rPr>
              <a:t>at</a:t>
            </a:r>
            <a:r>
              <a:rPr spc="-35" dirty="0">
                <a:solidFill>
                  <a:srgbClr val="3C3C3C"/>
                </a:solidFill>
                <a:latin typeface="Times New Roman"/>
                <a:cs typeface="Times New Roman"/>
              </a:rPr>
              <a:t> </a:t>
            </a:r>
            <a:r>
              <a:rPr dirty="0">
                <a:solidFill>
                  <a:srgbClr val="3C3C3C"/>
                </a:solidFill>
                <a:latin typeface="Times New Roman"/>
                <a:cs typeface="Times New Roman"/>
              </a:rPr>
              <a:t>least</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authority</a:t>
            </a:r>
            <a:r>
              <a:rPr spc="-40" dirty="0">
                <a:solidFill>
                  <a:srgbClr val="3C3C3C"/>
                </a:solidFill>
                <a:latin typeface="Times New Roman"/>
                <a:cs typeface="Times New Roman"/>
              </a:rPr>
              <a:t> </a:t>
            </a:r>
            <a:r>
              <a:rPr dirty="0">
                <a:solidFill>
                  <a:srgbClr val="3C3C3C"/>
                </a:solidFill>
                <a:latin typeface="Times New Roman"/>
                <a:cs typeface="Times New Roman"/>
              </a:rPr>
              <a:t>necessary</a:t>
            </a:r>
            <a:r>
              <a:rPr spc="-7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fulfil</a:t>
            </a:r>
            <a:r>
              <a:rPr spc="-35" dirty="0">
                <a:solidFill>
                  <a:srgbClr val="3C3C3C"/>
                </a:solidFill>
                <a:latin typeface="Times New Roman"/>
                <a:cs typeface="Times New Roman"/>
              </a:rPr>
              <a:t> </a:t>
            </a:r>
            <a:r>
              <a:rPr spc="-25" dirty="0">
                <a:solidFill>
                  <a:srgbClr val="3C3C3C"/>
                </a:solidFill>
                <a:latin typeface="Times New Roman"/>
                <a:cs typeface="Times New Roman"/>
              </a:rPr>
              <a:t>the </a:t>
            </a:r>
            <a:r>
              <a:rPr dirty="0">
                <a:solidFill>
                  <a:srgbClr val="3C3C3C"/>
                </a:solidFill>
                <a:latin typeface="Times New Roman"/>
                <a:cs typeface="Times New Roman"/>
              </a:rPr>
              <a:t>obligations</a:t>
            </a:r>
            <a:r>
              <a:rPr spc="-35" dirty="0">
                <a:solidFill>
                  <a:srgbClr val="3C3C3C"/>
                </a:solidFill>
                <a:latin typeface="Times New Roman"/>
                <a:cs typeface="Times New Roman"/>
              </a:rPr>
              <a:t> </a:t>
            </a:r>
            <a:r>
              <a:rPr dirty="0">
                <a:solidFill>
                  <a:srgbClr val="3C3C3C"/>
                </a:solidFill>
                <a:latin typeface="Times New Roman"/>
                <a:cs typeface="Times New Roman"/>
              </a:rPr>
              <a:t>which</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5" dirty="0">
                <a:solidFill>
                  <a:srgbClr val="3C3C3C"/>
                </a:solidFill>
                <a:latin typeface="Times New Roman"/>
                <a:cs typeface="Times New Roman"/>
              </a:rPr>
              <a:t> </a:t>
            </a:r>
            <a:r>
              <a:rPr dirty="0">
                <a:solidFill>
                  <a:srgbClr val="3C3C3C"/>
                </a:solidFill>
                <a:latin typeface="Times New Roman"/>
                <a:cs typeface="Times New Roman"/>
              </a:rPr>
              <a:t>contract</a:t>
            </a:r>
            <a:r>
              <a:rPr spc="-20" dirty="0">
                <a:solidFill>
                  <a:srgbClr val="3C3C3C"/>
                </a:solidFill>
                <a:latin typeface="Times New Roman"/>
                <a:cs typeface="Times New Roman"/>
              </a:rPr>
              <a:t> </a:t>
            </a:r>
            <a:r>
              <a:rPr dirty="0">
                <a:solidFill>
                  <a:srgbClr val="3C3C3C"/>
                </a:solidFill>
                <a:latin typeface="Times New Roman"/>
                <a:cs typeface="Times New Roman"/>
              </a:rPr>
              <a:t>places</a:t>
            </a:r>
            <a:r>
              <a:rPr spc="-15" dirty="0">
                <a:solidFill>
                  <a:srgbClr val="3C3C3C"/>
                </a:solidFill>
                <a:latin typeface="Times New Roman"/>
                <a:cs typeface="Times New Roman"/>
              </a:rPr>
              <a:t> </a:t>
            </a:r>
            <a:r>
              <a:rPr dirty="0">
                <a:solidFill>
                  <a:srgbClr val="3C3C3C"/>
                </a:solidFill>
                <a:latin typeface="Times New Roman"/>
                <a:cs typeface="Times New Roman"/>
              </a:rPr>
              <a:t>on</a:t>
            </a:r>
            <a:r>
              <a:rPr spc="-15" dirty="0">
                <a:solidFill>
                  <a:srgbClr val="3C3C3C"/>
                </a:solidFill>
                <a:latin typeface="Times New Roman"/>
                <a:cs typeface="Times New Roman"/>
              </a:rPr>
              <a:t> </a:t>
            </a:r>
            <a:r>
              <a:rPr dirty="0">
                <a:solidFill>
                  <a:srgbClr val="3C3C3C"/>
                </a:solidFill>
                <a:latin typeface="Times New Roman"/>
                <a:cs typeface="Times New Roman"/>
              </a:rPr>
              <a:t>them.</a:t>
            </a:r>
            <a:r>
              <a:rPr spc="-5" dirty="0">
                <a:solidFill>
                  <a:srgbClr val="3C3C3C"/>
                </a:solidFill>
                <a:latin typeface="Times New Roman"/>
                <a:cs typeface="Times New Roman"/>
              </a:rPr>
              <a:t> </a:t>
            </a:r>
            <a:r>
              <a:rPr dirty="0">
                <a:solidFill>
                  <a:srgbClr val="3C3C3C"/>
                </a:solidFill>
                <a:latin typeface="Times New Roman"/>
                <a:cs typeface="Times New Roman"/>
              </a:rPr>
              <a:t>It</a:t>
            </a:r>
            <a:r>
              <a:rPr spc="15" dirty="0">
                <a:solidFill>
                  <a:srgbClr val="3C3C3C"/>
                </a:solidFill>
                <a:latin typeface="Times New Roman"/>
                <a:cs typeface="Times New Roman"/>
              </a:rPr>
              <a:t> </a:t>
            </a:r>
            <a:r>
              <a:rPr dirty="0">
                <a:solidFill>
                  <a:srgbClr val="3C3C3C"/>
                </a:solidFill>
                <a:latin typeface="Times New Roman"/>
                <a:cs typeface="Times New Roman"/>
              </a:rPr>
              <a:t>is</a:t>
            </a:r>
            <a:r>
              <a:rPr spc="-5" dirty="0">
                <a:solidFill>
                  <a:srgbClr val="3C3C3C"/>
                </a:solidFill>
                <a:latin typeface="Times New Roman"/>
                <a:cs typeface="Times New Roman"/>
              </a:rPr>
              <a:t> </a:t>
            </a:r>
            <a:r>
              <a:rPr dirty="0">
                <a:solidFill>
                  <a:srgbClr val="3C3C3C"/>
                </a:solidFill>
                <a:latin typeface="Times New Roman"/>
                <a:cs typeface="Times New Roman"/>
              </a:rPr>
              <a:t>particularly</a:t>
            </a:r>
            <a:r>
              <a:rPr spc="-15" dirty="0">
                <a:solidFill>
                  <a:srgbClr val="3C3C3C"/>
                </a:solidFill>
                <a:latin typeface="Times New Roman"/>
                <a:cs typeface="Times New Roman"/>
              </a:rPr>
              <a:t> </a:t>
            </a:r>
            <a:r>
              <a:rPr dirty="0">
                <a:solidFill>
                  <a:srgbClr val="3C3C3C"/>
                </a:solidFill>
                <a:latin typeface="Times New Roman"/>
                <a:cs typeface="Times New Roman"/>
              </a:rPr>
              <a:t>important</a:t>
            </a:r>
            <a:r>
              <a:rPr spc="-10" dirty="0">
                <a:solidFill>
                  <a:srgbClr val="3C3C3C"/>
                </a:solidFill>
                <a:latin typeface="Times New Roman"/>
                <a:cs typeface="Times New Roman"/>
              </a:rPr>
              <a:t> </a:t>
            </a:r>
            <a:r>
              <a:rPr dirty="0">
                <a:solidFill>
                  <a:srgbClr val="3C3C3C"/>
                </a:solidFill>
                <a:latin typeface="Times New Roman"/>
                <a:cs typeface="Times New Roman"/>
              </a:rPr>
              <a:t>that</a:t>
            </a:r>
            <a:r>
              <a:rPr spc="-25" dirty="0">
                <a:solidFill>
                  <a:srgbClr val="3C3C3C"/>
                </a:solidFill>
                <a:latin typeface="Times New Roman"/>
                <a:cs typeface="Times New Roman"/>
              </a:rPr>
              <a:t> the </a:t>
            </a:r>
            <a:r>
              <a:rPr dirty="0">
                <a:solidFill>
                  <a:srgbClr val="3C3C3C"/>
                </a:solidFill>
                <a:latin typeface="Times New Roman"/>
                <a:cs typeface="Times New Roman"/>
              </a:rPr>
              <a:t>limits</a:t>
            </a:r>
            <a:r>
              <a:rPr spc="-3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their</a:t>
            </a:r>
            <a:r>
              <a:rPr spc="-40" dirty="0">
                <a:solidFill>
                  <a:srgbClr val="3C3C3C"/>
                </a:solidFill>
                <a:latin typeface="Times New Roman"/>
                <a:cs typeface="Times New Roman"/>
              </a:rPr>
              <a:t> </a:t>
            </a:r>
            <a:r>
              <a:rPr dirty="0">
                <a:solidFill>
                  <a:srgbClr val="3C3C3C"/>
                </a:solidFill>
                <a:latin typeface="Times New Roman"/>
                <a:cs typeface="Times New Roman"/>
              </a:rPr>
              <a:t>financial</a:t>
            </a:r>
            <a:r>
              <a:rPr spc="-35" dirty="0">
                <a:solidFill>
                  <a:srgbClr val="3C3C3C"/>
                </a:solidFill>
                <a:latin typeface="Times New Roman"/>
                <a:cs typeface="Times New Roman"/>
              </a:rPr>
              <a:t> </a:t>
            </a:r>
            <a:r>
              <a:rPr dirty="0">
                <a:solidFill>
                  <a:srgbClr val="3C3C3C"/>
                </a:solidFill>
                <a:latin typeface="Times New Roman"/>
                <a:cs typeface="Times New Roman"/>
              </a:rPr>
              <a:t>authority</a:t>
            </a:r>
            <a:r>
              <a:rPr spc="-45" dirty="0">
                <a:solidFill>
                  <a:srgbClr val="3C3C3C"/>
                </a:solidFill>
                <a:latin typeface="Times New Roman"/>
                <a:cs typeface="Times New Roman"/>
              </a:rPr>
              <a:t> </a:t>
            </a:r>
            <a:r>
              <a:rPr dirty="0">
                <a:solidFill>
                  <a:srgbClr val="3C3C3C"/>
                </a:solidFill>
                <a:latin typeface="Times New Roman"/>
                <a:cs typeface="Times New Roman"/>
              </a:rPr>
              <a:t>are</a:t>
            </a:r>
            <a:r>
              <a:rPr spc="-20" dirty="0">
                <a:solidFill>
                  <a:srgbClr val="3C3C3C"/>
                </a:solidFill>
                <a:latin typeface="Times New Roman"/>
                <a:cs typeface="Times New Roman"/>
              </a:rPr>
              <a:t> </a:t>
            </a:r>
            <a:r>
              <a:rPr dirty="0">
                <a:solidFill>
                  <a:srgbClr val="3C3C3C"/>
                </a:solidFill>
                <a:latin typeface="Times New Roman"/>
                <a:cs typeface="Times New Roman"/>
              </a:rPr>
              <a:t>explicitly</a:t>
            </a:r>
            <a:r>
              <a:rPr spc="-35" dirty="0">
                <a:solidFill>
                  <a:srgbClr val="3C3C3C"/>
                </a:solidFill>
                <a:latin typeface="Times New Roman"/>
                <a:cs typeface="Times New Roman"/>
              </a:rPr>
              <a:t> </a:t>
            </a:r>
            <a:r>
              <a:rPr dirty="0">
                <a:solidFill>
                  <a:srgbClr val="3C3C3C"/>
                </a:solidFill>
                <a:latin typeface="Times New Roman"/>
                <a:cs typeface="Times New Roman"/>
              </a:rPr>
              <a:t>stated,</a:t>
            </a:r>
            <a:r>
              <a:rPr spc="-30" dirty="0">
                <a:solidFill>
                  <a:srgbClr val="3C3C3C"/>
                </a:solidFill>
                <a:latin typeface="Times New Roman"/>
                <a:cs typeface="Times New Roman"/>
              </a:rPr>
              <a:t> </a:t>
            </a:r>
            <a:r>
              <a:rPr dirty="0">
                <a:solidFill>
                  <a:srgbClr val="3C3C3C"/>
                </a:solidFill>
                <a:latin typeface="Times New Roman"/>
                <a:cs typeface="Times New Roman"/>
              </a:rPr>
              <a:t>i.e.</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extent</a:t>
            </a:r>
            <a:r>
              <a:rPr spc="-35"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which</a:t>
            </a:r>
            <a:r>
              <a:rPr spc="-30" dirty="0">
                <a:solidFill>
                  <a:srgbClr val="3C3C3C"/>
                </a:solidFill>
                <a:latin typeface="Times New Roman"/>
                <a:cs typeface="Times New Roman"/>
              </a:rPr>
              <a:t> </a:t>
            </a:r>
            <a:r>
              <a:rPr spc="-20" dirty="0">
                <a:solidFill>
                  <a:srgbClr val="3C3C3C"/>
                </a:solidFill>
                <a:latin typeface="Times New Roman"/>
                <a:cs typeface="Times New Roman"/>
              </a:rPr>
              <a:t>they </a:t>
            </a:r>
            <a:r>
              <a:rPr dirty="0">
                <a:solidFill>
                  <a:srgbClr val="3C3C3C"/>
                </a:solidFill>
                <a:latin typeface="Times New Roman"/>
                <a:cs typeface="Times New Roman"/>
              </a:rPr>
              <a:t>can</a:t>
            </a:r>
            <a:r>
              <a:rPr spc="-25" dirty="0">
                <a:solidFill>
                  <a:srgbClr val="3C3C3C"/>
                </a:solidFill>
                <a:latin typeface="Times New Roman"/>
                <a:cs typeface="Times New Roman"/>
              </a:rPr>
              <a:t> </a:t>
            </a:r>
            <a:r>
              <a:rPr dirty="0">
                <a:solidFill>
                  <a:srgbClr val="3C3C3C"/>
                </a:solidFill>
                <a:latin typeface="Times New Roman"/>
                <a:cs typeface="Times New Roman"/>
              </a:rPr>
              <a:t>authorize</a:t>
            </a:r>
            <a:r>
              <a:rPr spc="-30" dirty="0">
                <a:solidFill>
                  <a:srgbClr val="3C3C3C"/>
                </a:solidFill>
                <a:latin typeface="Times New Roman"/>
                <a:cs typeface="Times New Roman"/>
              </a:rPr>
              <a:t> </a:t>
            </a:r>
            <a:r>
              <a:rPr dirty="0">
                <a:solidFill>
                  <a:srgbClr val="3C3C3C"/>
                </a:solidFill>
                <a:latin typeface="Times New Roman"/>
                <a:cs typeface="Times New Roman"/>
              </a:rPr>
              <a:t>changes</a:t>
            </a:r>
            <a:r>
              <a:rPr spc="-45"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cost</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spc="-10" dirty="0">
                <a:solidFill>
                  <a:srgbClr val="3C3C3C"/>
                </a:solidFill>
                <a:latin typeface="Times New Roman"/>
                <a:cs typeface="Times New Roman"/>
              </a:rPr>
              <a:t>contract.</a:t>
            </a:r>
            <a:endParaRPr dirty="0">
              <a:latin typeface="Times New Roman"/>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spc="-25" dirty="0">
                          <a:solidFill>
                            <a:srgbClr val="FFFFFF"/>
                          </a:solidFill>
                          <a:latin typeface="Times New Roman"/>
                          <a:cs typeface="Times New Roman"/>
                        </a:rPr>
                        <a:t>ACCEPTANCE</a:t>
                      </a:r>
                      <a:r>
                        <a:rPr sz="2800" b="1" spc="-110" dirty="0">
                          <a:solidFill>
                            <a:srgbClr val="FFFFFF"/>
                          </a:solidFill>
                          <a:latin typeface="Times New Roman"/>
                          <a:cs typeface="Times New Roman"/>
                        </a:rPr>
                        <a:t> </a:t>
                      </a:r>
                      <a:r>
                        <a:rPr sz="2800" b="1" spc="-10" dirty="0">
                          <a:solidFill>
                            <a:srgbClr val="FFFFFF"/>
                          </a:solidFill>
                          <a:latin typeface="Times New Roman"/>
                          <a:cs typeface="Times New Roman"/>
                        </a:rPr>
                        <a:t>PROCEDURE</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166925" y="2949322"/>
            <a:ext cx="7719695" cy="1528445"/>
          </a:xfrm>
          <a:prstGeom prst="rect">
            <a:avLst/>
          </a:prstGeom>
        </p:spPr>
        <p:txBody>
          <a:bodyPr vert="horz" wrap="square" lIns="0" tIns="12700" rIns="0" bIns="0" rtlCol="0">
            <a:spAutoFit/>
          </a:bodyPr>
          <a:lstStyle/>
          <a:p>
            <a:pPr marL="318770" marR="5080" indent="-306705">
              <a:spcBef>
                <a:spcPts val="100"/>
              </a:spcBef>
              <a:buChar char="◾"/>
              <a:tabLst>
                <a:tab pos="318770" algn="l"/>
                <a:tab pos="362585" algn="l"/>
              </a:tabLst>
            </a:pPr>
            <a:r>
              <a:rPr sz="1650" dirty="0">
                <a:solidFill>
                  <a:srgbClr val="903062"/>
                </a:solidFill>
                <a:latin typeface="Cambria"/>
                <a:cs typeface="Cambria"/>
              </a:rPr>
              <a:t>	</a:t>
            </a:r>
            <a:r>
              <a:rPr dirty="0">
                <a:solidFill>
                  <a:srgbClr val="3C3C3C"/>
                </a:solidFill>
                <a:latin typeface="Times New Roman"/>
                <a:cs typeface="Times New Roman"/>
              </a:rPr>
              <a:t>Acceptance</a:t>
            </a:r>
            <a:r>
              <a:rPr spc="-50" dirty="0">
                <a:solidFill>
                  <a:srgbClr val="3C3C3C"/>
                </a:solidFill>
                <a:latin typeface="Times New Roman"/>
                <a:cs typeface="Times New Roman"/>
              </a:rPr>
              <a:t> </a:t>
            </a:r>
            <a:r>
              <a:rPr dirty="0">
                <a:solidFill>
                  <a:srgbClr val="3C3C3C"/>
                </a:solidFill>
                <a:latin typeface="Times New Roman"/>
                <a:cs typeface="Times New Roman"/>
              </a:rPr>
              <a:t>procedures</a:t>
            </a:r>
            <a:r>
              <a:rPr spc="-45" dirty="0">
                <a:solidFill>
                  <a:srgbClr val="3C3C3C"/>
                </a:solidFill>
                <a:latin typeface="Times New Roman"/>
                <a:cs typeface="Times New Roman"/>
              </a:rPr>
              <a:t> </a:t>
            </a:r>
            <a:r>
              <a:rPr dirty="0">
                <a:solidFill>
                  <a:srgbClr val="3C3C3C"/>
                </a:solidFill>
                <a:latin typeface="Times New Roman"/>
                <a:cs typeface="Times New Roman"/>
              </a:rPr>
              <a:t>are</a:t>
            </a:r>
            <a:r>
              <a:rPr spc="-45" dirty="0">
                <a:solidFill>
                  <a:srgbClr val="3C3C3C"/>
                </a:solidFill>
                <a:latin typeface="Times New Roman"/>
                <a:cs typeface="Times New Roman"/>
              </a:rPr>
              <a:t> </a:t>
            </a:r>
            <a:r>
              <a:rPr dirty="0">
                <a:solidFill>
                  <a:srgbClr val="3C3C3C"/>
                </a:solidFill>
                <a:latin typeface="Times New Roman"/>
                <a:cs typeface="Times New Roman"/>
              </a:rPr>
              <a:t>a</a:t>
            </a:r>
            <a:r>
              <a:rPr spc="-30" dirty="0">
                <a:solidFill>
                  <a:srgbClr val="3C3C3C"/>
                </a:solidFill>
                <a:latin typeface="Times New Roman"/>
                <a:cs typeface="Times New Roman"/>
              </a:rPr>
              <a:t> </a:t>
            </a:r>
            <a:r>
              <a:rPr dirty="0">
                <a:solidFill>
                  <a:srgbClr val="3C3C3C"/>
                </a:solidFill>
                <a:latin typeface="Times New Roman"/>
                <a:cs typeface="Times New Roman"/>
              </a:rPr>
              <a:t>critical</a:t>
            </a:r>
            <a:r>
              <a:rPr spc="-60" dirty="0">
                <a:solidFill>
                  <a:srgbClr val="3C3C3C"/>
                </a:solidFill>
                <a:latin typeface="Times New Roman"/>
                <a:cs typeface="Times New Roman"/>
              </a:rPr>
              <a:t> </a:t>
            </a:r>
            <a:r>
              <a:rPr dirty="0">
                <a:solidFill>
                  <a:srgbClr val="3C3C3C"/>
                </a:solidFill>
                <a:latin typeface="Times New Roman"/>
                <a:cs typeface="Times New Roman"/>
              </a:rPr>
              <a:t>part</a:t>
            </a:r>
            <a:r>
              <a:rPr spc="-35" dirty="0">
                <a:solidFill>
                  <a:srgbClr val="3C3C3C"/>
                </a:solidFill>
                <a:latin typeface="Times New Roman"/>
                <a:cs typeface="Times New Roman"/>
              </a:rPr>
              <a:t> </a:t>
            </a:r>
            <a:r>
              <a:rPr dirty="0">
                <a:solidFill>
                  <a:srgbClr val="3C3C3C"/>
                </a:solidFill>
                <a:latin typeface="Times New Roman"/>
                <a:cs typeface="Times New Roman"/>
              </a:rPr>
              <a:t>of</a:t>
            </a:r>
            <a:r>
              <a:rPr spc="-45" dirty="0">
                <a:solidFill>
                  <a:srgbClr val="3C3C3C"/>
                </a:solidFill>
                <a:latin typeface="Times New Roman"/>
                <a:cs typeface="Times New Roman"/>
              </a:rPr>
              <a:t> </a:t>
            </a:r>
            <a:r>
              <a:rPr dirty="0">
                <a:solidFill>
                  <a:srgbClr val="3C3C3C"/>
                </a:solidFill>
                <a:latin typeface="Times New Roman"/>
                <a:cs typeface="Times New Roman"/>
              </a:rPr>
              <a:t>contract</a:t>
            </a:r>
            <a:r>
              <a:rPr spc="-50" dirty="0">
                <a:solidFill>
                  <a:srgbClr val="3C3C3C"/>
                </a:solidFill>
                <a:latin typeface="Times New Roman"/>
                <a:cs typeface="Times New Roman"/>
              </a:rPr>
              <a:t> </a:t>
            </a:r>
            <a:r>
              <a:rPr dirty="0">
                <a:solidFill>
                  <a:srgbClr val="3C3C3C"/>
                </a:solidFill>
                <a:latin typeface="Times New Roman"/>
                <a:cs typeface="Times New Roman"/>
              </a:rPr>
              <a:t>for</a:t>
            </a:r>
            <a:r>
              <a:rPr spc="-35" dirty="0">
                <a:solidFill>
                  <a:srgbClr val="3C3C3C"/>
                </a:solidFill>
                <a:latin typeface="Times New Roman"/>
                <a:cs typeface="Times New Roman"/>
              </a:rPr>
              <a:t> </a:t>
            </a:r>
            <a:r>
              <a:rPr dirty="0">
                <a:solidFill>
                  <a:srgbClr val="3C3C3C"/>
                </a:solidFill>
                <a:latin typeface="Times New Roman"/>
                <a:cs typeface="Times New Roman"/>
              </a:rPr>
              <a:t>they</a:t>
            </a:r>
            <a:r>
              <a:rPr spc="-5" dirty="0">
                <a:solidFill>
                  <a:srgbClr val="3C3C3C"/>
                </a:solidFill>
                <a:latin typeface="Times New Roman"/>
                <a:cs typeface="Times New Roman"/>
              </a:rPr>
              <a:t> </a:t>
            </a:r>
            <a:r>
              <a:rPr dirty="0">
                <a:solidFill>
                  <a:srgbClr val="3C3C3C"/>
                </a:solidFill>
                <a:latin typeface="Times New Roman"/>
                <a:cs typeface="Times New Roman"/>
              </a:rPr>
              <a:t>provide</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spc="-10" dirty="0">
                <a:solidFill>
                  <a:srgbClr val="3C3C3C"/>
                </a:solidFill>
                <a:latin typeface="Times New Roman"/>
                <a:cs typeface="Times New Roman"/>
              </a:rPr>
              <a:t>criteria </a:t>
            </a:r>
            <a:r>
              <a:rPr dirty="0">
                <a:solidFill>
                  <a:srgbClr val="3C3C3C"/>
                </a:solidFill>
                <a:latin typeface="Times New Roman"/>
                <a:cs typeface="Times New Roman"/>
              </a:rPr>
              <a:t>by</a:t>
            </a:r>
            <a:r>
              <a:rPr spc="-45" dirty="0">
                <a:solidFill>
                  <a:srgbClr val="3C3C3C"/>
                </a:solidFill>
                <a:latin typeface="Times New Roman"/>
                <a:cs typeface="Times New Roman"/>
              </a:rPr>
              <a:t> </a:t>
            </a:r>
            <a:r>
              <a:rPr dirty="0">
                <a:solidFill>
                  <a:srgbClr val="3C3C3C"/>
                </a:solidFill>
                <a:latin typeface="Times New Roman"/>
                <a:cs typeface="Times New Roman"/>
              </a:rPr>
              <a:t>which</a:t>
            </a:r>
            <a:r>
              <a:rPr spc="-25" dirty="0">
                <a:solidFill>
                  <a:srgbClr val="3C3C3C"/>
                </a:solidFill>
                <a:latin typeface="Times New Roman"/>
                <a:cs typeface="Times New Roman"/>
              </a:rPr>
              <a:t> </a:t>
            </a:r>
            <a:r>
              <a:rPr dirty="0">
                <a:solidFill>
                  <a:srgbClr val="3C3C3C"/>
                </a:solidFill>
                <a:latin typeface="Times New Roman"/>
                <a:cs typeface="Times New Roman"/>
              </a:rPr>
              <a:t>successful</a:t>
            </a:r>
            <a:r>
              <a:rPr spc="-40" dirty="0">
                <a:solidFill>
                  <a:srgbClr val="3C3C3C"/>
                </a:solidFill>
                <a:latin typeface="Times New Roman"/>
                <a:cs typeface="Times New Roman"/>
              </a:rPr>
              <a:t> </a:t>
            </a:r>
            <a:r>
              <a:rPr dirty="0">
                <a:solidFill>
                  <a:srgbClr val="3C3C3C"/>
                </a:solidFill>
                <a:latin typeface="Times New Roman"/>
                <a:cs typeface="Times New Roman"/>
              </a:rPr>
              <a:t>completion</a:t>
            </a:r>
            <a:r>
              <a:rPr spc="-50"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contract</a:t>
            </a:r>
            <a:r>
              <a:rPr spc="-45" dirty="0">
                <a:solidFill>
                  <a:srgbClr val="3C3C3C"/>
                </a:solidFill>
                <a:latin typeface="Times New Roman"/>
                <a:cs typeface="Times New Roman"/>
              </a:rPr>
              <a:t> </a:t>
            </a:r>
            <a:r>
              <a:rPr dirty="0">
                <a:solidFill>
                  <a:srgbClr val="3C3C3C"/>
                </a:solidFill>
                <a:latin typeface="Times New Roman"/>
                <a:cs typeface="Times New Roman"/>
              </a:rPr>
              <a:t>is</a:t>
            </a:r>
            <a:r>
              <a:rPr spc="-45" dirty="0">
                <a:solidFill>
                  <a:srgbClr val="3C3C3C"/>
                </a:solidFill>
                <a:latin typeface="Times New Roman"/>
                <a:cs typeface="Times New Roman"/>
              </a:rPr>
              <a:t> </a:t>
            </a:r>
            <a:r>
              <a:rPr spc="-10" dirty="0">
                <a:solidFill>
                  <a:srgbClr val="3C3C3C"/>
                </a:solidFill>
                <a:latin typeface="Times New Roman"/>
                <a:cs typeface="Times New Roman"/>
              </a:rPr>
              <a:t>judged.</a:t>
            </a:r>
            <a:endParaRPr>
              <a:latin typeface="Times New Roman"/>
              <a:cs typeface="Times New Roman"/>
            </a:endParaRPr>
          </a:p>
          <a:p>
            <a:pPr marL="318770" marR="43180" indent="-306705">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essence</a:t>
            </a:r>
            <a:r>
              <a:rPr spc="-30" dirty="0">
                <a:solidFill>
                  <a:srgbClr val="3C3C3C"/>
                </a:solidFill>
                <a:latin typeface="Times New Roman"/>
                <a:cs typeface="Times New Roman"/>
              </a:rPr>
              <a:t> </a:t>
            </a:r>
            <a:r>
              <a:rPr dirty="0">
                <a:solidFill>
                  <a:srgbClr val="3C3C3C"/>
                </a:solidFill>
                <a:latin typeface="Times New Roman"/>
                <a:cs typeface="Times New Roman"/>
              </a:rPr>
              <a:t>of</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acceptance</a:t>
            </a:r>
            <a:r>
              <a:rPr spc="-50" dirty="0">
                <a:solidFill>
                  <a:srgbClr val="3C3C3C"/>
                </a:solidFill>
                <a:latin typeface="Times New Roman"/>
                <a:cs typeface="Times New Roman"/>
              </a:rPr>
              <a:t> </a:t>
            </a:r>
            <a:r>
              <a:rPr dirty="0">
                <a:solidFill>
                  <a:srgbClr val="3C3C3C"/>
                </a:solidFill>
                <a:latin typeface="Times New Roman"/>
                <a:cs typeface="Times New Roman"/>
              </a:rPr>
              <a:t>procedure</a:t>
            </a:r>
            <a:r>
              <a:rPr spc="-45"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that</a:t>
            </a:r>
            <a:r>
              <a:rPr spc="-4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client</a:t>
            </a:r>
            <a:r>
              <a:rPr spc="-15" dirty="0">
                <a:solidFill>
                  <a:srgbClr val="3C3C3C"/>
                </a:solidFill>
                <a:latin typeface="Times New Roman"/>
                <a:cs typeface="Times New Roman"/>
              </a:rPr>
              <a:t> </a:t>
            </a:r>
            <a:r>
              <a:rPr dirty="0">
                <a:solidFill>
                  <a:srgbClr val="3C3C3C"/>
                </a:solidFill>
                <a:latin typeface="Times New Roman"/>
                <a:cs typeface="Times New Roman"/>
              </a:rPr>
              <a:t>should</a:t>
            </a:r>
            <a:r>
              <a:rPr spc="-30" dirty="0">
                <a:solidFill>
                  <a:srgbClr val="3C3C3C"/>
                </a:solidFill>
                <a:latin typeface="Times New Roman"/>
                <a:cs typeface="Times New Roman"/>
              </a:rPr>
              <a:t> </a:t>
            </a:r>
            <a:r>
              <a:rPr dirty="0">
                <a:solidFill>
                  <a:srgbClr val="3C3C3C"/>
                </a:solidFill>
                <a:latin typeface="Times New Roman"/>
                <a:cs typeface="Times New Roman"/>
              </a:rPr>
              <a:t>provide</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spc="-10" dirty="0">
                <a:solidFill>
                  <a:srgbClr val="3C3C3C"/>
                </a:solidFill>
                <a:latin typeface="Times New Roman"/>
                <a:cs typeface="Times New Roman"/>
              </a:rPr>
              <a:t>fixed </a:t>
            </a:r>
            <a:r>
              <a:rPr dirty="0">
                <a:solidFill>
                  <a:srgbClr val="3C3C3C"/>
                </a:solidFill>
                <a:latin typeface="Times New Roman"/>
                <a:cs typeface="Times New Roman"/>
              </a:rPr>
              <a:t>set</a:t>
            </a:r>
            <a:r>
              <a:rPr spc="-35" dirty="0">
                <a:solidFill>
                  <a:srgbClr val="3C3C3C"/>
                </a:solidFill>
                <a:latin typeface="Times New Roman"/>
                <a:cs typeface="Times New Roman"/>
              </a:rPr>
              <a:t> </a:t>
            </a:r>
            <a:r>
              <a:rPr dirty="0">
                <a:solidFill>
                  <a:srgbClr val="3C3C3C"/>
                </a:solidFill>
                <a:latin typeface="Times New Roman"/>
                <a:cs typeface="Times New Roman"/>
              </a:rPr>
              <a:t>of</a:t>
            </a:r>
            <a:r>
              <a:rPr spc="-35" dirty="0">
                <a:solidFill>
                  <a:srgbClr val="3C3C3C"/>
                </a:solidFill>
                <a:latin typeface="Times New Roman"/>
                <a:cs typeface="Times New Roman"/>
              </a:rPr>
              <a:t> </a:t>
            </a:r>
            <a:r>
              <a:rPr dirty="0">
                <a:solidFill>
                  <a:srgbClr val="3C3C3C"/>
                </a:solidFill>
                <a:latin typeface="Times New Roman"/>
                <a:cs typeface="Times New Roman"/>
              </a:rPr>
              <a:t>acceptance</a:t>
            </a:r>
            <a:r>
              <a:rPr spc="-65" dirty="0">
                <a:solidFill>
                  <a:srgbClr val="3C3C3C"/>
                </a:solidFill>
                <a:latin typeface="Times New Roman"/>
                <a:cs typeface="Times New Roman"/>
              </a:rPr>
              <a:t> </a:t>
            </a:r>
            <a:r>
              <a:rPr dirty="0">
                <a:solidFill>
                  <a:srgbClr val="3C3C3C"/>
                </a:solidFill>
                <a:latin typeface="Times New Roman"/>
                <a:cs typeface="Times New Roman"/>
              </a:rPr>
              <a:t>tests</a:t>
            </a:r>
            <a:r>
              <a:rPr spc="-45" dirty="0">
                <a:solidFill>
                  <a:srgbClr val="3C3C3C"/>
                </a:solidFill>
                <a:latin typeface="Times New Roman"/>
                <a:cs typeface="Times New Roman"/>
              </a:rPr>
              <a:t> </a:t>
            </a:r>
            <a:r>
              <a:rPr dirty="0">
                <a:solidFill>
                  <a:srgbClr val="3C3C3C"/>
                </a:solidFill>
                <a:latin typeface="Times New Roman"/>
                <a:cs typeface="Times New Roman"/>
              </a:rPr>
              <a:t>and</a:t>
            </a:r>
            <a:r>
              <a:rPr spc="-35" dirty="0">
                <a:solidFill>
                  <a:srgbClr val="3C3C3C"/>
                </a:solidFill>
                <a:latin typeface="Times New Roman"/>
                <a:cs typeface="Times New Roman"/>
              </a:rPr>
              <a:t> </a:t>
            </a:r>
            <a:r>
              <a:rPr dirty="0">
                <a:solidFill>
                  <a:srgbClr val="3C3C3C"/>
                </a:solidFill>
                <a:latin typeface="Times New Roman"/>
                <a:cs typeface="Times New Roman"/>
              </a:rPr>
              <a:t>expected</a:t>
            </a:r>
            <a:r>
              <a:rPr spc="-50" dirty="0">
                <a:solidFill>
                  <a:srgbClr val="3C3C3C"/>
                </a:solidFill>
                <a:latin typeface="Times New Roman"/>
                <a:cs typeface="Times New Roman"/>
              </a:rPr>
              <a:t> </a:t>
            </a:r>
            <a:r>
              <a:rPr dirty="0">
                <a:solidFill>
                  <a:srgbClr val="3C3C3C"/>
                </a:solidFill>
                <a:latin typeface="Times New Roman"/>
                <a:cs typeface="Times New Roman"/>
              </a:rPr>
              <a:t>results</a:t>
            </a:r>
            <a:r>
              <a:rPr spc="-45" dirty="0">
                <a:solidFill>
                  <a:srgbClr val="3C3C3C"/>
                </a:solidFill>
                <a:latin typeface="Times New Roman"/>
                <a:cs typeface="Times New Roman"/>
              </a:rPr>
              <a:t> </a:t>
            </a:r>
            <a:r>
              <a:rPr dirty="0">
                <a:solidFill>
                  <a:srgbClr val="3C3C3C"/>
                </a:solidFill>
                <a:latin typeface="Times New Roman"/>
                <a:cs typeface="Times New Roman"/>
              </a:rPr>
              <a:t>and</a:t>
            </a:r>
            <a:r>
              <a:rPr spc="-20" dirty="0">
                <a:solidFill>
                  <a:srgbClr val="3C3C3C"/>
                </a:solidFill>
                <a:latin typeface="Times New Roman"/>
                <a:cs typeface="Times New Roman"/>
              </a:rPr>
              <a:t> </a:t>
            </a:r>
            <a:r>
              <a:rPr dirty="0">
                <a:solidFill>
                  <a:srgbClr val="3C3C3C"/>
                </a:solidFill>
                <a:latin typeface="Times New Roman"/>
                <a:cs typeface="Times New Roman"/>
              </a:rPr>
              <a:t>that</a:t>
            </a:r>
            <a:r>
              <a:rPr spc="-30" dirty="0">
                <a:solidFill>
                  <a:srgbClr val="3C3C3C"/>
                </a:solidFill>
                <a:latin typeface="Times New Roman"/>
                <a:cs typeface="Times New Roman"/>
              </a:rPr>
              <a:t> </a:t>
            </a:r>
            <a:r>
              <a:rPr dirty="0">
                <a:solidFill>
                  <a:srgbClr val="3C3C3C"/>
                </a:solidFill>
                <a:latin typeface="Times New Roman"/>
                <a:cs typeface="Times New Roman"/>
              </a:rPr>
              <a:t>successful</a:t>
            </a:r>
            <a:r>
              <a:rPr spc="-50" dirty="0">
                <a:solidFill>
                  <a:srgbClr val="3C3C3C"/>
                </a:solidFill>
                <a:latin typeface="Times New Roman"/>
                <a:cs typeface="Times New Roman"/>
              </a:rPr>
              <a:t> </a:t>
            </a:r>
            <a:r>
              <a:rPr dirty="0">
                <a:solidFill>
                  <a:srgbClr val="3C3C3C"/>
                </a:solidFill>
                <a:latin typeface="Times New Roman"/>
                <a:cs typeface="Times New Roman"/>
              </a:rPr>
              <a:t>performance</a:t>
            </a:r>
            <a:r>
              <a:rPr spc="-35" dirty="0">
                <a:solidFill>
                  <a:srgbClr val="3C3C3C"/>
                </a:solidFill>
                <a:latin typeface="Times New Roman"/>
                <a:cs typeface="Times New Roman"/>
              </a:rPr>
              <a:t> </a:t>
            </a:r>
            <a:r>
              <a:rPr spc="-25" dirty="0">
                <a:solidFill>
                  <a:srgbClr val="3C3C3C"/>
                </a:solidFill>
                <a:latin typeface="Times New Roman"/>
                <a:cs typeface="Times New Roman"/>
              </a:rPr>
              <a:t>of </a:t>
            </a:r>
            <a:r>
              <a:rPr dirty="0">
                <a:solidFill>
                  <a:srgbClr val="3C3C3C"/>
                </a:solidFill>
                <a:latin typeface="Times New Roman"/>
                <a:cs typeface="Times New Roman"/>
              </a:rPr>
              <a:t>these</a:t>
            </a:r>
            <a:r>
              <a:rPr spc="-35" dirty="0">
                <a:solidFill>
                  <a:srgbClr val="3C3C3C"/>
                </a:solidFill>
                <a:latin typeface="Times New Roman"/>
                <a:cs typeface="Times New Roman"/>
              </a:rPr>
              <a:t> </a:t>
            </a:r>
            <a:r>
              <a:rPr dirty="0">
                <a:solidFill>
                  <a:srgbClr val="3C3C3C"/>
                </a:solidFill>
                <a:latin typeface="Times New Roman"/>
                <a:cs typeface="Times New Roman"/>
              </a:rPr>
              <a:t>tests</a:t>
            </a:r>
            <a:r>
              <a:rPr spc="-40" dirty="0">
                <a:solidFill>
                  <a:srgbClr val="3C3C3C"/>
                </a:solidFill>
                <a:latin typeface="Times New Roman"/>
                <a:cs typeface="Times New Roman"/>
              </a:rPr>
              <a:t> </a:t>
            </a:r>
            <a:r>
              <a:rPr dirty="0">
                <a:solidFill>
                  <a:srgbClr val="3C3C3C"/>
                </a:solidFill>
                <a:latin typeface="Times New Roman"/>
                <a:cs typeface="Times New Roman"/>
              </a:rPr>
              <a:t>shall</a:t>
            </a:r>
            <a:r>
              <a:rPr spc="-25" dirty="0">
                <a:solidFill>
                  <a:srgbClr val="3C3C3C"/>
                </a:solidFill>
                <a:latin typeface="Times New Roman"/>
                <a:cs typeface="Times New Roman"/>
              </a:rPr>
              <a:t> </a:t>
            </a:r>
            <a:r>
              <a:rPr dirty="0">
                <a:solidFill>
                  <a:srgbClr val="3C3C3C"/>
                </a:solidFill>
                <a:latin typeface="Times New Roman"/>
                <a:cs typeface="Times New Roman"/>
              </a:rPr>
              <a:t>constitute</a:t>
            </a:r>
            <a:r>
              <a:rPr spc="-40" dirty="0">
                <a:solidFill>
                  <a:srgbClr val="3C3C3C"/>
                </a:solidFill>
                <a:latin typeface="Times New Roman"/>
                <a:cs typeface="Times New Roman"/>
              </a:rPr>
              <a:t> </a:t>
            </a:r>
            <a:r>
              <a:rPr dirty="0">
                <a:solidFill>
                  <a:srgbClr val="3C3C3C"/>
                </a:solidFill>
                <a:latin typeface="Times New Roman"/>
                <a:cs typeface="Times New Roman"/>
              </a:rPr>
              <a:t>acceptance</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spc="-10" dirty="0">
                <a:solidFill>
                  <a:srgbClr val="3C3C3C"/>
                </a:solidFill>
                <a:latin typeface="Times New Roman"/>
                <a:cs typeface="Times New Roman"/>
              </a:rPr>
              <a:t>system.</a:t>
            </a:r>
            <a:endParaRPr>
              <a:latin typeface="Times New Roman"/>
              <a:cs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spc="-10" dirty="0">
                          <a:solidFill>
                            <a:srgbClr val="FFFFFF"/>
                          </a:solidFill>
                          <a:latin typeface="Times New Roman"/>
                          <a:cs typeface="Times New Roman"/>
                        </a:rPr>
                        <a:t>INDEMNITY</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0" y="2618995"/>
            <a:ext cx="8684260" cy="1674817"/>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It</a:t>
            </a:r>
            <a:r>
              <a:rPr spc="-40" dirty="0">
                <a:solidFill>
                  <a:srgbClr val="3C3C3C"/>
                </a:solidFill>
                <a:latin typeface="Times New Roman"/>
                <a:cs typeface="Times New Roman"/>
              </a:rPr>
              <a:t> </a:t>
            </a:r>
            <a:r>
              <a:rPr dirty="0">
                <a:solidFill>
                  <a:srgbClr val="3C3C3C"/>
                </a:solidFill>
                <a:latin typeface="Times New Roman"/>
                <a:cs typeface="Times New Roman"/>
              </a:rPr>
              <a:t>could</a:t>
            </a:r>
            <a:r>
              <a:rPr spc="-30" dirty="0">
                <a:solidFill>
                  <a:srgbClr val="3C3C3C"/>
                </a:solidFill>
                <a:latin typeface="Times New Roman"/>
                <a:cs typeface="Times New Roman"/>
              </a:rPr>
              <a:t> </a:t>
            </a:r>
            <a:r>
              <a:rPr dirty="0">
                <a:solidFill>
                  <a:srgbClr val="3C3C3C"/>
                </a:solidFill>
                <a:latin typeface="Times New Roman"/>
                <a:cs typeface="Times New Roman"/>
              </a:rPr>
              <a:t>happen</a:t>
            </a:r>
            <a:r>
              <a:rPr spc="-35" dirty="0">
                <a:solidFill>
                  <a:srgbClr val="3C3C3C"/>
                </a:solidFill>
                <a:latin typeface="Times New Roman"/>
                <a:cs typeface="Times New Roman"/>
              </a:rPr>
              <a:t> </a:t>
            </a:r>
            <a:r>
              <a:rPr dirty="0">
                <a:solidFill>
                  <a:srgbClr val="3C3C3C"/>
                </a:solidFill>
                <a:latin typeface="Times New Roman"/>
                <a:cs typeface="Times New Roman"/>
              </a:rPr>
              <a:t>that,</a:t>
            </a:r>
            <a:r>
              <a:rPr spc="-35" dirty="0">
                <a:solidFill>
                  <a:srgbClr val="3C3C3C"/>
                </a:solidFill>
                <a:latin typeface="Times New Roman"/>
                <a:cs typeface="Times New Roman"/>
              </a:rPr>
              <a:t> </a:t>
            </a:r>
            <a:r>
              <a:rPr dirty="0">
                <a:solidFill>
                  <a:srgbClr val="3C3C3C"/>
                </a:solidFill>
                <a:latin typeface="Times New Roman"/>
                <a:cs typeface="Times New Roman"/>
              </a:rPr>
              <a:t>as</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dirty="0">
                <a:solidFill>
                  <a:srgbClr val="3C3C3C"/>
                </a:solidFill>
                <a:latin typeface="Times New Roman"/>
                <a:cs typeface="Times New Roman"/>
              </a:rPr>
              <a:t>result</a:t>
            </a:r>
            <a:r>
              <a:rPr spc="-35"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spc="-10" dirty="0">
                <a:solidFill>
                  <a:srgbClr val="3C3C3C"/>
                </a:solidFill>
                <a:latin typeface="Times New Roman"/>
                <a:cs typeface="Times New Roman"/>
              </a:rPr>
              <a:t>client’s</a:t>
            </a:r>
            <a:r>
              <a:rPr spc="-50" dirty="0">
                <a:solidFill>
                  <a:srgbClr val="3C3C3C"/>
                </a:solidFill>
                <a:latin typeface="Times New Roman"/>
                <a:cs typeface="Times New Roman"/>
              </a:rPr>
              <a:t> </a:t>
            </a:r>
            <a:r>
              <a:rPr dirty="0">
                <a:solidFill>
                  <a:srgbClr val="3C3C3C"/>
                </a:solidFill>
                <a:latin typeface="Times New Roman"/>
                <a:cs typeface="Times New Roman"/>
              </a:rPr>
              <a:t>instructions,</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supplier</a:t>
            </a:r>
            <a:r>
              <a:rPr spc="-25" dirty="0">
                <a:solidFill>
                  <a:srgbClr val="3C3C3C"/>
                </a:solidFill>
                <a:latin typeface="Times New Roman"/>
                <a:cs typeface="Times New Roman"/>
              </a:rPr>
              <a:t> </a:t>
            </a:r>
            <a:r>
              <a:rPr dirty="0">
                <a:solidFill>
                  <a:srgbClr val="3C3C3C"/>
                </a:solidFill>
                <a:latin typeface="Times New Roman"/>
                <a:cs typeface="Times New Roman"/>
              </a:rPr>
              <a:t>is</a:t>
            </a:r>
            <a:r>
              <a:rPr spc="-15" dirty="0">
                <a:solidFill>
                  <a:srgbClr val="3C3C3C"/>
                </a:solidFill>
                <a:latin typeface="Times New Roman"/>
                <a:cs typeface="Times New Roman"/>
              </a:rPr>
              <a:t> </a:t>
            </a:r>
            <a:r>
              <a:rPr spc="-25" dirty="0">
                <a:solidFill>
                  <a:srgbClr val="3C3C3C"/>
                </a:solidFill>
                <a:latin typeface="Times New Roman"/>
                <a:cs typeface="Times New Roman"/>
              </a:rPr>
              <a:t>led </a:t>
            </a:r>
            <a:r>
              <a:rPr dirty="0">
                <a:solidFill>
                  <a:srgbClr val="3C3C3C"/>
                </a:solidFill>
                <a:latin typeface="Times New Roman"/>
                <a:cs typeface="Times New Roman"/>
              </a:rPr>
              <a:t>unwittingly</a:t>
            </a:r>
            <a:r>
              <a:rPr spc="-35" dirty="0">
                <a:solidFill>
                  <a:srgbClr val="3C3C3C"/>
                </a:solidFill>
                <a:latin typeface="Times New Roman"/>
                <a:cs typeface="Times New Roman"/>
              </a:rPr>
              <a:t> </a:t>
            </a:r>
            <a:r>
              <a:rPr dirty="0">
                <a:solidFill>
                  <a:srgbClr val="3C3C3C"/>
                </a:solidFill>
                <a:latin typeface="Times New Roman"/>
                <a:cs typeface="Times New Roman"/>
              </a:rPr>
              <a:t>to</a:t>
            </a:r>
            <a:r>
              <a:rPr spc="-15" dirty="0">
                <a:solidFill>
                  <a:srgbClr val="3C3C3C"/>
                </a:solidFill>
                <a:latin typeface="Times New Roman"/>
                <a:cs typeface="Times New Roman"/>
              </a:rPr>
              <a:t> </a:t>
            </a:r>
            <a:r>
              <a:rPr dirty="0">
                <a:solidFill>
                  <a:srgbClr val="3C3C3C"/>
                </a:solidFill>
                <a:latin typeface="Times New Roman"/>
                <a:cs typeface="Times New Roman"/>
              </a:rPr>
              <a:t>infringe</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dirty="0">
                <a:solidFill>
                  <a:srgbClr val="3C3C3C"/>
                </a:solidFill>
                <a:latin typeface="Times New Roman"/>
                <a:cs typeface="Times New Roman"/>
              </a:rPr>
              <a:t>intellectual</a:t>
            </a:r>
            <a:r>
              <a:rPr spc="-55" dirty="0">
                <a:solidFill>
                  <a:srgbClr val="3C3C3C"/>
                </a:solidFill>
                <a:latin typeface="Times New Roman"/>
                <a:cs typeface="Times New Roman"/>
              </a:rPr>
              <a:t> </a:t>
            </a:r>
            <a:r>
              <a:rPr dirty="0">
                <a:solidFill>
                  <a:srgbClr val="3C3C3C"/>
                </a:solidFill>
                <a:latin typeface="Times New Roman"/>
                <a:cs typeface="Times New Roman"/>
              </a:rPr>
              <a:t>property</a:t>
            </a:r>
            <a:r>
              <a:rPr spc="-20" dirty="0">
                <a:solidFill>
                  <a:srgbClr val="3C3C3C"/>
                </a:solidFill>
                <a:latin typeface="Times New Roman"/>
                <a:cs typeface="Times New Roman"/>
              </a:rPr>
              <a:t> </a:t>
            </a:r>
            <a:r>
              <a:rPr dirty="0">
                <a:solidFill>
                  <a:srgbClr val="3C3C3C"/>
                </a:solidFill>
                <a:latin typeface="Times New Roman"/>
                <a:cs typeface="Times New Roman"/>
              </a:rPr>
              <a:t>rights</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third</a:t>
            </a:r>
            <a:r>
              <a:rPr spc="-30" dirty="0">
                <a:solidFill>
                  <a:srgbClr val="3C3C3C"/>
                </a:solidFill>
                <a:latin typeface="Times New Roman"/>
                <a:cs typeface="Times New Roman"/>
              </a:rPr>
              <a:t> </a:t>
            </a:r>
            <a:r>
              <a:rPr dirty="0">
                <a:solidFill>
                  <a:srgbClr val="3C3C3C"/>
                </a:solidFill>
                <a:latin typeface="Times New Roman"/>
                <a:cs typeface="Times New Roman"/>
              </a:rPr>
              <a:t>party</a:t>
            </a:r>
            <a:r>
              <a:rPr spc="-10" dirty="0">
                <a:solidFill>
                  <a:srgbClr val="3C3C3C"/>
                </a:solidFill>
                <a:latin typeface="Times New Roman"/>
                <a:cs typeface="Times New Roman"/>
              </a:rPr>
              <a:t> </a:t>
            </a:r>
            <a:r>
              <a:rPr dirty="0">
                <a:solidFill>
                  <a:srgbClr val="3C3C3C"/>
                </a:solidFill>
                <a:latin typeface="Times New Roman"/>
                <a:cs typeface="Times New Roman"/>
              </a:rPr>
              <a:t>or</a:t>
            </a:r>
            <a:r>
              <a:rPr spc="-5" dirty="0">
                <a:solidFill>
                  <a:srgbClr val="3C3C3C"/>
                </a:solidFill>
                <a:latin typeface="Times New Roman"/>
                <a:cs typeface="Times New Roman"/>
              </a:rPr>
              <a:t> </a:t>
            </a:r>
            <a:r>
              <a:rPr spc="-10" dirty="0">
                <a:solidFill>
                  <a:srgbClr val="3C3C3C"/>
                </a:solidFill>
                <a:latin typeface="Times New Roman"/>
                <a:cs typeface="Times New Roman"/>
              </a:rPr>
              <a:t>that, </a:t>
            </a:r>
            <a:r>
              <a:rPr dirty="0">
                <a:solidFill>
                  <a:srgbClr val="3C3C3C"/>
                </a:solidFill>
                <a:latin typeface="Times New Roman"/>
                <a:cs typeface="Times New Roman"/>
              </a:rPr>
              <a:t>through</a:t>
            </a:r>
            <a:r>
              <a:rPr spc="-20" dirty="0">
                <a:solidFill>
                  <a:srgbClr val="3C3C3C"/>
                </a:solidFill>
                <a:latin typeface="Times New Roman"/>
                <a:cs typeface="Times New Roman"/>
              </a:rPr>
              <a:t> </a:t>
            </a:r>
            <a:r>
              <a:rPr dirty="0">
                <a:solidFill>
                  <a:srgbClr val="3C3C3C"/>
                </a:solidFill>
                <a:latin typeface="Times New Roman"/>
                <a:cs typeface="Times New Roman"/>
              </a:rPr>
              <a:t>carelessness</a:t>
            </a:r>
            <a:r>
              <a:rPr spc="-30" dirty="0">
                <a:solidFill>
                  <a:srgbClr val="3C3C3C"/>
                </a:solidFill>
                <a:latin typeface="Times New Roman"/>
                <a:cs typeface="Times New Roman"/>
              </a:rPr>
              <a:t> </a:t>
            </a:r>
            <a:r>
              <a:rPr dirty="0">
                <a:solidFill>
                  <a:srgbClr val="3C3C3C"/>
                </a:solidFill>
                <a:latin typeface="Times New Roman"/>
                <a:cs typeface="Times New Roman"/>
              </a:rPr>
              <a:t>or</a:t>
            </a:r>
            <a:r>
              <a:rPr spc="-15" dirty="0">
                <a:solidFill>
                  <a:srgbClr val="3C3C3C"/>
                </a:solidFill>
                <a:latin typeface="Times New Roman"/>
                <a:cs typeface="Times New Roman"/>
              </a:rPr>
              <a:t> </a:t>
            </a:r>
            <a:r>
              <a:rPr spc="-10" dirty="0">
                <a:solidFill>
                  <a:srgbClr val="3C3C3C"/>
                </a:solidFill>
                <a:latin typeface="Times New Roman"/>
                <a:cs typeface="Times New Roman"/>
              </a:rPr>
              <a:t>dishonesty,</a:t>
            </a:r>
            <a:r>
              <a:rPr spc="-5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supplier</a:t>
            </a:r>
            <a:r>
              <a:rPr spc="-60" dirty="0">
                <a:solidFill>
                  <a:srgbClr val="3C3C3C"/>
                </a:solidFill>
                <a:latin typeface="Times New Roman"/>
                <a:cs typeface="Times New Roman"/>
              </a:rPr>
              <a:t> </a:t>
            </a:r>
            <a:r>
              <a:rPr dirty="0">
                <a:solidFill>
                  <a:srgbClr val="3C3C3C"/>
                </a:solidFill>
                <a:latin typeface="Times New Roman"/>
                <a:cs typeface="Times New Roman"/>
              </a:rPr>
              <a:t>provides</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dirty="0">
                <a:solidFill>
                  <a:srgbClr val="3C3C3C"/>
                </a:solidFill>
                <a:latin typeface="Times New Roman"/>
                <a:cs typeface="Times New Roman"/>
              </a:rPr>
              <a:t>system</a:t>
            </a:r>
            <a:r>
              <a:rPr spc="-35" dirty="0">
                <a:solidFill>
                  <a:srgbClr val="3C3C3C"/>
                </a:solidFill>
                <a:latin typeface="Times New Roman"/>
                <a:cs typeface="Times New Roman"/>
              </a:rPr>
              <a:t> </a:t>
            </a:r>
            <a:r>
              <a:rPr spc="-10" dirty="0">
                <a:solidFill>
                  <a:srgbClr val="3C3C3C"/>
                </a:solidFill>
                <a:latin typeface="Times New Roman"/>
                <a:cs typeface="Times New Roman"/>
              </a:rPr>
              <a:t>which </a:t>
            </a:r>
            <a:r>
              <a:rPr dirty="0">
                <a:solidFill>
                  <a:srgbClr val="3C3C3C"/>
                </a:solidFill>
                <a:latin typeface="Times New Roman"/>
                <a:cs typeface="Times New Roman"/>
              </a:rPr>
              <a:t>infringes</a:t>
            </a:r>
            <a:r>
              <a:rPr spc="-40" dirty="0">
                <a:solidFill>
                  <a:srgbClr val="3C3C3C"/>
                </a:solidFill>
                <a:latin typeface="Times New Roman"/>
                <a:cs typeface="Times New Roman"/>
              </a:rPr>
              <a:t> </a:t>
            </a:r>
            <a:r>
              <a:rPr dirty="0">
                <a:solidFill>
                  <a:srgbClr val="3C3C3C"/>
                </a:solidFill>
                <a:latin typeface="Times New Roman"/>
                <a:cs typeface="Times New Roman"/>
              </a:rPr>
              <a:t>such</a:t>
            </a:r>
            <a:r>
              <a:rPr spc="-25" dirty="0">
                <a:solidFill>
                  <a:srgbClr val="3C3C3C"/>
                </a:solidFill>
                <a:latin typeface="Times New Roman"/>
                <a:cs typeface="Times New Roman"/>
              </a:rPr>
              <a:t> </a:t>
            </a:r>
            <a:r>
              <a:rPr spc="-10" dirty="0">
                <a:solidFill>
                  <a:srgbClr val="3C3C3C"/>
                </a:solidFill>
                <a:latin typeface="Times New Roman"/>
                <a:cs typeface="Times New Roman"/>
              </a:rPr>
              <a:t>rights—</a:t>
            </a:r>
            <a:r>
              <a:rPr dirty="0">
                <a:solidFill>
                  <a:srgbClr val="3C3C3C"/>
                </a:solidFill>
                <a:latin typeface="Times New Roman"/>
                <a:cs typeface="Times New Roman"/>
              </a:rPr>
              <a:t>perhaps</a:t>
            </a:r>
            <a:r>
              <a:rPr spc="-30" dirty="0">
                <a:solidFill>
                  <a:srgbClr val="3C3C3C"/>
                </a:solidFill>
                <a:latin typeface="Times New Roman"/>
                <a:cs typeface="Times New Roman"/>
              </a:rPr>
              <a:t> </a:t>
            </a:r>
            <a:r>
              <a:rPr dirty="0">
                <a:solidFill>
                  <a:srgbClr val="3C3C3C"/>
                </a:solidFill>
                <a:latin typeface="Times New Roman"/>
                <a:cs typeface="Times New Roman"/>
              </a:rPr>
              <a:t>through</a:t>
            </a:r>
            <a:r>
              <a:rPr spc="-45" dirty="0">
                <a:solidFill>
                  <a:srgbClr val="3C3C3C"/>
                </a:solidFill>
                <a:latin typeface="Times New Roman"/>
                <a:cs typeface="Times New Roman"/>
              </a:rPr>
              <a:t> </a:t>
            </a:r>
            <a:r>
              <a:rPr dirty="0">
                <a:solidFill>
                  <a:srgbClr val="3C3C3C"/>
                </a:solidFill>
                <a:latin typeface="Times New Roman"/>
                <a:cs typeface="Times New Roman"/>
              </a:rPr>
              <a:t>using</a:t>
            </a:r>
            <a:r>
              <a:rPr spc="-30" dirty="0">
                <a:solidFill>
                  <a:srgbClr val="3C3C3C"/>
                </a:solidFill>
                <a:latin typeface="Times New Roman"/>
                <a:cs typeface="Times New Roman"/>
              </a:rPr>
              <a:t> </a:t>
            </a:r>
            <a:r>
              <a:rPr dirty="0">
                <a:solidFill>
                  <a:srgbClr val="3C3C3C"/>
                </a:solidFill>
                <a:latin typeface="Times New Roman"/>
                <a:cs typeface="Times New Roman"/>
              </a:rPr>
              <a:t>proprietary</a:t>
            </a:r>
            <a:r>
              <a:rPr spc="-35" dirty="0">
                <a:solidFill>
                  <a:srgbClr val="3C3C3C"/>
                </a:solidFill>
                <a:latin typeface="Times New Roman"/>
                <a:cs typeface="Times New Roman"/>
              </a:rPr>
              <a:t> </a:t>
            </a:r>
            <a:r>
              <a:rPr dirty="0">
                <a:solidFill>
                  <a:srgbClr val="3C3C3C"/>
                </a:solidFill>
                <a:latin typeface="Times New Roman"/>
                <a:cs typeface="Times New Roman"/>
              </a:rPr>
              <a:t>software</a:t>
            </a:r>
            <a:r>
              <a:rPr spc="-30" dirty="0">
                <a:solidFill>
                  <a:srgbClr val="3C3C3C"/>
                </a:solidFill>
                <a:latin typeface="Times New Roman"/>
                <a:cs typeface="Times New Roman"/>
              </a:rPr>
              <a:t> </a:t>
            </a:r>
            <a:r>
              <a:rPr dirty="0">
                <a:solidFill>
                  <a:srgbClr val="3C3C3C"/>
                </a:solidFill>
                <a:latin typeface="Times New Roman"/>
                <a:cs typeface="Times New Roman"/>
              </a:rPr>
              <a:t>as</a:t>
            </a:r>
            <a:r>
              <a:rPr spc="-20" dirty="0">
                <a:solidFill>
                  <a:srgbClr val="3C3C3C"/>
                </a:solidFill>
                <a:latin typeface="Times New Roman"/>
                <a:cs typeface="Times New Roman"/>
              </a:rPr>
              <a:t> </a:t>
            </a:r>
            <a:r>
              <a:rPr spc="-50" dirty="0">
                <a:solidFill>
                  <a:srgbClr val="3C3C3C"/>
                </a:solidFill>
                <a:latin typeface="Times New Roman"/>
                <a:cs typeface="Times New Roman"/>
              </a:rPr>
              <a:t>a </a:t>
            </a:r>
            <a:r>
              <a:rPr dirty="0">
                <a:solidFill>
                  <a:srgbClr val="3C3C3C"/>
                </a:solidFill>
                <a:latin typeface="Times New Roman"/>
                <a:cs typeface="Times New Roman"/>
              </a:rPr>
              <a:t>component</a:t>
            </a:r>
            <a:r>
              <a:rPr spc="-3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system</a:t>
            </a:r>
            <a:r>
              <a:rPr spc="-45" dirty="0">
                <a:solidFill>
                  <a:srgbClr val="3C3C3C"/>
                </a:solidFill>
                <a:latin typeface="Times New Roman"/>
                <a:cs typeface="Times New Roman"/>
              </a:rPr>
              <a:t> </a:t>
            </a:r>
            <a:r>
              <a:rPr dirty="0">
                <a:solidFill>
                  <a:srgbClr val="3C3C3C"/>
                </a:solidFill>
                <a:latin typeface="Times New Roman"/>
                <a:cs typeface="Times New Roman"/>
              </a:rPr>
              <a:t>delivered.</a:t>
            </a:r>
            <a:r>
              <a:rPr spc="-40" dirty="0">
                <a:solidFill>
                  <a:srgbClr val="3C3C3C"/>
                </a:solidFill>
                <a:latin typeface="Times New Roman"/>
                <a:cs typeface="Times New Roman"/>
              </a:rPr>
              <a:t> </a:t>
            </a:r>
            <a:r>
              <a:rPr dirty="0">
                <a:solidFill>
                  <a:srgbClr val="3C3C3C"/>
                </a:solidFill>
                <a:latin typeface="Times New Roman"/>
                <a:cs typeface="Times New Roman"/>
              </a:rPr>
              <a:t>For</a:t>
            </a:r>
            <a:r>
              <a:rPr spc="-45" dirty="0">
                <a:solidFill>
                  <a:srgbClr val="3C3C3C"/>
                </a:solidFill>
                <a:latin typeface="Times New Roman"/>
                <a:cs typeface="Times New Roman"/>
              </a:rPr>
              <a:t> </a:t>
            </a:r>
            <a:r>
              <a:rPr dirty="0">
                <a:solidFill>
                  <a:srgbClr val="3C3C3C"/>
                </a:solidFill>
                <a:latin typeface="Times New Roman"/>
                <a:cs typeface="Times New Roman"/>
              </a:rPr>
              <a:t>this</a:t>
            </a:r>
            <a:r>
              <a:rPr spc="-30" dirty="0">
                <a:solidFill>
                  <a:srgbClr val="3C3C3C"/>
                </a:solidFill>
                <a:latin typeface="Times New Roman"/>
                <a:cs typeface="Times New Roman"/>
              </a:rPr>
              <a:t> </a:t>
            </a:r>
            <a:r>
              <a:rPr dirty="0">
                <a:solidFill>
                  <a:srgbClr val="3C3C3C"/>
                </a:solidFill>
                <a:latin typeface="Times New Roman"/>
                <a:cs typeface="Times New Roman"/>
              </a:rPr>
              <a:t>reason,</a:t>
            </a:r>
            <a:r>
              <a:rPr spc="-25" dirty="0">
                <a:solidFill>
                  <a:srgbClr val="3C3C3C"/>
                </a:solidFill>
                <a:latin typeface="Times New Roman"/>
                <a:cs typeface="Times New Roman"/>
              </a:rPr>
              <a:t> </a:t>
            </a:r>
            <a:r>
              <a:rPr dirty="0">
                <a:solidFill>
                  <a:srgbClr val="3C3C3C"/>
                </a:solidFill>
                <a:latin typeface="Times New Roman"/>
                <a:cs typeface="Times New Roman"/>
              </a:rPr>
              <a:t>it</a:t>
            </a:r>
            <a:r>
              <a:rPr spc="-15" dirty="0">
                <a:solidFill>
                  <a:srgbClr val="3C3C3C"/>
                </a:solidFill>
                <a:latin typeface="Times New Roman"/>
                <a:cs typeface="Times New Roman"/>
              </a:rPr>
              <a:t> </a:t>
            </a:r>
            <a:r>
              <a:rPr dirty="0">
                <a:solidFill>
                  <a:srgbClr val="3C3C3C"/>
                </a:solidFill>
                <a:latin typeface="Times New Roman"/>
                <a:cs typeface="Times New Roman"/>
              </a:rPr>
              <a:t>is</a:t>
            </a:r>
            <a:r>
              <a:rPr spc="-30" dirty="0">
                <a:solidFill>
                  <a:srgbClr val="3C3C3C"/>
                </a:solidFill>
                <a:latin typeface="Times New Roman"/>
                <a:cs typeface="Times New Roman"/>
              </a:rPr>
              <a:t> </a:t>
            </a:r>
            <a:r>
              <a:rPr dirty="0">
                <a:solidFill>
                  <a:srgbClr val="3C3C3C"/>
                </a:solidFill>
                <a:latin typeface="Times New Roman"/>
                <a:cs typeface="Times New Roman"/>
              </a:rPr>
              <a:t>advisable</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include</a:t>
            </a:r>
            <a:r>
              <a:rPr spc="-15" dirty="0">
                <a:solidFill>
                  <a:srgbClr val="3C3C3C"/>
                </a:solidFill>
                <a:latin typeface="Times New Roman"/>
                <a:cs typeface="Times New Roman"/>
              </a:rPr>
              <a:t> </a:t>
            </a:r>
            <a:r>
              <a:rPr spc="-50" dirty="0">
                <a:solidFill>
                  <a:srgbClr val="3C3C3C"/>
                </a:solidFill>
                <a:latin typeface="Times New Roman"/>
                <a:cs typeface="Times New Roman"/>
              </a:rPr>
              <a:t>a </a:t>
            </a:r>
            <a:r>
              <a:rPr dirty="0">
                <a:solidFill>
                  <a:srgbClr val="3C3C3C"/>
                </a:solidFill>
                <a:latin typeface="Times New Roman"/>
                <a:cs typeface="Times New Roman"/>
              </a:rPr>
              <a:t>clause</a:t>
            </a:r>
            <a:r>
              <a:rPr spc="-40" dirty="0">
                <a:solidFill>
                  <a:srgbClr val="3C3C3C"/>
                </a:solidFill>
                <a:latin typeface="Times New Roman"/>
                <a:cs typeface="Times New Roman"/>
              </a:rPr>
              <a:t> </a:t>
            </a:r>
            <a:r>
              <a:rPr dirty="0">
                <a:solidFill>
                  <a:srgbClr val="3C3C3C"/>
                </a:solidFill>
                <a:latin typeface="Times New Roman"/>
                <a:cs typeface="Times New Roman"/>
              </a:rPr>
              <a:t>under</a:t>
            </a:r>
            <a:r>
              <a:rPr spc="-25" dirty="0">
                <a:solidFill>
                  <a:srgbClr val="3C3C3C"/>
                </a:solidFill>
                <a:latin typeface="Times New Roman"/>
                <a:cs typeface="Times New Roman"/>
              </a:rPr>
              <a:t> </a:t>
            </a:r>
            <a:r>
              <a:rPr dirty="0">
                <a:solidFill>
                  <a:srgbClr val="3C3C3C"/>
                </a:solidFill>
                <a:latin typeface="Times New Roman"/>
                <a:cs typeface="Times New Roman"/>
              </a:rPr>
              <a:t>which</a:t>
            </a:r>
            <a:r>
              <a:rPr spc="-25" dirty="0">
                <a:solidFill>
                  <a:srgbClr val="3C3C3C"/>
                </a:solidFill>
                <a:latin typeface="Times New Roman"/>
                <a:cs typeface="Times New Roman"/>
              </a:rPr>
              <a:t> </a:t>
            </a:r>
            <a:r>
              <a:rPr dirty="0">
                <a:solidFill>
                  <a:srgbClr val="3C3C3C"/>
                </a:solidFill>
                <a:latin typeface="Times New Roman"/>
                <a:cs typeface="Times New Roman"/>
              </a:rPr>
              <a:t>each</a:t>
            </a:r>
            <a:r>
              <a:rPr spc="-65" dirty="0">
                <a:solidFill>
                  <a:srgbClr val="3C3C3C"/>
                </a:solidFill>
                <a:latin typeface="Times New Roman"/>
                <a:cs typeface="Times New Roman"/>
              </a:rPr>
              <a:t> </a:t>
            </a:r>
            <a:r>
              <a:rPr dirty="0">
                <a:solidFill>
                  <a:srgbClr val="3C3C3C"/>
                </a:solidFill>
                <a:latin typeface="Times New Roman"/>
                <a:cs typeface="Times New Roman"/>
              </a:rPr>
              <a:t>party</a:t>
            </a:r>
            <a:r>
              <a:rPr spc="-35" dirty="0">
                <a:solidFill>
                  <a:srgbClr val="3C3C3C"/>
                </a:solidFill>
                <a:latin typeface="Times New Roman"/>
                <a:cs typeface="Times New Roman"/>
              </a:rPr>
              <a:t> </a:t>
            </a:r>
            <a:r>
              <a:rPr dirty="0">
                <a:solidFill>
                  <a:srgbClr val="3C3C3C"/>
                </a:solidFill>
                <a:latin typeface="Times New Roman"/>
                <a:cs typeface="Times New Roman"/>
              </a:rPr>
              <a:t>indemnifies</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other</a:t>
            </a:r>
            <a:r>
              <a:rPr spc="-25" dirty="0">
                <a:solidFill>
                  <a:srgbClr val="3C3C3C"/>
                </a:solidFill>
                <a:latin typeface="Times New Roman"/>
                <a:cs typeface="Times New Roman"/>
              </a:rPr>
              <a:t> </a:t>
            </a:r>
            <a:r>
              <a:rPr dirty="0">
                <a:solidFill>
                  <a:srgbClr val="3C3C3C"/>
                </a:solidFill>
                <a:latin typeface="Times New Roman"/>
                <a:cs typeface="Times New Roman"/>
              </a:rPr>
              <a:t>for</a:t>
            </a:r>
            <a:r>
              <a:rPr spc="-40" dirty="0">
                <a:solidFill>
                  <a:srgbClr val="3C3C3C"/>
                </a:solidFill>
                <a:latin typeface="Times New Roman"/>
                <a:cs typeface="Times New Roman"/>
              </a:rPr>
              <a:t> </a:t>
            </a:r>
            <a:r>
              <a:rPr dirty="0">
                <a:solidFill>
                  <a:srgbClr val="3C3C3C"/>
                </a:solidFill>
                <a:latin typeface="Times New Roman"/>
                <a:cs typeface="Times New Roman"/>
              </a:rPr>
              <a:t>liability</a:t>
            </a:r>
            <a:r>
              <a:rPr spc="-55" dirty="0">
                <a:solidFill>
                  <a:srgbClr val="3C3C3C"/>
                </a:solidFill>
                <a:latin typeface="Times New Roman"/>
                <a:cs typeface="Times New Roman"/>
              </a:rPr>
              <a:t> </a:t>
            </a:r>
            <a:r>
              <a:rPr dirty="0">
                <a:solidFill>
                  <a:srgbClr val="3C3C3C"/>
                </a:solidFill>
                <a:latin typeface="Times New Roman"/>
                <a:cs typeface="Times New Roman"/>
              </a:rPr>
              <a:t>arising</a:t>
            </a:r>
            <a:r>
              <a:rPr spc="-35" dirty="0">
                <a:solidFill>
                  <a:srgbClr val="3C3C3C"/>
                </a:solidFill>
                <a:latin typeface="Times New Roman"/>
                <a:cs typeface="Times New Roman"/>
              </a:rPr>
              <a:t> </a:t>
            </a:r>
            <a:r>
              <a:rPr dirty="0">
                <a:solidFill>
                  <a:srgbClr val="3C3C3C"/>
                </a:solidFill>
                <a:latin typeface="Times New Roman"/>
                <a:cs typeface="Times New Roman"/>
              </a:rPr>
              <a:t>from</a:t>
            </a:r>
            <a:r>
              <a:rPr spc="-30" dirty="0">
                <a:solidFill>
                  <a:srgbClr val="3C3C3C"/>
                </a:solidFill>
                <a:latin typeface="Times New Roman"/>
                <a:cs typeface="Times New Roman"/>
              </a:rPr>
              <a:t> </a:t>
            </a:r>
            <a:r>
              <a:rPr spc="-25" dirty="0">
                <a:solidFill>
                  <a:srgbClr val="3C3C3C"/>
                </a:solidFill>
                <a:latin typeface="Times New Roman"/>
                <a:cs typeface="Times New Roman"/>
              </a:rPr>
              <a:t>its </a:t>
            </a:r>
            <a:r>
              <a:rPr dirty="0">
                <a:solidFill>
                  <a:srgbClr val="3C3C3C"/>
                </a:solidFill>
                <a:latin typeface="Times New Roman"/>
                <a:cs typeface="Times New Roman"/>
              </a:rPr>
              <a:t>own</a:t>
            </a:r>
            <a:r>
              <a:rPr spc="-10" dirty="0">
                <a:solidFill>
                  <a:srgbClr val="3C3C3C"/>
                </a:solidFill>
                <a:latin typeface="Times New Roman"/>
                <a:cs typeface="Times New Roman"/>
              </a:rPr>
              <a:t> </a:t>
            </a:r>
            <a:r>
              <a:rPr dirty="0">
                <a:solidFill>
                  <a:srgbClr val="3C3C3C"/>
                </a:solidFill>
                <a:latin typeface="Times New Roman"/>
                <a:cs typeface="Times New Roman"/>
              </a:rPr>
              <a:t>faults</a:t>
            </a:r>
            <a:r>
              <a:rPr spc="-10" dirty="0">
                <a:solidFill>
                  <a:srgbClr val="3C3C3C"/>
                </a:solidFill>
                <a:latin typeface="Times New Roman"/>
                <a:cs typeface="Times New Roman"/>
              </a:rPr>
              <a:t> </a:t>
            </a:r>
            <a:r>
              <a:rPr dirty="0">
                <a:solidFill>
                  <a:srgbClr val="3C3C3C"/>
                </a:solidFill>
                <a:latin typeface="Times New Roman"/>
                <a:cs typeface="Times New Roman"/>
              </a:rPr>
              <a:t>in</a:t>
            </a:r>
            <a:r>
              <a:rPr spc="-25" dirty="0">
                <a:solidFill>
                  <a:srgbClr val="3C3C3C"/>
                </a:solidFill>
                <a:latin typeface="Times New Roman"/>
                <a:cs typeface="Times New Roman"/>
              </a:rPr>
              <a:t> </a:t>
            </a:r>
            <a:r>
              <a:rPr dirty="0">
                <a:solidFill>
                  <a:srgbClr val="3C3C3C"/>
                </a:solidFill>
                <a:latin typeface="Times New Roman"/>
                <a:cs typeface="Times New Roman"/>
              </a:rPr>
              <a:t>this</a:t>
            </a:r>
            <a:r>
              <a:rPr spc="-20" dirty="0">
                <a:solidFill>
                  <a:srgbClr val="3C3C3C"/>
                </a:solidFill>
                <a:latin typeface="Times New Roman"/>
                <a:cs typeface="Times New Roman"/>
              </a:rPr>
              <a:t> </a:t>
            </a:r>
            <a:r>
              <a:rPr spc="-10" dirty="0">
                <a:solidFill>
                  <a:srgbClr val="3C3C3C"/>
                </a:solidFill>
                <a:latin typeface="Times New Roman"/>
                <a:cs typeface="Times New Roman"/>
              </a:rPr>
              <a:t>respect.</a:t>
            </a:r>
            <a:endParaRPr dirty="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spc="-25" dirty="0">
                          <a:solidFill>
                            <a:srgbClr val="FFFFFF"/>
                          </a:solidFill>
                          <a:latin typeface="Times New Roman"/>
                          <a:cs typeface="Times New Roman"/>
                        </a:rPr>
                        <a:t>TERMINATION</a:t>
                      </a:r>
                      <a:r>
                        <a:rPr sz="2800" b="1" spc="-45" dirty="0">
                          <a:solidFill>
                            <a:srgbClr val="FFFFFF"/>
                          </a:solidFill>
                          <a:latin typeface="Times New Roman"/>
                          <a:cs typeface="Times New Roman"/>
                        </a:rPr>
                        <a:t> </a:t>
                      </a:r>
                      <a:r>
                        <a:rPr sz="2800" b="1" spc="-20" dirty="0">
                          <a:solidFill>
                            <a:srgbClr val="FFFFFF"/>
                          </a:solidFill>
                          <a:latin typeface="Times New Roman"/>
                          <a:cs typeface="Times New Roman"/>
                        </a:rPr>
                        <a:t>OF</a:t>
                      </a:r>
                      <a:r>
                        <a:rPr sz="2800" b="1" spc="-155" dirty="0">
                          <a:solidFill>
                            <a:srgbClr val="FFFFFF"/>
                          </a:solidFill>
                          <a:latin typeface="Times New Roman"/>
                          <a:cs typeface="Times New Roman"/>
                        </a:rPr>
                        <a:t> </a:t>
                      </a:r>
                      <a:r>
                        <a:rPr sz="2800" b="1" dirty="0">
                          <a:solidFill>
                            <a:srgbClr val="FFFFFF"/>
                          </a:solidFill>
                          <a:latin typeface="Times New Roman"/>
                          <a:cs typeface="Times New Roman"/>
                        </a:rPr>
                        <a:t>THE</a:t>
                      </a:r>
                      <a:r>
                        <a:rPr sz="2800" b="1" spc="-35" dirty="0">
                          <a:solidFill>
                            <a:srgbClr val="FFFFFF"/>
                          </a:solidFill>
                          <a:latin typeface="Times New Roman"/>
                          <a:cs typeface="Times New Roman"/>
                        </a:rPr>
                        <a:t> </a:t>
                      </a:r>
                      <a:r>
                        <a:rPr sz="2800" b="1" spc="-10" dirty="0">
                          <a:solidFill>
                            <a:srgbClr val="FFFFFF"/>
                          </a:solidFill>
                          <a:latin typeface="Times New Roman"/>
                          <a:cs typeface="Times New Roman"/>
                        </a:rPr>
                        <a:t>CONTRACT</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183994" y="3135248"/>
            <a:ext cx="7723505" cy="1802764"/>
          </a:xfrm>
          <a:prstGeom prst="rect">
            <a:avLst/>
          </a:prstGeom>
        </p:spPr>
        <p:txBody>
          <a:bodyPr vert="horz" wrap="square" lIns="0" tIns="12700" rIns="0" bIns="0" rtlCol="0">
            <a:spAutoFit/>
          </a:bodyPr>
          <a:lstStyle/>
          <a:p>
            <a:pPr marL="318770" marR="306705"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There</a:t>
            </a:r>
            <a:r>
              <a:rPr spc="-40" dirty="0">
                <a:solidFill>
                  <a:srgbClr val="3C3C3C"/>
                </a:solidFill>
                <a:latin typeface="Times New Roman"/>
                <a:cs typeface="Times New Roman"/>
              </a:rPr>
              <a:t> </a:t>
            </a:r>
            <a:r>
              <a:rPr dirty="0">
                <a:solidFill>
                  <a:srgbClr val="3C3C3C"/>
                </a:solidFill>
                <a:latin typeface="Times New Roman"/>
                <a:cs typeface="Times New Roman"/>
              </a:rPr>
              <a:t>are</a:t>
            </a:r>
            <a:r>
              <a:rPr spc="-25" dirty="0">
                <a:solidFill>
                  <a:srgbClr val="3C3C3C"/>
                </a:solidFill>
                <a:latin typeface="Times New Roman"/>
                <a:cs typeface="Times New Roman"/>
              </a:rPr>
              <a:t> </a:t>
            </a:r>
            <a:r>
              <a:rPr dirty="0">
                <a:solidFill>
                  <a:srgbClr val="3C3C3C"/>
                </a:solidFill>
                <a:latin typeface="Times New Roman"/>
                <a:cs typeface="Times New Roman"/>
              </a:rPr>
              <a:t>many</a:t>
            </a:r>
            <a:r>
              <a:rPr spc="-25" dirty="0">
                <a:solidFill>
                  <a:srgbClr val="3C3C3C"/>
                </a:solidFill>
                <a:latin typeface="Times New Roman"/>
                <a:cs typeface="Times New Roman"/>
              </a:rPr>
              <a:t> </a:t>
            </a:r>
            <a:r>
              <a:rPr dirty="0">
                <a:solidFill>
                  <a:srgbClr val="3C3C3C"/>
                </a:solidFill>
                <a:latin typeface="Times New Roman"/>
                <a:cs typeface="Times New Roman"/>
              </a:rPr>
              <a:t>reasons</a:t>
            </a:r>
            <a:r>
              <a:rPr spc="-35" dirty="0">
                <a:solidFill>
                  <a:srgbClr val="3C3C3C"/>
                </a:solidFill>
                <a:latin typeface="Times New Roman"/>
                <a:cs typeface="Times New Roman"/>
              </a:rPr>
              <a:t> </a:t>
            </a:r>
            <a:r>
              <a:rPr dirty="0">
                <a:solidFill>
                  <a:srgbClr val="3C3C3C"/>
                </a:solidFill>
                <a:latin typeface="Times New Roman"/>
                <a:cs typeface="Times New Roman"/>
              </a:rPr>
              <a:t>why</a:t>
            </a:r>
            <a:r>
              <a:rPr spc="-25" dirty="0">
                <a:solidFill>
                  <a:srgbClr val="3C3C3C"/>
                </a:solidFill>
                <a:latin typeface="Times New Roman"/>
                <a:cs typeface="Times New Roman"/>
              </a:rPr>
              <a:t> </a:t>
            </a:r>
            <a:r>
              <a:rPr dirty="0">
                <a:solidFill>
                  <a:srgbClr val="3C3C3C"/>
                </a:solidFill>
                <a:latin typeface="Times New Roman"/>
                <a:cs typeface="Times New Roman"/>
              </a:rPr>
              <a:t>it</a:t>
            </a:r>
            <a:r>
              <a:rPr spc="-40" dirty="0">
                <a:solidFill>
                  <a:srgbClr val="3C3C3C"/>
                </a:solidFill>
                <a:latin typeface="Times New Roman"/>
                <a:cs typeface="Times New Roman"/>
              </a:rPr>
              <a:t> </a:t>
            </a:r>
            <a:r>
              <a:rPr dirty="0">
                <a:solidFill>
                  <a:srgbClr val="3C3C3C"/>
                </a:solidFill>
                <a:latin typeface="Times New Roman"/>
                <a:cs typeface="Times New Roman"/>
              </a:rPr>
              <a:t>may</a:t>
            </a:r>
            <a:r>
              <a:rPr spc="-25" dirty="0">
                <a:solidFill>
                  <a:srgbClr val="3C3C3C"/>
                </a:solidFill>
                <a:latin typeface="Times New Roman"/>
                <a:cs typeface="Times New Roman"/>
              </a:rPr>
              <a:t> </a:t>
            </a:r>
            <a:r>
              <a:rPr dirty="0">
                <a:solidFill>
                  <a:srgbClr val="3C3C3C"/>
                </a:solidFill>
                <a:latin typeface="Times New Roman"/>
                <a:cs typeface="Times New Roman"/>
              </a:rPr>
              <a:t>become</a:t>
            </a:r>
            <a:r>
              <a:rPr spc="-25" dirty="0">
                <a:solidFill>
                  <a:srgbClr val="3C3C3C"/>
                </a:solidFill>
                <a:latin typeface="Times New Roman"/>
                <a:cs typeface="Times New Roman"/>
              </a:rPr>
              <a:t> </a:t>
            </a:r>
            <a:r>
              <a:rPr dirty="0">
                <a:solidFill>
                  <a:srgbClr val="3C3C3C"/>
                </a:solidFill>
                <a:latin typeface="Times New Roman"/>
                <a:cs typeface="Times New Roman"/>
              </a:rPr>
              <a:t>necessary</a:t>
            </a:r>
            <a:r>
              <a:rPr spc="-40"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terminate</a:t>
            </a:r>
            <a:r>
              <a:rPr spc="5"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spc="-10" dirty="0">
                <a:solidFill>
                  <a:srgbClr val="3C3C3C"/>
                </a:solidFill>
                <a:latin typeface="Times New Roman"/>
                <a:cs typeface="Times New Roman"/>
              </a:rPr>
              <a:t>contract </a:t>
            </a:r>
            <a:r>
              <a:rPr dirty="0">
                <a:solidFill>
                  <a:srgbClr val="3C3C3C"/>
                </a:solidFill>
                <a:latin typeface="Times New Roman"/>
                <a:cs typeface="Times New Roman"/>
              </a:rPr>
              <a:t>before</a:t>
            </a:r>
            <a:r>
              <a:rPr spc="-30" dirty="0">
                <a:solidFill>
                  <a:srgbClr val="3C3C3C"/>
                </a:solidFill>
                <a:latin typeface="Times New Roman"/>
                <a:cs typeface="Times New Roman"/>
              </a:rPr>
              <a:t> </a:t>
            </a:r>
            <a:r>
              <a:rPr dirty="0">
                <a:solidFill>
                  <a:srgbClr val="3C3C3C"/>
                </a:solidFill>
                <a:latin typeface="Times New Roman"/>
                <a:cs typeface="Times New Roman"/>
              </a:rPr>
              <a:t>it</a:t>
            </a:r>
            <a:r>
              <a:rPr spc="-25" dirty="0">
                <a:solidFill>
                  <a:srgbClr val="3C3C3C"/>
                </a:solidFill>
                <a:latin typeface="Times New Roman"/>
                <a:cs typeface="Times New Roman"/>
              </a:rPr>
              <a:t> </a:t>
            </a:r>
            <a:r>
              <a:rPr dirty="0">
                <a:solidFill>
                  <a:srgbClr val="3C3C3C"/>
                </a:solidFill>
                <a:latin typeface="Times New Roman"/>
                <a:cs typeface="Times New Roman"/>
              </a:rPr>
              <a:t>has</a:t>
            </a:r>
            <a:r>
              <a:rPr spc="-30" dirty="0">
                <a:solidFill>
                  <a:srgbClr val="3C3C3C"/>
                </a:solidFill>
                <a:latin typeface="Times New Roman"/>
                <a:cs typeface="Times New Roman"/>
              </a:rPr>
              <a:t> </a:t>
            </a:r>
            <a:r>
              <a:rPr dirty="0">
                <a:solidFill>
                  <a:srgbClr val="3C3C3C"/>
                </a:solidFill>
                <a:latin typeface="Times New Roman"/>
                <a:cs typeface="Times New Roman"/>
              </a:rPr>
              <a:t>been</a:t>
            </a:r>
            <a:r>
              <a:rPr spc="-30" dirty="0">
                <a:solidFill>
                  <a:srgbClr val="3C3C3C"/>
                </a:solidFill>
                <a:latin typeface="Times New Roman"/>
                <a:cs typeface="Times New Roman"/>
              </a:rPr>
              <a:t> </a:t>
            </a:r>
            <a:r>
              <a:rPr spc="-10" dirty="0">
                <a:solidFill>
                  <a:srgbClr val="3C3C3C"/>
                </a:solidFill>
                <a:latin typeface="Times New Roman"/>
                <a:cs typeface="Times New Roman"/>
              </a:rPr>
              <a:t>completed.</a:t>
            </a:r>
            <a:endParaRPr>
              <a:latin typeface="Times New Roman"/>
              <a:cs typeface="Times New Roman"/>
            </a:endParaRPr>
          </a:p>
          <a:p>
            <a:pPr marL="318770" marR="5080" indent="-306705">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for</a:t>
            </a:r>
            <a:r>
              <a:rPr spc="-15" dirty="0">
                <a:solidFill>
                  <a:srgbClr val="3C3C3C"/>
                </a:solidFill>
                <a:latin typeface="Times New Roman"/>
                <a:cs typeface="Times New Roman"/>
              </a:rPr>
              <a:t> </a:t>
            </a:r>
            <a:r>
              <a:rPr dirty="0">
                <a:solidFill>
                  <a:srgbClr val="3C3C3C"/>
                </a:solidFill>
                <a:latin typeface="Times New Roman"/>
                <a:cs typeface="Times New Roman"/>
              </a:rPr>
              <a:t>example, for the</a:t>
            </a:r>
            <a:r>
              <a:rPr spc="-5" dirty="0">
                <a:solidFill>
                  <a:srgbClr val="3C3C3C"/>
                </a:solidFill>
                <a:latin typeface="Times New Roman"/>
                <a:cs typeface="Times New Roman"/>
              </a:rPr>
              <a:t> </a:t>
            </a:r>
            <a:r>
              <a:rPr dirty="0">
                <a:solidFill>
                  <a:srgbClr val="3C3C3C"/>
                </a:solidFill>
                <a:latin typeface="Times New Roman"/>
                <a:cs typeface="Times New Roman"/>
              </a:rPr>
              <a:t>client</a:t>
            </a:r>
            <a:r>
              <a:rPr spc="-20" dirty="0">
                <a:solidFill>
                  <a:srgbClr val="3C3C3C"/>
                </a:solidFill>
                <a:latin typeface="Times New Roman"/>
                <a:cs typeface="Times New Roman"/>
              </a:rPr>
              <a:t> </a:t>
            </a:r>
            <a:r>
              <a:rPr dirty="0">
                <a:solidFill>
                  <a:srgbClr val="3C3C3C"/>
                </a:solidFill>
                <a:latin typeface="Times New Roman"/>
                <a:cs typeface="Times New Roman"/>
              </a:rPr>
              <a:t>to be taken over</a:t>
            </a:r>
            <a:r>
              <a:rPr spc="-5" dirty="0">
                <a:solidFill>
                  <a:srgbClr val="3C3C3C"/>
                </a:solidFill>
                <a:latin typeface="Times New Roman"/>
                <a:cs typeface="Times New Roman"/>
              </a:rPr>
              <a:t> </a:t>
            </a:r>
            <a:r>
              <a:rPr dirty="0">
                <a:solidFill>
                  <a:srgbClr val="3C3C3C"/>
                </a:solidFill>
                <a:latin typeface="Times New Roman"/>
                <a:cs typeface="Times New Roman"/>
              </a:rPr>
              <a:t>by</a:t>
            </a:r>
            <a:r>
              <a:rPr spc="5" dirty="0">
                <a:solidFill>
                  <a:srgbClr val="3C3C3C"/>
                </a:solidFill>
                <a:latin typeface="Times New Roman"/>
                <a:cs typeface="Times New Roman"/>
              </a:rPr>
              <a:t> </a:t>
            </a:r>
            <a:r>
              <a:rPr dirty="0">
                <a:solidFill>
                  <a:srgbClr val="3C3C3C"/>
                </a:solidFill>
                <a:latin typeface="Times New Roman"/>
                <a:cs typeface="Times New Roman"/>
              </a:rPr>
              <a:t>another</a:t>
            </a:r>
            <a:r>
              <a:rPr spc="-60" dirty="0">
                <a:solidFill>
                  <a:srgbClr val="3C3C3C"/>
                </a:solidFill>
                <a:latin typeface="Times New Roman"/>
                <a:cs typeface="Times New Roman"/>
              </a:rPr>
              <a:t> </a:t>
            </a:r>
            <a:r>
              <a:rPr dirty="0">
                <a:solidFill>
                  <a:srgbClr val="3C3C3C"/>
                </a:solidFill>
                <a:latin typeface="Times New Roman"/>
                <a:cs typeface="Times New Roman"/>
              </a:rPr>
              <a:t>company which</a:t>
            </a:r>
            <a:r>
              <a:rPr spc="-10" dirty="0">
                <a:solidFill>
                  <a:srgbClr val="3C3C3C"/>
                </a:solidFill>
                <a:latin typeface="Times New Roman"/>
                <a:cs typeface="Times New Roman"/>
              </a:rPr>
              <a:t> already </a:t>
            </a:r>
            <a:r>
              <a:rPr dirty="0">
                <a:solidFill>
                  <a:srgbClr val="3C3C3C"/>
                </a:solidFill>
                <a:latin typeface="Times New Roman"/>
                <a:cs typeface="Times New Roman"/>
              </a:rPr>
              <a:t>has</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15" dirty="0">
                <a:solidFill>
                  <a:srgbClr val="3C3C3C"/>
                </a:solidFill>
                <a:latin typeface="Times New Roman"/>
                <a:cs typeface="Times New Roman"/>
              </a:rPr>
              <a:t> </a:t>
            </a:r>
            <a:r>
              <a:rPr dirty="0">
                <a:solidFill>
                  <a:srgbClr val="3C3C3C"/>
                </a:solidFill>
                <a:latin typeface="Times New Roman"/>
                <a:cs typeface="Times New Roman"/>
              </a:rPr>
              <a:t>system</a:t>
            </a:r>
            <a:r>
              <a:rPr spc="-45"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type</a:t>
            </a:r>
            <a:r>
              <a:rPr spc="-50" dirty="0">
                <a:solidFill>
                  <a:srgbClr val="3C3C3C"/>
                </a:solidFill>
                <a:latin typeface="Times New Roman"/>
                <a:cs typeface="Times New Roman"/>
              </a:rPr>
              <a:t> </a:t>
            </a:r>
            <a:r>
              <a:rPr dirty="0">
                <a:solidFill>
                  <a:srgbClr val="3C3C3C"/>
                </a:solidFill>
                <a:latin typeface="Times New Roman"/>
                <a:cs typeface="Times New Roman"/>
              </a:rPr>
              <a:t>being</a:t>
            </a:r>
            <a:r>
              <a:rPr spc="-25" dirty="0">
                <a:solidFill>
                  <a:srgbClr val="3C3C3C"/>
                </a:solidFill>
                <a:latin typeface="Times New Roman"/>
                <a:cs typeface="Times New Roman"/>
              </a:rPr>
              <a:t> </a:t>
            </a:r>
            <a:r>
              <a:rPr dirty="0">
                <a:solidFill>
                  <a:srgbClr val="3C3C3C"/>
                </a:solidFill>
                <a:latin typeface="Times New Roman"/>
                <a:cs typeface="Times New Roman"/>
              </a:rPr>
              <a:t>developed,</a:t>
            </a:r>
            <a:r>
              <a:rPr spc="-35" dirty="0">
                <a:solidFill>
                  <a:srgbClr val="3C3C3C"/>
                </a:solidFill>
                <a:latin typeface="Times New Roman"/>
                <a:cs typeface="Times New Roman"/>
              </a:rPr>
              <a:t> </a:t>
            </a:r>
            <a:r>
              <a:rPr dirty="0">
                <a:solidFill>
                  <a:srgbClr val="3C3C3C"/>
                </a:solidFill>
                <a:latin typeface="Times New Roman"/>
                <a:cs typeface="Times New Roman"/>
              </a:rPr>
              <a:t>or</a:t>
            </a:r>
            <a:r>
              <a:rPr spc="-20" dirty="0">
                <a:solidFill>
                  <a:srgbClr val="3C3C3C"/>
                </a:solidFill>
                <a:latin typeface="Times New Roman"/>
                <a:cs typeface="Times New Roman"/>
              </a:rPr>
              <a:t> </a:t>
            </a:r>
            <a:r>
              <a:rPr dirty="0">
                <a:solidFill>
                  <a:srgbClr val="3C3C3C"/>
                </a:solidFill>
                <a:latin typeface="Times New Roman"/>
                <a:cs typeface="Times New Roman"/>
              </a:rPr>
              <a:t>for a</a:t>
            </a:r>
            <a:r>
              <a:rPr spc="-20" dirty="0">
                <a:solidFill>
                  <a:srgbClr val="3C3C3C"/>
                </a:solidFill>
                <a:latin typeface="Times New Roman"/>
                <a:cs typeface="Times New Roman"/>
              </a:rPr>
              <a:t> </a:t>
            </a:r>
            <a:r>
              <a:rPr dirty="0">
                <a:solidFill>
                  <a:srgbClr val="3C3C3C"/>
                </a:solidFill>
                <a:latin typeface="Times New Roman"/>
                <a:cs typeface="Times New Roman"/>
              </a:rPr>
              <a:t>change</a:t>
            </a:r>
            <a:r>
              <a:rPr spc="-30" dirty="0">
                <a:solidFill>
                  <a:srgbClr val="3C3C3C"/>
                </a:solidFill>
                <a:latin typeface="Times New Roman"/>
                <a:cs typeface="Times New Roman"/>
              </a:rPr>
              <a:t> </a:t>
            </a:r>
            <a:r>
              <a:rPr dirty="0">
                <a:solidFill>
                  <a:srgbClr val="3C3C3C"/>
                </a:solidFill>
                <a:latin typeface="Times New Roman"/>
                <a:cs typeface="Times New Roman"/>
              </a:rPr>
              <a:t>in</a:t>
            </a:r>
            <a:r>
              <a:rPr spc="-20" dirty="0">
                <a:solidFill>
                  <a:srgbClr val="3C3C3C"/>
                </a:solidFill>
                <a:latin typeface="Times New Roman"/>
                <a:cs typeface="Times New Roman"/>
              </a:rPr>
              <a:t> </a:t>
            </a:r>
            <a:r>
              <a:rPr dirty="0">
                <a:solidFill>
                  <a:srgbClr val="3C3C3C"/>
                </a:solidFill>
                <a:latin typeface="Times New Roman"/>
                <a:cs typeface="Times New Roman"/>
              </a:rPr>
              <a:t>policy</a:t>
            </a:r>
            <a:r>
              <a:rPr spc="-30" dirty="0">
                <a:solidFill>
                  <a:srgbClr val="3C3C3C"/>
                </a:solidFill>
                <a:latin typeface="Times New Roman"/>
                <a:cs typeface="Times New Roman"/>
              </a:rPr>
              <a:t> </a:t>
            </a:r>
            <a:r>
              <a:rPr dirty="0">
                <a:solidFill>
                  <a:srgbClr val="3C3C3C"/>
                </a:solidFill>
                <a:latin typeface="Times New Roman"/>
                <a:cs typeface="Times New Roman"/>
              </a:rPr>
              <a:t>on</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part</a:t>
            </a:r>
            <a:r>
              <a:rPr spc="-20" dirty="0">
                <a:solidFill>
                  <a:srgbClr val="3C3C3C"/>
                </a:solidFill>
                <a:latin typeface="Times New Roman"/>
                <a:cs typeface="Times New Roman"/>
              </a:rPr>
              <a:t> </a:t>
            </a:r>
            <a:r>
              <a:rPr spc="-25" dirty="0">
                <a:solidFill>
                  <a:srgbClr val="3C3C3C"/>
                </a:solidFill>
                <a:latin typeface="Times New Roman"/>
                <a:cs typeface="Times New Roman"/>
              </a:rPr>
              <a:t>of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client</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mean</a:t>
            </a:r>
            <a:r>
              <a:rPr spc="-25" dirty="0">
                <a:solidFill>
                  <a:srgbClr val="3C3C3C"/>
                </a:solidFill>
                <a:latin typeface="Times New Roman"/>
                <a:cs typeface="Times New Roman"/>
              </a:rPr>
              <a:t> </a:t>
            </a:r>
            <a:r>
              <a:rPr dirty="0">
                <a:solidFill>
                  <a:srgbClr val="3C3C3C"/>
                </a:solidFill>
                <a:latin typeface="Times New Roman"/>
                <a:cs typeface="Times New Roman"/>
              </a:rPr>
              <a:t>that</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system</a:t>
            </a:r>
            <a:r>
              <a:rPr spc="-25"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no</a:t>
            </a:r>
            <a:r>
              <a:rPr spc="-10" dirty="0">
                <a:solidFill>
                  <a:srgbClr val="3C3C3C"/>
                </a:solidFill>
                <a:latin typeface="Times New Roman"/>
                <a:cs typeface="Times New Roman"/>
              </a:rPr>
              <a:t> </a:t>
            </a:r>
            <a:r>
              <a:rPr dirty="0">
                <a:solidFill>
                  <a:srgbClr val="3C3C3C"/>
                </a:solidFill>
                <a:latin typeface="Times New Roman"/>
                <a:cs typeface="Times New Roman"/>
              </a:rPr>
              <a:t>longer</a:t>
            </a:r>
            <a:r>
              <a:rPr spc="-20" dirty="0">
                <a:solidFill>
                  <a:srgbClr val="3C3C3C"/>
                </a:solidFill>
                <a:latin typeface="Times New Roman"/>
                <a:cs typeface="Times New Roman"/>
              </a:rPr>
              <a:t> </a:t>
            </a:r>
            <a:r>
              <a:rPr dirty="0">
                <a:solidFill>
                  <a:srgbClr val="3C3C3C"/>
                </a:solidFill>
                <a:latin typeface="Times New Roman"/>
                <a:cs typeface="Times New Roman"/>
              </a:rPr>
              <a:t>relevant</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its</a:t>
            </a:r>
            <a:r>
              <a:rPr spc="-15" dirty="0">
                <a:solidFill>
                  <a:srgbClr val="3C3C3C"/>
                </a:solidFill>
                <a:latin typeface="Times New Roman"/>
                <a:cs typeface="Times New Roman"/>
              </a:rPr>
              <a:t> </a:t>
            </a:r>
            <a:r>
              <a:rPr dirty="0">
                <a:solidFill>
                  <a:srgbClr val="3C3C3C"/>
                </a:solidFill>
                <a:latin typeface="Times New Roman"/>
                <a:cs typeface="Times New Roman"/>
              </a:rPr>
              <a:t>needs</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contract </a:t>
            </a:r>
            <a:r>
              <a:rPr dirty="0">
                <a:solidFill>
                  <a:srgbClr val="3C3C3C"/>
                </a:solidFill>
                <a:latin typeface="Times New Roman"/>
                <a:cs typeface="Times New Roman"/>
              </a:rPr>
              <a:t>make</a:t>
            </a:r>
            <a:r>
              <a:rPr spc="-30" dirty="0">
                <a:solidFill>
                  <a:srgbClr val="3C3C3C"/>
                </a:solidFill>
                <a:latin typeface="Times New Roman"/>
                <a:cs typeface="Times New Roman"/>
              </a:rPr>
              <a:t> </a:t>
            </a:r>
            <a:r>
              <a:rPr dirty="0">
                <a:solidFill>
                  <a:srgbClr val="3C3C3C"/>
                </a:solidFill>
                <a:latin typeface="Times New Roman"/>
                <a:cs typeface="Times New Roman"/>
              </a:rPr>
              <a:t>provision</a:t>
            </a:r>
            <a:r>
              <a:rPr spc="-20" dirty="0">
                <a:solidFill>
                  <a:srgbClr val="3C3C3C"/>
                </a:solidFill>
                <a:latin typeface="Times New Roman"/>
                <a:cs typeface="Times New Roman"/>
              </a:rPr>
              <a:t> </a:t>
            </a:r>
            <a:r>
              <a:rPr dirty="0">
                <a:solidFill>
                  <a:srgbClr val="3C3C3C"/>
                </a:solidFill>
                <a:latin typeface="Times New Roman"/>
                <a:cs typeface="Times New Roman"/>
              </a:rPr>
              <a:t>for</a:t>
            </a:r>
            <a:r>
              <a:rPr spc="-30" dirty="0">
                <a:solidFill>
                  <a:srgbClr val="3C3C3C"/>
                </a:solidFill>
                <a:latin typeface="Times New Roman"/>
                <a:cs typeface="Times New Roman"/>
              </a:rPr>
              <a:t> </a:t>
            </a:r>
            <a:r>
              <a:rPr dirty="0">
                <a:solidFill>
                  <a:srgbClr val="3C3C3C"/>
                </a:solidFill>
                <a:latin typeface="Times New Roman"/>
                <a:cs typeface="Times New Roman"/>
              </a:rPr>
              <a:t>terminating</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work</a:t>
            </a:r>
            <a:r>
              <a:rPr spc="-30" dirty="0">
                <a:solidFill>
                  <a:srgbClr val="3C3C3C"/>
                </a:solidFill>
                <a:latin typeface="Times New Roman"/>
                <a:cs typeface="Times New Roman"/>
              </a:rPr>
              <a:t> </a:t>
            </a:r>
            <a:r>
              <a:rPr dirty="0">
                <a:solidFill>
                  <a:srgbClr val="3C3C3C"/>
                </a:solidFill>
                <a:latin typeface="Times New Roman"/>
                <a:cs typeface="Times New Roman"/>
              </a:rPr>
              <a:t>in</a:t>
            </a:r>
            <a:r>
              <a:rPr spc="-35" dirty="0">
                <a:solidFill>
                  <a:srgbClr val="3C3C3C"/>
                </a:solidFill>
                <a:latin typeface="Times New Roman"/>
                <a:cs typeface="Times New Roman"/>
              </a:rPr>
              <a:t> </a:t>
            </a:r>
            <a:r>
              <a:rPr dirty="0">
                <a:solidFill>
                  <a:srgbClr val="3C3C3C"/>
                </a:solidFill>
                <a:latin typeface="Times New Roman"/>
                <a:cs typeface="Times New Roman"/>
              </a:rPr>
              <a:t>an</a:t>
            </a:r>
            <a:r>
              <a:rPr spc="-15" dirty="0">
                <a:solidFill>
                  <a:srgbClr val="3C3C3C"/>
                </a:solidFill>
                <a:latin typeface="Times New Roman"/>
                <a:cs typeface="Times New Roman"/>
              </a:rPr>
              <a:t> </a:t>
            </a:r>
            <a:r>
              <a:rPr dirty="0">
                <a:solidFill>
                  <a:srgbClr val="3C3C3C"/>
                </a:solidFill>
                <a:latin typeface="Times New Roman"/>
                <a:cs typeface="Times New Roman"/>
              </a:rPr>
              <a:t>amicable</a:t>
            </a:r>
            <a:r>
              <a:rPr spc="-25" dirty="0">
                <a:solidFill>
                  <a:srgbClr val="3C3C3C"/>
                </a:solidFill>
                <a:latin typeface="Times New Roman"/>
                <a:cs typeface="Times New Roman"/>
              </a:rPr>
              <a:t> </a:t>
            </a:r>
            <a:r>
              <a:rPr spc="-10" dirty="0">
                <a:solidFill>
                  <a:srgbClr val="3C3C3C"/>
                </a:solidFill>
                <a:latin typeface="Times New Roman"/>
                <a:cs typeface="Times New Roman"/>
              </a:rPr>
              <a:t>manner</a:t>
            </a:r>
            <a:endParaRPr>
              <a:latin typeface="Times New Roman"/>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spc="-10" dirty="0">
                          <a:solidFill>
                            <a:srgbClr val="FFFFFF"/>
                          </a:solidFill>
                          <a:latin typeface="Times New Roman"/>
                          <a:cs typeface="Times New Roman"/>
                        </a:rPr>
                        <a:t>ARBITRATION</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1" y="3292221"/>
            <a:ext cx="7541259" cy="1133644"/>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If</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event</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dirty="0">
                <a:solidFill>
                  <a:srgbClr val="3C3C3C"/>
                </a:solidFill>
                <a:latin typeface="Times New Roman"/>
                <a:cs typeface="Times New Roman"/>
              </a:rPr>
              <a:t>dispute</a:t>
            </a:r>
            <a:r>
              <a:rPr spc="-20" dirty="0">
                <a:solidFill>
                  <a:srgbClr val="3C3C3C"/>
                </a:solidFill>
                <a:latin typeface="Times New Roman"/>
                <a:cs typeface="Times New Roman"/>
              </a:rPr>
              <a:t> </a:t>
            </a:r>
            <a:r>
              <a:rPr dirty="0">
                <a:solidFill>
                  <a:srgbClr val="3C3C3C"/>
                </a:solidFill>
                <a:latin typeface="Times New Roman"/>
                <a:cs typeface="Times New Roman"/>
              </a:rPr>
              <a:t>that</a:t>
            </a:r>
            <a:r>
              <a:rPr spc="-20" dirty="0">
                <a:solidFill>
                  <a:srgbClr val="3C3C3C"/>
                </a:solidFill>
                <a:latin typeface="Times New Roman"/>
                <a:cs typeface="Times New Roman"/>
              </a:rPr>
              <a:t> </a:t>
            </a:r>
            <a:r>
              <a:rPr dirty="0">
                <a:solidFill>
                  <a:srgbClr val="3C3C3C"/>
                </a:solidFill>
                <a:latin typeface="Times New Roman"/>
                <a:cs typeface="Times New Roman"/>
              </a:rPr>
              <a:t>cannot</a:t>
            </a:r>
            <a:r>
              <a:rPr spc="-35" dirty="0">
                <a:solidFill>
                  <a:srgbClr val="3C3C3C"/>
                </a:solidFill>
                <a:latin typeface="Times New Roman"/>
                <a:cs typeface="Times New Roman"/>
              </a:rPr>
              <a:t> </a:t>
            </a:r>
            <a:r>
              <a:rPr dirty="0">
                <a:solidFill>
                  <a:srgbClr val="3C3C3C"/>
                </a:solidFill>
                <a:latin typeface="Times New Roman"/>
                <a:cs typeface="Times New Roman"/>
              </a:rPr>
              <a:t>be</a:t>
            </a:r>
            <a:r>
              <a:rPr spc="-15" dirty="0">
                <a:solidFill>
                  <a:srgbClr val="3C3C3C"/>
                </a:solidFill>
                <a:latin typeface="Times New Roman"/>
                <a:cs typeface="Times New Roman"/>
              </a:rPr>
              <a:t> </a:t>
            </a:r>
            <a:r>
              <a:rPr dirty="0">
                <a:solidFill>
                  <a:srgbClr val="3C3C3C"/>
                </a:solidFill>
                <a:latin typeface="Times New Roman"/>
                <a:cs typeface="Times New Roman"/>
              </a:rPr>
              <a:t>resolved</a:t>
            </a:r>
            <a:r>
              <a:rPr spc="-40" dirty="0">
                <a:solidFill>
                  <a:srgbClr val="3C3C3C"/>
                </a:solidFill>
                <a:latin typeface="Times New Roman"/>
                <a:cs typeface="Times New Roman"/>
              </a:rPr>
              <a:t> </a:t>
            </a:r>
            <a:r>
              <a:rPr dirty="0">
                <a:solidFill>
                  <a:srgbClr val="3C3C3C"/>
                </a:solidFill>
                <a:latin typeface="Times New Roman"/>
                <a:cs typeface="Times New Roman"/>
              </a:rPr>
              <a:t>by</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5" dirty="0">
                <a:solidFill>
                  <a:srgbClr val="3C3C3C"/>
                </a:solidFill>
                <a:latin typeface="Times New Roman"/>
                <a:cs typeface="Times New Roman"/>
              </a:rPr>
              <a:t> </a:t>
            </a:r>
            <a:r>
              <a:rPr dirty="0">
                <a:solidFill>
                  <a:srgbClr val="3C3C3C"/>
                </a:solidFill>
                <a:latin typeface="Times New Roman"/>
                <a:cs typeface="Times New Roman"/>
              </a:rPr>
              <a:t>parties</a:t>
            </a:r>
            <a:r>
              <a:rPr spc="-40" dirty="0">
                <a:solidFill>
                  <a:srgbClr val="3C3C3C"/>
                </a:solidFill>
                <a:latin typeface="Times New Roman"/>
                <a:cs typeface="Times New Roman"/>
              </a:rPr>
              <a:t> </a:t>
            </a:r>
            <a:r>
              <a:rPr dirty="0">
                <a:solidFill>
                  <a:srgbClr val="3C3C3C"/>
                </a:solidFill>
                <a:latin typeface="Times New Roman"/>
                <a:cs typeface="Times New Roman"/>
              </a:rPr>
              <a:t>themselves,</a:t>
            </a:r>
            <a:r>
              <a:rPr spc="-25" dirty="0">
                <a:solidFill>
                  <a:srgbClr val="3C3C3C"/>
                </a:solidFill>
                <a:latin typeface="Times New Roman"/>
                <a:cs typeface="Times New Roman"/>
              </a:rPr>
              <a:t> </a:t>
            </a:r>
            <a:r>
              <a:rPr spc="-20" dirty="0">
                <a:solidFill>
                  <a:srgbClr val="3C3C3C"/>
                </a:solidFill>
                <a:latin typeface="Times New Roman"/>
                <a:cs typeface="Times New Roman"/>
              </a:rPr>
              <a:t>they </a:t>
            </a:r>
            <a:r>
              <a:rPr dirty="0">
                <a:solidFill>
                  <a:srgbClr val="3C3C3C"/>
                </a:solidFill>
                <a:latin typeface="Times New Roman"/>
                <a:cs typeface="Times New Roman"/>
              </a:rPr>
              <a:t>agree</a:t>
            </a:r>
            <a:r>
              <a:rPr spc="-45" dirty="0">
                <a:solidFill>
                  <a:srgbClr val="3C3C3C"/>
                </a:solidFill>
                <a:latin typeface="Times New Roman"/>
                <a:cs typeface="Times New Roman"/>
              </a:rPr>
              <a:t> </a:t>
            </a:r>
            <a:r>
              <a:rPr dirty="0">
                <a:solidFill>
                  <a:srgbClr val="3C3C3C"/>
                </a:solidFill>
                <a:latin typeface="Times New Roman"/>
                <a:cs typeface="Times New Roman"/>
              </a:rPr>
              <a:t>to</a:t>
            </a:r>
            <a:r>
              <a:rPr spc="-15" dirty="0">
                <a:solidFill>
                  <a:srgbClr val="3C3C3C"/>
                </a:solidFill>
                <a:latin typeface="Times New Roman"/>
                <a:cs typeface="Times New Roman"/>
              </a:rPr>
              <a:t> </a:t>
            </a:r>
            <a:r>
              <a:rPr dirty="0">
                <a:solidFill>
                  <a:srgbClr val="3C3C3C"/>
                </a:solidFill>
                <a:latin typeface="Times New Roman"/>
                <a:cs typeface="Times New Roman"/>
              </a:rPr>
              <a:t>accept</a:t>
            </a:r>
            <a:r>
              <a:rPr spc="-5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decision</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an</a:t>
            </a:r>
            <a:r>
              <a:rPr spc="-25" dirty="0">
                <a:solidFill>
                  <a:srgbClr val="3C3C3C"/>
                </a:solidFill>
                <a:latin typeface="Times New Roman"/>
                <a:cs typeface="Times New Roman"/>
              </a:rPr>
              <a:t> </a:t>
            </a:r>
            <a:r>
              <a:rPr dirty="0">
                <a:solidFill>
                  <a:srgbClr val="3C3C3C"/>
                </a:solidFill>
                <a:latin typeface="Times New Roman"/>
                <a:cs typeface="Times New Roman"/>
              </a:rPr>
              <a:t>independent</a:t>
            </a:r>
            <a:r>
              <a:rPr spc="-45" dirty="0">
                <a:solidFill>
                  <a:srgbClr val="3C3C3C"/>
                </a:solidFill>
                <a:latin typeface="Times New Roman"/>
                <a:cs typeface="Times New Roman"/>
              </a:rPr>
              <a:t> </a:t>
            </a:r>
            <a:r>
              <a:rPr spc="-10" dirty="0">
                <a:solidFill>
                  <a:srgbClr val="3C3C3C"/>
                </a:solidFill>
                <a:latin typeface="Times New Roman"/>
                <a:cs typeface="Times New Roman"/>
              </a:rPr>
              <a:t>arbitrator.</a:t>
            </a:r>
            <a:endParaRPr lang="en-US" spc="-10" dirty="0">
              <a:solidFill>
                <a:srgbClr val="3C3C3C"/>
              </a:solidFill>
              <a:latin typeface="Times New Roman"/>
              <a:cs typeface="Times New Roman"/>
            </a:endParaRPr>
          </a:p>
          <a:p>
            <a:pPr marL="318770" marR="5080" indent="-306705">
              <a:spcBef>
                <a:spcPts val="100"/>
              </a:spcBef>
              <a:buClr>
                <a:srgbClr val="903062"/>
              </a:buClr>
              <a:buSzPct val="91666"/>
              <a:buFont typeface="Cambria"/>
              <a:buChar char="◾"/>
              <a:tabLst>
                <a:tab pos="318770" algn="l"/>
              </a:tabLst>
            </a:pPr>
            <a:r>
              <a:rPr lang="en-US" dirty="0"/>
              <a:t>A person who settles a disagreement between two parties, like a private judge.</a:t>
            </a:r>
            <a:endParaRPr dirty="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spc="-10" dirty="0">
                          <a:solidFill>
                            <a:srgbClr val="FFFFFF"/>
                          </a:solidFill>
                          <a:latin typeface="Times New Roman"/>
                          <a:cs typeface="Times New Roman"/>
                        </a:rPr>
                        <a:t>INFLATION</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0" y="2720722"/>
            <a:ext cx="7679690" cy="1528445"/>
          </a:xfrm>
          <a:prstGeom prst="rect">
            <a:avLst/>
          </a:prstGeom>
        </p:spPr>
        <p:txBody>
          <a:bodyPr vert="horz" wrap="square" lIns="0" tIns="12700" rIns="0" bIns="0" rtlCol="0">
            <a:spAutoFit/>
          </a:bodyPr>
          <a:lstStyle/>
          <a:p>
            <a:pPr marL="318770" marR="280035"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In</a:t>
            </a:r>
            <a:r>
              <a:rPr spc="-35" dirty="0">
                <a:solidFill>
                  <a:srgbClr val="3C3C3C"/>
                </a:solidFill>
                <a:latin typeface="Times New Roman"/>
                <a:cs typeface="Times New Roman"/>
              </a:rPr>
              <a:t> </a:t>
            </a:r>
            <a:r>
              <a:rPr dirty="0">
                <a:solidFill>
                  <a:srgbClr val="3C3C3C"/>
                </a:solidFill>
                <a:latin typeface="Times New Roman"/>
                <a:cs typeface="Times New Roman"/>
              </a:rPr>
              <a:t>lengthy</a:t>
            </a:r>
            <a:r>
              <a:rPr spc="-35" dirty="0">
                <a:solidFill>
                  <a:srgbClr val="3C3C3C"/>
                </a:solidFill>
                <a:latin typeface="Times New Roman"/>
                <a:cs typeface="Times New Roman"/>
              </a:rPr>
              <a:t> </a:t>
            </a:r>
            <a:r>
              <a:rPr dirty="0">
                <a:solidFill>
                  <a:srgbClr val="3C3C3C"/>
                </a:solidFill>
                <a:latin typeface="Times New Roman"/>
                <a:cs typeface="Times New Roman"/>
              </a:rPr>
              <a:t>projects</a:t>
            </a:r>
            <a:r>
              <a:rPr spc="-40" dirty="0">
                <a:solidFill>
                  <a:srgbClr val="3C3C3C"/>
                </a:solidFill>
                <a:latin typeface="Times New Roman"/>
                <a:cs typeface="Times New Roman"/>
              </a:rPr>
              <a:t> </a:t>
            </a:r>
            <a:r>
              <a:rPr dirty="0">
                <a:solidFill>
                  <a:srgbClr val="3C3C3C"/>
                </a:solidFill>
                <a:latin typeface="Times New Roman"/>
                <a:cs typeface="Times New Roman"/>
              </a:rPr>
              <a:t>or</a:t>
            </a:r>
            <a:r>
              <a:rPr spc="-20" dirty="0">
                <a:solidFill>
                  <a:srgbClr val="3C3C3C"/>
                </a:solidFill>
                <a:latin typeface="Times New Roman"/>
                <a:cs typeface="Times New Roman"/>
              </a:rPr>
              <a:t> </a:t>
            </a:r>
            <a:r>
              <a:rPr dirty="0">
                <a:solidFill>
                  <a:srgbClr val="3C3C3C"/>
                </a:solidFill>
                <a:latin typeface="Times New Roman"/>
                <a:cs typeface="Times New Roman"/>
              </a:rPr>
              <a:t>projects</a:t>
            </a:r>
            <a:r>
              <a:rPr spc="-35" dirty="0">
                <a:solidFill>
                  <a:srgbClr val="3C3C3C"/>
                </a:solidFill>
                <a:latin typeface="Times New Roman"/>
                <a:cs typeface="Times New Roman"/>
              </a:rPr>
              <a:t> </a:t>
            </a:r>
            <a:r>
              <a:rPr dirty="0">
                <a:solidFill>
                  <a:srgbClr val="3C3C3C"/>
                </a:solidFill>
                <a:latin typeface="Times New Roman"/>
                <a:cs typeface="Times New Roman"/>
              </a:rPr>
              <a:t>where</a:t>
            </a:r>
            <a:r>
              <a:rPr spc="-25" dirty="0">
                <a:solidFill>
                  <a:srgbClr val="3C3C3C"/>
                </a:solidFill>
                <a:latin typeface="Times New Roman"/>
                <a:cs typeface="Times New Roman"/>
              </a:rPr>
              <a:t> </a:t>
            </a:r>
            <a:r>
              <a:rPr dirty="0">
                <a:solidFill>
                  <a:srgbClr val="3C3C3C"/>
                </a:solidFill>
                <a:latin typeface="Times New Roman"/>
                <a:cs typeface="Times New Roman"/>
              </a:rPr>
              <a:t>there</a:t>
            </a:r>
            <a:r>
              <a:rPr spc="-40" dirty="0">
                <a:solidFill>
                  <a:srgbClr val="3C3C3C"/>
                </a:solidFill>
                <a:latin typeface="Times New Roman"/>
                <a:cs typeface="Times New Roman"/>
              </a:rPr>
              <a:t> </a:t>
            </a:r>
            <a:r>
              <a:rPr dirty="0">
                <a:solidFill>
                  <a:srgbClr val="3C3C3C"/>
                </a:solidFill>
                <a:latin typeface="Times New Roman"/>
                <a:cs typeface="Times New Roman"/>
              </a:rPr>
              <a:t>is</a:t>
            </a:r>
            <a:r>
              <a:rPr spc="-20"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commitment</a:t>
            </a:r>
            <a:r>
              <a:rPr spc="-15" dirty="0">
                <a:solidFill>
                  <a:srgbClr val="3C3C3C"/>
                </a:solidFill>
                <a:latin typeface="Times New Roman"/>
                <a:cs typeface="Times New Roman"/>
              </a:rPr>
              <a:t> </a:t>
            </a:r>
            <a:r>
              <a:rPr dirty="0">
                <a:solidFill>
                  <a:srgbClr val="3C3C3C"/>
                </a:solidFill>
                <a:latin typeface="Times New Roman"/>
                <a:cs typeface="Times New Roman"/>
              </a:rPr>
              <a:t>to long</a:t>
            </a:r>
            <a:r>
              <a:rPr spc="-25" dirty="0">
                <a:solidFill>
                  <a:srgbClr val="3C3C3C"/>
                </a:solidFill>
                <a:latin typeface="Times New Roman"/>
                <a:cs typeface="Times New Roman"/>
              </a:rPr>
              <a:t> </a:t>
            </a:r>
            <a:r>
              <a:rPr spc="-20" dirty="0">
                <a:solidFill>
                  <a:srgbClr val="3C3C3C"/>
                </a:solidFill>
                <a:latin typeface="Times New Roman"/>
                <a:cs typeface="Times New Roman"/>
              </a:rPr>
              <a:t>term </a:t>
            </a:r>
            <a:r>
              <a:rPr dirty="0">
                <a:solidFill>
                  <a:srgbClr val="3C3C3C"/>
                </a:solidFill>
                <a:latin typeface="Times New Roman"/>
                <a:cs typeface="Times New Roman"/>
              </a:rPr>
              <a:t>maintenance,</a:t>
            </a:r>
            <a:r>
              <a:rPr spc="-5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supplier</a:t>
            </a:r>
            <a:r>
              <a:rPr spc="-20" dirty="0">
                <a:solidFill>
                  <a:srgbClr val="3C3C3C"/>
                </a:solidFill>
                <a:latin typeface="Times New Roman"/>
                <a:cs typeface="Times New Roman"/>
              </a:rPr>
              <a:t> </a:t>
            </a:r>
            <a:r>
              <a:rPr dirty="0">
                <a:solidFill>
                  <a:srgbClr val="3C3C3C"/>
                </a:solidFill>
                <a:latin typeface="Times New Roman"/>
                <a:cs typeface="Times New Roman"/>
              </a:rPr>
              <a:t>will</a:t>
            </a:r>
            <a:r>
              <a:rPr spc="-20" dirty="0">
                <a:solidFill>
                  <a:srgbClr val="3C3C3C"/>
                </a:solidFill>
                <a:latin typeface="Times New Roman"/>
                <a:cs typeface="Times New Roman"/>
              </a:rPr>
              <a:t> </a:t>
            </a:r>
            <a:r>
              <a:rPr dirty="0">
                <a:solidFill>
                  <a:srgbClr val="3C3C3C"/>
                </a:solidFill>
                <a:latin typeface="Times New Roman"/>
                <a:cs typeface="Times New Roman"/>
              </a:rPr>
              <a:t>wish</a:t>
            </a:r>
            <a:r>
              <a:rPr spc="-15"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ensure</a:t>
            </a:r>
            <a:r>
              <a:rPr spc="-20" dirty="0">
                <a:solidFill>
                  <a:srgbClr val="3C3C3C"/>
                </a:solidFill>
                <a:latin typeface="Times New Roman"/>
                <a:cs typeface="Times New Roman"/>
              </a:rPr>
              <a:t> </a:t>
            </a:r>
            <a:r>
              <a:rPr dirty="0">
                <a:solidFill>
                  <a:srgbClr val="3C3C3C"/>
                </a:solidFill>
                <a:latin typeface="Times New Roman"/>
                <a:cs typeface="Times New Roman"/>
              </a:rPr>
              <a:t>protection</a:t>
            </a:r>
            <a:r>
              <a:rPr spc="-65" dirty="0">
                <a:solidFill>
                  <a:srgbClr val="3C3C3C"/>
                </a:solidFill>
                <a:latin typeface="Times New Roman"/>
                <a:cs typeface="Times New Roman"/>
              </a:rPr>
              <a:t> </a:t>
            </a:r>
            <a:r>
              <a:rPr dirty="0">
                <a:solidFill>
                  <a:srgbClr val="3C3C3C"/>
                </a:solidFill>
                <a:latin typeface="Times New Roman"/>
                <a:cs typeface="Times New Roman"/>
              </a:rPr>
              <a:t>against</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effects</a:t>
            </a:r>
            <a:r>
              <a:rPr spc="-20" dirty="0">
                <a:solidFill>
                  <a:srgbClr val="3C3C3C"/>
                </a:solidFill>
                <a:latin typeface="Times New Roman"/>
                <a:cs typeface="Times New Roman"/>
              </a:rPr>
              <a:t> </a:t>
            </a:r>
            <a:r>
              <a:rPr spc="-25" dirty="0">
                <a:solidFill>
                  <a:srgbClr val="3C3C3C"/>
                </a:solidFill>
                <a:latin typeface="Times New Roman"/>
                <a:cs typeface="Times New Roman"/>
              </a:rPr>
              <a:t>of </a:t>
            </a:r>
            <a:r>
              <a:rPr dirty="0">
                <a:solidFill>
                  <a:srgbClr val="3C3C3C"/>
                </a:solidFill>
                <a:latin typeface="Times New Roman"/>
                <a:cs typeface="Times New Roman"/>
              </a:rPr>
              <a:t>unpredictable</a:t>
            </a:r>
            <a:r>
              <a:rPr spc="-55" dirty="0">
                <a:solidFill>
                  <a:srgbClr val="3C3C3C"/>
                </a:solidFill>
                <a:latin typeface="Times New Roman"/>
                <a:cs typeface="Times New Roman"/>
              </a:rPr>
              <a:t> </a:t>
            </a:r>
            <a:r>
              <a:rPr spc="-10" dirty="0">
                <a:solidFill>
                  <a:srgbClr val="3C3C3C"/>
                </a:solidFill>
                <a:latin typeface="Times New Roman"/>
                <a:cs typeface="Times New Roman"/>
              </a:rPr>
              <a:t>inflation.</a:t>
            </a:r>
            <a:endParaRPr>
              <a:latin typeface="Times New Roman"/>
              <a:cs typeface="Times New Roman"/>
            </a:endParaRPr>
          </a:p>
          <a:p>
            <a:pPr marL="318770" marR="5080" indent="-306705">
              <a:spcBef>
                <a:spcPts val="1035"/>
              </a:spcBef>
              <a:buClr>
                <a:srgbClr val="903062"/>
              </a:buClr>
              <a:buSzPct val="91666"/>
              <a:buFont typeface="Cambria"/>
              <a:buChar char="◾"/>
              <a:tabLst>
                <a:tab pos="318770" algn="l"/>
              </a:tabLst>
            </a:pPr>
            <a:r>
              <a:rPr spc="-20"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handle</a:t>
            </a:r>
            <a:r>
              <a:rPr spc="-35" dirty="0">
                <a:solidFill>
                  <a:srgbClr val="3C3C3C"/>
                </a:solidFill>
                <a:latin typeface="Times New Roman"/>
                <a:cs typeface="Times New Roman"/>
              </a:rPr>
              <a:t> </a:t>
            </a:r>
            <a:r>
              <a:rPr dirty="0">
                <a:solidFill>
                  <a:srgbClr val="3C3C3C"/>
                </a:solidFill>
                <a:latin typeface="Times New Roman"/>
                <a:cs typeface="Times New Roman"/>
              </a:rPr>
              <a:t>this</a:t>
            </a:r>
            <a:r>
              <a:rPr spc="-20" dirty="0">
                <a:solidFill>
                  <a:srgbClr val="3C3C3C"/>
                </a:solidFill>
                <a:latin typeface="Times New Roman"/>
                <a:cs typeface="Times New Roman"/>
              </a:rPr>
              <a:t> </a:t>
            </a:r>
            <a:r>
              <a:rPr dirty="0">
                <a:solidFill>
                  <a:srgbClr val="3C3C3C"/>
                </a:solidFill>
                <a:latin typeface="Times New Roman"/>
                <a:cs typeface="Times New Roman"/>
              </a:rPr>
              <a:t>problem,</a:t>
            </a:r>
            <a:r>
              <a:rPr spc="-30" dirty="0">
                <a:solidFill>
                  <a:srgbClr val="3C3C3C"/>
                </a:solidFill>
                <a:latin typeface="Times New Roman"/>
                <a:cs typeface="Times New Roman"/>
              </a:rPr>
              <a:t> </a:t>
            </a:r>
            <a:r>
              <a:rPr dirty="0">
                <a:solidFill>
                  <a:srgbClr val="3C3C3C"/>
                </a:solidFill>
                <a:latin typeface="Times New Roman"/>
                <a:cs typeface="Times New Roman"/>
              </a:rPr>
              <a:t>it</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15" dirty="0">
                <a:solidFill>
                  <a:srgbClr val="3C3C3C"/>
                </a:solidFill>
                <a:latin typeface="Times New Roman"/>
                <a:cs typeface="Times New Roman"/>
              </a:rPr>
              <a:t> </a:t>
            </a:r>
            <a:r>
              <a:rPr dirty="0">
                <a:solidFill>
                  <a:srgbClr val="3C3C3C"/>
                </a:solidFill>
                <a:latin typeface="Times New Roman"/>
                <a:cs typeface="Times New Roman"/>
              </a:rPr>
              <a:t>customary</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include</a:t>
            </a:r>
            <a:r>
              <a:rPr spc="-20"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clause</a:t>
            </a:r>
            <a:r>
              <a:rPr spc="-35" dirty="0">
                <a:solidFill>
                  <a:srgbClr val="3C3C3C"/>
                </a:solidFill>
                <a:latin typeface="Times New Roman"/>
                <a:cs typeface="Times New Roman"/>
              </a:rPr>
              <a:t> </a:t>
            </a:r>
            <a:r>
              <a:rPr dirty="0">
                <a:solidFill>
                  <a:srgbClr val="3C3C3C"/>
                </a:solidFill>
                <a:latin typeface="Times New Roman"/>
                <a:cs typeface="Times New Roman"/>
              </a:rPr>
              <a:t>which</a:t>
            </a:r>
            <a:r>
              <a:rPr spc="-65" dirty="0">
                <a:solidFill>
                  <a:srgbClr val="3C3C3C"/>
                </a:solidFill>
                <a:latin typeface="Times New Roman"/>
                <a:cs typeface="Times New Roman"/>
              </a:rPr>
              <a:t> </a:t>
            </a:r>
            <a:r>
              <a:rPr dirty="0">
                <a:solidFill>
                  <a:srgbClr val="3C3C3C"/>
                </a:solidFill>
                <a:latin typeface="Times New Roman"/>
                <a:cs typeface="Times New Roman"/>
              </a:rPr>
              <a:t>allows</a:t>
            </a:r>
            <a:r>
              <a:rPr spc="-20" dirty="0">
                <a:solidFill>
                  <a:srgbClr val="3C3C3C"/>
                </a:solidFill>
                <a:latin typeface="Times New Roman"/>
                <a:cs typeface="Times New Roman"/>
              </a:rPr>
              <a:t> </a:t>
            </a:r>
            <a:r>
              <a:rPr spc="-10" dirty="0">
                <a:solidFill>
                  <a:srgbClr val="3C3C3C"/>
                </a:solidFill>
                <a:latin typeface="Times New Roman"/>
                <a:cs typeface="Times New Roman"/>
              </a:rPr>
              <a:t>charges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be</a:t>
            </a:r>
            <a:r>
              <a:rPr spc="-15" dirty="0">
                <a:solidFill>
                  <a:srgbClr val="3C3C3C"/>
                </a:solidFill>
                <a:latin typeface="Times New Roman"/>
                <a:cs typeface="Times New Roman"/>
              </a:rPr>
              <a:t> </a:t>
            </a:r>
            <a:r>
              <a:rPr dirty="0">
                <a:solidFill>
                  <a:srgbClr val="3C3C3C"/>
                </a:solidFill>
                <a:latin typeface="Times New Roman"/>
                <a:cs typeface="Times New Roman"/>
              </a:rPr>
              <a:t>increased</a:t>
            </a:r>
            <a:r>
              <a:rPr spc="-35" dirty="0">
                <a:solidFill>
                  <a:srgbClr val="3C3C3C"/>
                </a:solidFill>
                <a:latin typeface="Times New Roman"/>
                <a:cs typeface="Times New Roman"/>
              </a:rPr>
              <a:t> </a:t>
            </a:r>
            <a:r>
              <a:rPr dirty="0">
                <a:solidFill>
                  <a:srgbClr val="3C3C3C"/>
                </a:solidFill>
                <a:latin typeface="Times New Roman"/>
                <a:cs typeface="Times New Roman"/>
              </a:rPr>
              <a:t>in</a:t>
            </a:r>
            <a:r>
              <a:rPr spc="-10" dirty="0">
                <a:solidFill>
                  <a:srgbClr val="3C3C3C"/>
                </a:solidFill>
                <a:latin typeface="Times New Roman"/>
                <a:cs typeface="Times New Roman"/>
              </a:rPr>
              <a:t> </a:t>
            </a:r>
            <a:r>
              <a:rPr dirty="0">
                <a:solidFill>
                  <a:srgbClr val="3C3C3C"/>
                </a:solidFill>
                <a:latin typeface="Times New Roman"/>
                <a:cs typeface="Times New Roman"/>
              </a:rPr>
              <a:t>accordance</a:t>
            </a:r>
            <a:r>
              <a:rPr spc="-50" dirty="0">
                <a:solidFill>
                  <a:srgbClr val="3C3C3C"/>
                </a:solidFill>
                <a:latin typeface="Times New Roman"/>
                <a:cs typeface="Times New Roman"/>
              </a:rPr>
              <a:t> </a:t>
            </a:r>
            <a:r>
              <a:rPr dirty="0">
                <a:solidFill>
                  <a:srgbClr val="3C3C3C"/>
                </a:solidFill>
                <a:latin typeface="Times New Roman"/>
                <a:cs typeface="Times New Roman"/>
              </a:rPr>
              <a:t>with</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15" dirty="0">
                <a:solidFill>
                  <a:srgbClr val="3C3C3C"/>
                </a:solidFill>
                <a:latin typeface="Times New Roman"/>
                <a:cs typeface="Times New Roman"/>
              </a:rPr>
              <a:t> </a:t>
            </a:r>
            <a:r>
              <a:rPr dirty="0">
                <a:solidFill>
                  <a:srgbClr val="3C3C3C"/>
                </a:solidFill>
                <a:latin typeface="Times New Roman"/>
                <a:cs typeface="Times New Roman"/>
              </a:rPr>
              <a:t>rise</a:t>
            </a:r>
            <a:r>
              <a:rPr spc="-20" dirty="0">
                <a:solidFill>
                  <a:srgbClr val="3C3C3C"/>
                </a:solidFill>
                <a:latin typeface="Times New Roman"/>
                <a:cs typeface="Times New Roman"/>
              </a:rPr>
              <a:t> </a:t>
            </a:r>
            <a:r>
              <a:rPr dirty="0">
                <a:solidFill>
                  <a:srgbClr val="3C3C3C"/>
                </a:solidFill>
                <a:latin typeface="Times New Roman"/>
                <a:cs typeface="Times New Roman"/>
              </a:rPr>
              <a:t>in</a:t>
            </a:r>
            <a:r>
              <a:rPr spc="-15" dirty="0">
                <a:solidFill>
                  <a:srgbClr val="3C3C3C"/>
                </a:solidFill>
                <a:latin typeface="Times New Roman"/>
                <a:cs typeface="Times New Roman"/>
              </a:rPr>
              <a:t> </a:t>
            </a:r>
            <a:r>
              <a:rPr spc="-10" dirty="0">
                <a:solidFill>
                  <a:srgbClr val="3C3C3C"/>
                </a:solidFill>
                <a:latin typeface="Times New Roman"/>
                <a:cs typeface="Times New Roman"/>
              </a:rPr>
              <a:t>costs.</a:t>
            </a:r>
            <a:endParaRPr>
              <a:latin typeface="Times New Roman"/>
              <a:cs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b="1" dirty="0">
                          <a:solidFill>
                            <a:srgbClr val="FFFFFF"/>
                          </a:solidFill>
                          <a:latin typeface="Times New Roman"/>
                          <a:cs typeface="Times New Roman"/>
                        </a:rPr>
                        <a:t>APPLICABLE</a:t>
                      </a:r>
                      <a:r>
                        <a:rPr sz="2800" b="1" spc="-140" dirty="0">
                          <a:solidFill>
                            <a:srgbClr val="FFFFFF"/>
                          </a:solidFill>
                          <a:latin typeface="Times New Roman"/>
                          <a:cs typeface="Times New Roman"/>
                        </a:rPr>
                        <a:t> </a:t>
                      </a:r>
                      <a:r>
                        <a:rPr sz="2800" b="1" spc="-25" dirty="0">
                          <a:solidFill>
                            <a:srgbClr val="FFFFFF"/>
                          </a:solidFill>
                          <a:latin typeface="Times New Roman"/>
                          <a:cs typeface="Times New Roman"/>
                        </a:rPr>
                        <a:t>LAW</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1" y="3155060"/>
            <a:ext cx="7654925" cy="848360"/>
          </a:xfrm>
          <a:prstGeom prst="rect">
            <a:avLst/>
          </a:prstGeom>
        </p:spPr>
        <p:txBody>
          <a:bodyPr vert="horz" wrap="square" lIns="0" tIns="12700" rIns="0" bIns="0" rtlCol="0">
            <a:spAutoFit/>
          </a:bodyPr>
          <a:lstStyle/>
          <a:p>
            <a:pPr marL="318770" marR="5080" indent="-306705" algn="just">
              <a:spcBef>
                <a:spcPts val="100"/>
              </a:spcBef>
              <a:buSzPct val="91666"/>
              <a:buFont typeface="Cambria"/>
              <a:buChar char="◾"/>
              <a:tabLst>
                <a:tab pos="318770" algn="l"/>
                <a:tab pos="370840" algn="l"/>
              </a:tabLst>
            </a:pPr>
            <a:r>
              <a:rPr dirty="0">
                <a:solidFill>
                  <a:srgbClr val="903062"/>
                </a:solidFill>
                <a:latin typeface="Times New Roman"/>
                <a:cs typeface="Times New Roman"/>
              </a:rPr>
              <a:t>	</a:t>
            </a:r>
            <a:r>
              <a:rPr dirty="0">
                <a:solidFill>
                  <a:srgbClr val="3C3C3C"/>
                </a:solidFill>
                <a:latin typeface="Times New Roman"/>
                <a:cs typeface="Times New Roman"/>
              </a:rPr>
              <a:t>Where</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supplier</a:t>
            </a:r>
            <a:r>
              <a:rPr spc="-25" dirty="0">
                <a:solidFill>
                  <a:srgbClr val="3C3C3C"/>
                </a:solidFill>
                <a:latin typeface="Times New Roman"/>
                <a:cs typeface="Times New Roman"/>
              </a:rPr>
              <a:t> </a:t>
            </a:r>
            <a:r>
              <a:rPr dirty="0">
                <a:solidFill>
                  <a:srgbClr val="3C3C3C"/>
                </a:solidFill>
                <a:latin typeface="Times New Roman"/>
                <a:cs typeface="Times New Roman"/>
              </a:rPr>
              <a:t>and</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client</a:t>
            </a:r>
            <a:r>
              <a:rPr spc="-40" dirty="0">
                <a:solidFill>
                  <a:srgbClr val="3C3C3C"/>
                </a:solidFill>
                <a:latin typeface="Times New Roman"/>
                <a:cs typeface="Times New Roman"/>
              </a:rPr>
              <a:t> </a:t>
            </a:r>
            <a:r>
              <a:rPr dirty="0">
                <a:solidFill>
                  <a:srgbClr val="3C3C3C"/>
                </a:solidFill>
                <a:latin typeface="Times New Roman"/>
                <a:cs typeface="Times New Roman"/>
              </a:rPr>
              <a:t>have</a:t>
            </a:r>
            <a:r>
              <a:rPr spc="-30" dirty="0">
                <a:solidFill>
                  <a:srgbClr val="3C3C3C"/>
                </a:solidFill>
                <a:latin typeface="Times New Roman"/>
                <a:cs typeface="Times New Roman"/>
              </a:rPr>
              <a:t> </a:t>
            </a:r>
            <a:r>
              <a:rPr dirty="0">
                <a:solidFill>
                  <a:srgbClr val="3C3C3C"/>
                </a:solidFill>
                <a:latin typeface="Times New Roman"/>
                <a:cs typeface="Times New Roman"/>
              </a:rPr>
              <a:t>their</a:t>
            </a:r>
            <a:r>
              <a:rPr spc="-40" dirty="0">
                <a:solidFill>
                  <a:srgbClr val="3C3C3C"/>
                </a:solidFill>
                <a:latin typeface="Times New Roman"/>
                <a:cs typeface="Times New Roman"/>
              </a:rPr>
              <a:t> </a:t>
            </a:r>
            <a:r>
              <a:rPr dirty="0">
                <a:solidFill>
                  <a:srgbClr val="3C3C3C"/>
                </a:solidFill>
                <a:latin typeface="Times New Roman"/>
                <a:cs typeface="Times New Roman"/>
              </a:rPr>
              <a:t>registered</a:t>
            </a:r>
            <a:r>
              <a:rPr spc="-50" dirty="0">
                <a:solidFill>
                  <a:srgbClr val="3C3C3C"/>
                </a:solidFill>
                <a:latin typeface="Times New Roman"/>
                <a:cs typeface="Times New Roman"/>
              </a:rPr>
              <a:t> </a:t>
            </a:r>
            <a:r>
              <a:rPr dirty="0">
                <a:solidFill>
                  <a:srgbClr val="3C3C3C"/>
                </a:solidFill>
                <a:latin typeface="Times New Roman"/>
                <a:cs typeface="Times New Roman"/>
              </a:rPr>
              <a:t>offices</a:t>
            </a:r>
            <a:r>
              <a:rPr spc="-70" dirty="0">
                <a:solidFill>
                  <a:srgbClr val="3C3C3C"/>
                </a:solidFill>
                <a:latin typeface="Times New Roman"/>
                <a:cs typeface="Times New Roman"/>
              </a:rPr>
              <a:t> </a:t>
            </a:r>
            <a:r>
              <a:rPr dirty="0">
                <a:solidFill>
                  <a:srgbClr val="3C3C3C"/>
                </a:solidFill>
                <a:latin typeface="Times New Roman"/>
                <a:cs typeface="Times New Roman"/>
              </a:rPr>
              <a:t>in</a:t>
            </a:r>
            <a:r>
              <a:rPr spc="-25" dirty="0">
                <a:solidFill>
                  <a:srgbClr val="3C3C3C"/>
                </a:solidFill>
                <a:latin typeface="Times New Roman"/>
                <a:cs typeface="Times New Roman"/>
              </a:rPr>
              <a:t> </a:t>
            </a:r>
            <a:r>
              <a:rPr dirty="0">
                <a:solidFill>
                  <a:srgbClr val="3C3C3C"/>
                </a:solidFill>
                <a:latin typeface="Times New Roman"/>
                <a:cs typeface="Times New Roman"/>
              </a:rPr>
              <a:t>different</a:t>
            </a:r>
            <a:r>
              <a:rPr spc="-25" dirty="0">
                <a:solidFill>
                  <a:srgbClr val="3C3C3C"/>
                </a:solidFill>
                <a:latin typeface="Times New Roman"/>
                <a:cs typeface="Times New Roman"/>
              </a:rPr>
              <a:t> </a:t>
            </a:r>
            <a:r>
              <a:rPr spc="-10" dirty="0">
                <a:solidFill>
                  <a:srgbClr val="3C3C3C"/>
                </a:solidFill>
                <a:latin typeface="Times New Roman"/>
                <a:cs typeface="Times New Roman"/>
              </a:rPr>
              <a:t>legal </a:t>
            </a:r>
            <a:r>
              <a:rPr dirty="0">
                <a:solidFill>
                  <a:srgbClr val="3C3C3C"/>
                </a:solidFill>
                <a:latin typeface="Times New Roman"/>
                <a:cs typeface="Times New Roman"/>
              </a:rPr>
              <a:t>jurisdictions</a:t>
            </a:r>
            <a:r>
              <a:rPr spc="-40" dirty="0">
                <a:solidFill>
                  <a:srgbClr val="3C3C3C"/>
                </a:solidFill>
                <a:latin typeface="Times New Roman"/>
                <a:cs typeface="Times New Roman"/>
              </a:rPr>
              <a:t> </a:t>
            </a:r>
            <a:r>
              <a:rPr dirty="0">
                <a:solidFill>
                  <a:srgbClr val="3C3C3C"/>
                </a:solidFill>
                <a:latin typeface="Times New Roman"/>
                <a:cs typeface="Times New Roman"/>
              </a:rPr>
              <a:t>or</a:t>
            </a:r>
            <a:r>
              <a:rPr spc="-20" dirty="0">
                <a:solidFill>
                  <a:srgbClr val="3C3C3C"/>
                </a:solidFill>
                <a:latin typeface="Times New Roman"/>
                <a:cs typeface="Times New Roman"/>
              </a:rPr>
              <a:t> </a:t>
            </a:r>
            <a:r>
              <a:rPr dirty="0">
                <a:solidFill>
                  <a:srgbClr val="3C3C3C"/>
                </a:solidFill>
                <a:latin typeface="Times New Roman"/>
                <a:cs typeface="Times New Roman"/>
              </a:rPr>
              <a:t>performance</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contract</a:t>
            </a:r>
            <a:r>
              <a:rPr spc="-70" dirty="0">
                <a:solidFill>
                  <a:srgbClr val="3C3C3C"/>
                </a:solidFill>
                <a:latin typeface="Times New Roman"/>
                <a:cs typeface="Times New Roman"/>
              </a:rPr>
              <a:t> </a:t>
            </a:r>
            <a:r>
              <a:rPr dirty="0">
                <a:solidFill>
                  <a:srgbClr val="3C3C3C"/>
                </a:solidFill>
                <a:latin typeface="Times New Roman"/>
                <a:cs typeface="Times New Roman"/>
              </a:rPr>
              <a:t>involves</a:t>
            </a:r>
            <a:r>
              <a:rPr spc="-35" dirty="0">
                <a:solidFill>
                  <a:srgbClr val="3C3C3C"/>
                </a:solidFill>
                <a:latin typeface="Times New Roman"/>
                <a:cs typeface="Times New Roman"/>
              </a:rPr>
              <a:t> </a:t>
            </a:r>
            <a:r>
              <a:rPr dirty="0">
                <a:solidFill>
                  <a:srgbClr val="3C3C3C"/>
                </a:solidFill>
                <a:latin typeface="Times New Roman"/>
                <a:cs typeface="Times New Roman"/>
              </a:rPr>
              <a:t>more</a:t>
            </a:r>
            <a:r>
              <a:rPr spc="-20" dirty="0">
                <a:solidFill>
                  <a:srgbClr val="3C3C3C"/>
                </a:solidFill>
                <a:latin typeface="Times New Roman"/>
                <a:cs typeface="Times New Roman"/>
              </a:rPr>
              <a:t> </a:t>
            </a:r>
            <a:r>
              <a:rPr dirty="0">
                <a:solidFill>
                  <a:srgbClr val="3C3C3C"/>
                </a:solidFill>
                <a:latin typeface="Times New Roman"/>
                <a:cs typeface="Times New Roman"/>
              </a:rPr>
              <a:t>than</a:t>
            </a:r>
            <a:r>
              <a:rPr spc="-35" dirty="0">
                <a:solidFill>
                  <a:srgbClr val="3C3C3C"/>
                </a:solidFill>
                <a:latin typeface="Times New Roman"/>
                <a:cs typeface="Times New Roman"/>
              </a:rPr>
              <a:t> </a:t>
            </a:r>
            <a:r>
              <a:rPr dirty="0">
                <a:solidFill>
                  <a:srgbClr val="3C3C3C"/>
                </a:solidFill>
                <a:latin typeface="Times New Roman"/>
                <a:cs typeface="Times New Roman"/>
              </a:rPr>
              <a:t>one</a:t>
            </a:r>
            <a:r>
              <a:rPr spc="-20" dirty="0">
                <a:solidFill>
                  <a:srgbClr val="3C3C3C"/>
                </a:solidFill>
                <a:latin typeface="Times New Roman"/>
                <a:cs typeface="Times New Roman"/>
              </a:rPr>
              <a:t> </a:t>
            </a:r>
            <a:r>
              <a:rPr spc="-10" dirty="0">
                <a:solidFill>
                  <a:srgbClr val="3C3C3C"/>
                </a:solidFill>
                <a:latin typeface="Times New Roman"/>
                <a:cs typeface="Times New Roman"/>
              </a:rPr>
              <a:t>jurisdiction, </a:t>
            </a:r>
            <a:r>
              <a:rPr dirty="0">
                <a:solidFill>
                  <a:srgbClr val="3C3C3C"/>
                </a:solidFill>
                <a:latin typeface="Times New Roman"/>
                <a:cs typeface="Times New Roman"/>
              </a:rPr>
              <a:t>it</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15" dirty="0">
                <a:solidFill>
                  <a:srgbClr val="3C3C3C"/>
                </a:solidFill>
                <a:latin typeface="Times New Roman"/>
                <a:cs typeface="Times New Roman"/>
              </a:rPr>
              <a:t> </a:t>
            </a:r>
            <a:r>
              <a:rPr dirty="0">
                <a:solidFill>
                  <a:srgbClr val="3C3C3C"/>
                </a:solidFill>
                <a:latin typeface="Times New Roman"/>
                <a:cs typeface="Times New Roman"/>
              </a:rPr>
              <a:t>necessary</a:t>
            </a:r>
            <a:r>
              <a:rPr spc="-20"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state</a:t>
            </a:r>
            <a:r>
              <a:rPr spc="-15" dirty="0">
                <a:solidFill>
                  <a:srgbClr val="3C3C3C"/>
                </a:solidFill>
                <a:latin typeface="Times New Roman"/>
                <a:cs typeface="Times New Roman"/>
              </a:rPr>
              <a:t> </a:t>
            </a:r>
            <a:r>
              <a:rPr dirty="0">
                <a:solidFill>
                  <a:srgbClr val="3C3C3C"/>
                </a:solidFill>
                <a:latin typeface="Times New Roman"/>
                <a:cs typeface="Times New Roman"/>
              </a:rPr>
              <a:t>under</a:t>
            </a:r>
            <a:r>
              <a:rPr spc="-15" dirty="0">
                <a:solidFill>
                  <a:srgbClr val="3C3C3C"/>
                </a:solidFill>
                <a:latin typeface="Times New Roman"/>
                <a:cs typeface="Times New Roman"/>
              </a:rPr>
              <a:t> </a:t>
            </a:r>
            <a:r>
              <a:rPr dirty="0">
                <a:solidFill>
                  <a:srgbClr val="3C3C3C"/>
                </a:solidFill>
                <a:latin typeface="Times New Roman"/>
                <a:cs typeface="Times New Roman"/>
              </a:rPr>
              <a:t>which</a:t>
            </a:r>
            <a:r>
              <a:rPr spc="-50" dirty="0">
                <a:solidFill>
                  <a:srgbClr val="3C3C3C"/>
                </a:solidFill>
                <a:latin typeface="Times New Roman"/>
                <a:cs typeface="Times New Roman"/>
              </a:rPr>
              <a:t> </a:t>
            </a:r>
            <a:r>
              <a:rPr dirty="0">
                <a:solidFill>
                  <a:srgbClr val="3C3C3C"/>
                </a:solidFill>
                <a:latin typeface="Times New Roman"/>
                <a:cs typeface="Times New Roman"/>
              </a:rPr>
              <a:t>laws</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10" dirty="0">
                <a:solidFill>
                  <a:srgbClr val="3C3C3C"/>
                </a:solidFill>
                <a:latin typeface="Times New Roman"/>
                <a:cs typeface="Times New Roman"/>
              </a:rPr>
              <a:t> </a:t>
            </a:r>
            <a:r>
              <a:rPr dirty="0">
                <a:solidFill>
                  <a:srgbClr val="3C3C3C"/>
                </a:solidFill>
                <a:latin typeface="Times New Roman"/>
                <a:cs typeface="Times New Roman"/>
              </a:rPr>
              <a:t>contract</a:t>
            </a:r>
            <a:r>
              <a:rPr spc="-45" dirty="0">
                <a:solidFill>
                  <a:srgbClr val="3C3C3C"/>
                </a:solidFill>
                <a:latin typeface="Times New Roman"/>
                <a:cs typeface="Times New Roman"/>
              </a:rPr>
              <a:t> </a:t>
            </a:r>
            <a:r>
              <a:rPr dirty="0">
                <a:solidFill>
                  <a:srgbClr val="3C3C3C"/>
                </a:solidFill>
                <a:latin typeface="Times New Roman"/>
                <a:cs typeface="Times New Roman"/>
              </a:rPr>
              <a:t>is</a:t>
            </a:r>
            <a:r>
              <a:rPr spc="-15"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be</a:t>
            </a:r>
            <a:r>
              <a:rPr spc="-15" dirty="0">
                <a:solidFill>
                  <a:srgbClr val="3C3C3C"/>
                </a:solidFill>
                <a:latin typeface="Times New Roman"/>
                <a:cs typeface="Times New Roman"/>
              </a:rPr>
              <a:t> </a:t>
            </a:r>
            <a:r>
              <a:rPr spc="-10" dirty="0">
                <a:solidFill>
                  <a:srgbClr val="3C3C3C"/>
                </a:solidFill>
                <a:latin typeface="Times New Roman"/>
                <a:cs typeface="Times New Roman"/>
              </a:rPr>
              <a:t>interpreted.</a:t>
            </a:r>
            <a:endParaRPr>
              <a:latin typeface="Times New Roman"/>
              <a:cs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spc="-60" dirty="0">
                          <a:solidFill>
                            <a:srgbClr val="FFFFFF"/>
                          </a:solidFill>
                          <a:latin typeface="Times New Roman"/>
                          <a:cs typeface="Times New Roman"/>
                        </a:rPr>
                        <a:t>WARRANTY</a:t>
                      </a:r>
                      <a:r>
                        <a:rPr sz="2800" spc="-215" dirty="0">
                          <a:solidFill>
                            <a:srgbClr val="FFFFFF"/>
                          </a:solidFill>
                          <a:latin typeface="Times New Roman"/>
                          <a:cs typeface="Times New Roman"/>
                        </a:rPr>
                        <a:t> </a:t>
                      </a:r>
                      <a:r>
                        <a:rPr sz="2800" dirty="0">
                          <a:solidFill>
                            <a:srgbClr val="FFFFFF"/>
                          </a:solidFill>
                          <a:latin typeface="Times New Roman"/>
                          <a:cs typeface="Times New Roman"/>
                        </a:rPr>
                        <a:t>AND</a:t>
                      </a:r>
                      <a:r>
                        <a:rPr sz="2800" spc="-10" dirty="0">
                          <a:solidFill>
                            <a:srgbClr val="FFFFFF"/>
                          </a:solidFill>
                          <a:latin typeface="Times New Roman"/>
                          <a:cs typeface="Times New Roman"/>
                        </a:rPr>
                        <a:t> MAINTENANCE</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183993" y="2086483"/>
            <a:ext cx="7821930" cy="4272280"/>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Once</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product</a:t>
            </a:r>
            <a:r>
              <a:rPr spc="-30" dirty="0">
                <a:solidFill>
                  <a:srgbClr val="3C3C3C"/>
                </a:solidFill>
                <a:latin typeface="Times New Roman"/>
                <a:cs typeface="Times New Roman"/>
              </a:rPr>
              <a:t> </a:t>
            </a:r>
            <a:r>
              <a:rPr dirty="0">
                <a:solidFill>
                  <a:srgbClr val="3C3C3C"/>
                </a:solidFill>
                <a:latin typeface="Times New Roman"/>
                <a:cs typeface="Times New Roman"/>
              </a:rPr>
              <a:t>has</a:t>
            </a:r>
            <a:r>
              <a:rPr spc="-35" dirty="0">
                <a:solidFill>
                  <a:srgbClr val="3C3C3C"/>
                </a:solidFill>
                <a:latin typeface="Times New Roman"/>
                <a:cs typeface="Times New Roman"/>
              </a:rPr>
              <a:t> </a:t>
            </a:r>
            <a:r>
              <a:rPr dirty="0">
                <a:solidFill>
                  <a:srgbClr val="3C3C3C"/>
                </a:solidFill>
                <a:latin typeface="Times New Roman"/>
                <a:cs typeface="Times New Roman"/>
              </a:rPr>
              <a:t>been</a:t>
            </a:r>
            <a:r>
              <a:rPr spc="-35" dirty="0">
                <a:solidFill>
                  <a:srgbClr val="3C3C3C"/>
                </a:solidFill>
                <a:latin typeface="Times New Roman"/>
                <a:cs typeface="Times New Roman"/>
              </a:rPr>
              <a:t> </a:t>
            </a:r>
            <a:r>
              <a:rPr dirty="0">
                <a:solidFill>
                  <a:srgbClr val="3C3C3C"/>
                </a:solidFill>
                <a:latin typeface="Times New Roman"/>
                <a:cs typeface="Times New Roman"/>
              </a:rPr>
              <a:t>accepted,</a:t>
            </a:r>
            <a:r>
              <a:rPr spc="-55" dirty="0">
                <a:solidFill>
                  <a:srgbClr val="3C3C3C"/>
                </a:solidFill>
                <a:latin typeface="Times New Roman"/>
                <a:cs typeface="Times New Roman"/>
              </a:rPr>
              <a:t> </a:t>
            </a:r>
            <a:r>
              <a:rPr dirty="0">
                <a:solidFill>
                  <a:srgbClr val="3C3C3C"/>
                </a:solidFill>
                <a:latin typeface="Times New Roman"/>
                <a:cs typeface="Times New Roman"/>
              </a:rPr>
              <a:t>it</a:t>
            </a:r>
            <a:r>
              <a:rPr spc="-30" dirty="0">
                <a:solidFill>
                  <a:srgbClr val="3C3C3C"/>
                </a:solidFill>
                <a:latin typeface="Times New Roman"/>
                <a:cs typeface="Times New Roman"/>
              </a:rPr>
              <a:t> </a:t>
            </a:r>
            <a:r>
              <a:rPr dirty="0">
                <a:solidFill>
                  <a:srgbClr val="3C3C3C"/>
                </a:solidFill>
                <a:latin typeface="Times New Roman"/>
                <a:cs typeface="Times New Roman"/>
              </a:rPr>
              <a:t>is</a:t>
            </a:r>
            <a:r>
              <a:rPr spc="-25" dirty="0">
                <a:solidFill>
                  <a:srgbClr val="3C3C3C"/>
                </a:solidFill>
                <a:latin typeface="Times New Roman"/>
                <a:cs typeface="Times New Roman"/>
              </a:rPr>
              <a:t> </a:t>
            </a:r>
            <a:r>
              <a:rPr dirty="0">
                <a:solidFill>
                  <a:srgbClr val="3C3C3C"/>
                </a:solidFill>
                <a:latin typeface="Times New Roman"/>
                <a:cs typeface="Times New Roman"/>
              </a:rPr>
              <a:t>common</a:t>
            </a:r>
            <a:r>
              <a:rPr spc="-25" dirty="0">
                <a:solidFill>
                  <a:srgbClr val="3C3C3C"/>
                </a:solidFill>
                <a:latin typeface="Times New Roman"/>
                <a:cs typeface="Times New Roman"/>
              </a:rPr>
              <a:t> </a:t>
            </a:r>
            <a:r>
              <a:rPr dirty="0">
                <a:solidFill>
                  <a:srgbClr val="3C3C3C"/>
                </a:solidFill>
                <a:latin typeface="Times New Roman"/>
                <a:cs typeface="Times New Roman"/>
              </a:rPr>
              <a:t>practice</a:t>
            </a:r>
            <a:r>
              <a:rPr spc="-45" dirty="0">
                <a:solidFill>
                  <a:srgbClr val="3C3C3C"/>
                </a:solidFill>
                <a:latin typeface="Times New Roman"/>
                <a:cs typeface="Times New Roman"/>
              </a:rPr>
              <a:t> </a:t>
            </a:r>
            <a:r>
              <a:rPr dirty="0">
                <a:solidFill>
                  <a:srgbClr val="3C3C3C"/>
                </a:solidFill>
                <a:latin typeface="Times New Roman"/>
                <a:cs typeface="Times New Roman"/>
              </a:rPr>
              <a:t>to</a:t>
            </a:r>
            <a:r>
              <a:rPr spc="-25" dirty="0">
                <a:solidFill>
                  <a:srgbClr val="3C3C3C"/>
                </a:solidFill>
                <a:latin typeface="Times New Roman"/>
                <a:cs typeface="Times New Roman"/>
              </a:rPr>
              <a:t> </a:t>
            </a:r>
            <a:r>
              <a:rPr dirty="0">
                <a:solidFill>
                  <a:srgbClr val="3C3C3C"/>
                </a:solidFill>
                <a:latin typeface="Times New Roman"/>
                <a:cs typeface="Times New Roman"/>
              </a:rPr>
              <a:t>offer</a:t>
            </a:r>
            <a:r>
              <a:rPr spc="-30" dirty="0">
                <a:solidFill>
                  <a:srgbClr val="3C3C3C"/>
                </a:solidFill>
                <a:latin typeface="Times New Roman"/>
                <a:cs typeface="Times New Roman"/>
              </a:rPr>
              <a:t> </a:t>
            </a:r>
            <a:r>
              <a:rPr dirty="0">
                <a:solidFill>
                  <a:srgbClr val="3C3C3C"/>
                </a:solidFill>
                <a:latin typeface="Times New Roman"/>
                <a:cs typeface="Times New Roman"/>
              </a:rPr>
              <a:t>a</a:t>
            </a:r>
            <a:r>
              <a:rPr spc="-30" dirty="0">
                <a:solidFill>
                  <a:srgbClr val="3C3C3C"/>
                </a:solidFill>
                <a:latin typeface="Times New Roman"/>
                <a:cs typeface="Times New Roman"/>
              </a:rPr>
              <a:t> </a:t>
            </a:r>
            <a:r>
              <a:rPr spc="-10" dirty="0">
                <a:solidFill>
                  <a:srgbClr val="3C3C3C"/>
                </a:solidFill>
                <a:latin typeface="Times New Roman"/>
                <a:cs typeface="Times New Roman"/>
              </a:rPr>
              <a:t>warranty </a:t>
            </a:r>
            <a:r>
              <a:rPr dirty="0">
                <a:solidFill>
                  <a:srgbClr val="3C3C3C"/>
                </a:solidFill>
                <a:latin typeface="Times New Roman"/>
                <a:cs typeface="Times New Roman"/>
              </a:rPr>
              <a:t>period</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spc="-10" dirty="0">
                <a:solidFill>
                  <a:srgbClr val="3C3C3C"/>
                </a:solidFill>
                <a:latin typeface="Times New Roman"/>
                <a:cs typeface="Times New Roman"/>
              </a:rPr>
              <a:t>typically,</a:t>
            </a:r>
            <a:r>
              <a:rPr spc="-55" dirty="0">
                <a:solidFill>
                  <a:srgbClr val="3C3C3C"/>
                </a:solidFill>
                <a:latin typeface="Times New Roman"/>
                <a:cs typeface="Times New Roman"/>
              </a:rPr>
              <a:t> </a:t>
            </a:r>
            <a:r>
              <a:rPr dirty="0">
                <a:solidFill>
                  <a:srgbClr val="3C3C3C"/>
                </a:solidFill>
                <a:latin typeface="Times New Roman"/>
                <a:cs typeface="Times New Roman"/>
              </a:rPr>
              <a:t>90</a:t>
            </a:r>
            <a:r>
              <a:rPr spc="-25" dirty="0">
                <a:solidFill>
                  <a:srgbClr val="3C3C3C"/>
                </a:solidFill>
                <a:latin typeface="Times New Roman"/>
                <a:cs typeface="Times New Roman"/>
              </a:rPr>
              <a:t> </a:t>
            </a:r>
            <a:r>
              <a:rPr spc="-10" dirty="0">
                <a:solidFill>
                  <a:srgbClr val="3C3C3C"/>
                </a:solidFill>
                <a:latin typeface="Times New Roman"/>
                <a:cs typeface="Times New Roman"/>
              </a:rPr>
              <a:t>days.</a:t>
            </a:r>
            <a:r>
              <a:rPr spc="-140" dirty="0">
                <a:solidFill>
                  <a:srgbClr val="3C3C3C"/>
                </a:solidFill>
                <a:latin typeface="Times New Roman"/>
                <a:cs typeface="Times New Roman"/>
              </a:rPr>
              <a:t> </a:t>
            </a:r>
            <a:r>
              <a:rPr dirty="0">
                <a:solidFill>
                  <a:srgbClr val="3C3C3C"/>
                </a:solidFill>
                <a:latin typeface="Times New Roman"/>
                <a:cs typeface="Times New Roman"/>
              </a:rPr>
              <a:t>Any</a:t>
            </a:r>
            <a:r>
              <a:rPr spc="-20" dirty="0">
                <a:solidFill>
                  <a:srgbClr val="3C3C3C"/>
                </a:solidFill>
                <a:latin typeface="Times New Roman"/>
                <a:cs typeface="Times New Roman"/>
              </a:rPr>
              <a:t> </a:t>
            </a:r>
            <a:r>
              <a:rPr dirty="0">
                <a:solidFill>
                  <a:srgbClr val="3C3C3C"/>
                </a:solidFill>
                <a:latin typeface="Times New Roman"/>
                <a:cs typeface="Times New Roman"/>
              </a:rPr>
              <a:t>errors</a:t>
            </a:r>
            <a:r>
              <a:rPr spc="-25" dirty="0">
                <a:solidFill>
                  <a:srgbClr val="3C3C3C"/>
                </a:solidFill>
                <a:latin typeface="Times New Roman"/>
                <a:cs typeface="Times New Roman"/>
              </a:rPr>
              <a:t> </a:t>
            </a:r>
            <a:r>
              <a:rPr dirty="0">
                <a:solidFill>
                  <a:srgbClr val="3C3C3C"/>
                </a:solidFill>
                <a:latin typeface="Times New Roman"/>
                <a:cs typeface="Times New Roman"/>
              </a:rPr>
              <a:t>found</a:t>
            </a:r>
            <a:r>
              <a:rPr spc="-25" dirty="0">
                <a:solidFill>
                  <a:srgbClr val="3C3C3C"/>
                </a:solidFill>
                <a:latin typeface="Times New Roman"/>
                <a:cs typeface="Times New Roman"/>
              </a:rPr>
              <a:t> </a:t>
            </a:r>
            <a:r>
              <a:rPr dirty="0">
                <a:solidFill>
                  <a:srgbClr val="3C3C3C"/>
                </a:solidFill>
                <a:latin typeface="Times New Roman"/>
                <a:cs typeface="Times New Roman"/>
              </a:rPr>
              <a:t>in</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software</a:t>
            </a:r>
            <a:r>
              <a:rPr spc="-20"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reported</a:t>
            </a:r>
            <a:r>
              <a:rPr spc="-20" dirty="0">
                <a:solidFill>
                  <a:srgbClr val="3C3C3C"/>
                </a:solidFill>
                <a:latin typeface="Times New Roman"/>
                <a:cs typeface="Times New Roman"/>
              </a:rPr>
              <a:t> </a:t>
            </a:r>
            <a:r>
              <a:rPr spc="-10" dirty="0">
                <a:solidFill>
                  <a:srgbClr val="3C3C3C"/>
                </a:solidFill>
                <a:latin typeface="Times New Roman"/>
                <a:cs typeface="Times New Roman"/>
              </a:rPr>
              <a:t>within </a:t>
            </a:r>
            <a:r>
              <a:rPr dirty="0">
                <a:solidFill>
                  <a:srgbClr val="3C3C3C"/>
                </a:solidFill>
                <a:latin typeface="Times New Roman"/>
                <a:cs typeface="Times New Roman"/>
              </a:rPr>
              <a:t>this</a:t>
            </a:r>
            <a:r>
              <a:rPr spc="-40" dirty="0">
                <a:solidFill>
                  <a:srgbClr val="3C3C3C"/>
                </a:solidFill>
                <a:latin typeface="Times New Roman"/>
                <a:cs typeface="Times New Roman"/>
              </a:rPr>
              <a:t> </a:t>
            </a:r>
            <a:r>
              <a:rPr dirty="0">
                <a:solidFill>
                  <a:srgbClr val="3C3C3C"/>
                </a:solidFill>
                <a:latin typeface="Times New Roman"/>
                <a:cs typeface="Times New Roman"/>
              </a:rPr>
              <a:t>period</a:t>
            </a:r>
            <a:r>
              <a:rPr spc="-20" dirty="0">
                <a:solidFill>
                  <a:srgbClr val="3C3C3C"/>
                </a:solidFill>
                <a:latin typeface="Times New Roman"/>
                <a:cs typeface="Times New Roman"/>
              </a:rPr>
              <a:t> </a:t>
            </a:r>
            <a:r>
              <a:rPr dirty="0">
                <a:solidFill>
                  <a:srgbClr val="3C3C3C"/>
                </a:solidFill>
                <a:latin typeface="Times New Roman"/>
                <a:cs typeface="Times New Roman"/>
              </a:rPr>
              <a:t>will</a:t>
            </a:r>
            <a:r>
              <a:rPr spc="-25" dirty="0">
                <a:solidFill>
                  <a:srgbClr val="3C3C3C"/>
                </a:solidFill>
                <a:latin typeface="Times New Roman"/>
                <a:cs typeface="Times New Roman"/>
              </a:rPr>
              <a:t> </a:t>
            </a:r>
            <a:r>
              <a:rPr dirty="0">
                <a:solidFill>
                  <a:srgbClr val="3C3C3C"/>
                </a:solidFill>
                <a:latin typeface="Times New Roman"/>
                <a:cs typeface="Times New Roman"/>
              </a:rPr>
              <a:t>be</a:t>
            </a:r>
            <a:r>
              <a:rPr spc="-20" dirty="0">
                <a:solidFill>
                  <a:srgbClr val="3C3C3C"/>
                </a:solidFill>
                <a:latin typeface="Times New Roman"/>
                <a:cs typeface="Times New Roman"/>
              </a:rPr>
              <a:t> </a:t>
            </a:r>
            <a:r>
              <a:rPr dirty="0">
                <a:solidFill>
                  <a:srgbClr val="3C3C3C"/>
                </a:solidFill>
                <a:latin typeface="Times New Roman"/>
                <a:cs typeface="Times New Roman"/>
              </a:rPr>
              <a:t>corrected</a:t>
            </a:r>
            <a:r>
              <a:rPr spc="-45" dirty="0">
                <a:solidFill>
                  <a:srgbClr val="3C3C3C"/>
                </a:solidFill>
                <a:latin typeface="Times New Roman"/>
                <a:cs typeface="Times New Roman"/>
              </a:rPr>
              <a:t> </a:t>
            </a:r>
            <a:r>
              <a:rPr dirty="0">
                <a:solidFill>
                  <a:srgbClr val="3C3C3C"/>
                </a:solidFill>
                <a:latin typeface="Times New Roman"/>
                <a:cs typeface="Times New Roman"/>
              </a:rPr>
              <a:t>free</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35" dirty="0">
                <a:solidFill>
                  <a:srgbClr val="3C3C3C"/>
                </a:solidFill>
                <a:latin typeface="Times New Roman"/>
                <a:cs typeface="Times New Roman"/>
              </a:rPr>
              <a:t> </a:t>
            </a:r>
            <a:r>
              <a:rPr spc="-10" dirty="0">
                <a:solidFill>
                  <a:srgbClr val="3C3C3C"/>
                </a:solidFill>
                <a:latin typeface="Times New Roman"/>
                <a:cs typeface="Times New Roman"/>
              </a:rPr>
              <a:t>charge.</a:t>
            </a:r>
            <a:r>
              <a:rPr spc="-55" dirty="0">
                <a:solidFill>
                  <a:srgbClr val="3C3C3C"/>
                </a:solidFill>
                <a:latin typeface="Times New Roman"/>
                <a:cs typeface="Times New Roman"/>
              </a:rPr>
              <a:t> </a:t>
            </a:r>
            <a:r>
              <a:rPr dirty="0">
                <a:solidFill>
                  <a:srgbClr val="3C3C3C"/>
                </a:solidFill>
                <a:latin typeface="Times New Roman"/>
                <a:cs typeface="Times New Roman"/>
              </a:rPr>
              <a:t>This</a:t>
            </a:r>
            <a:r>
              <a:rPr spc="-35" dirty="0">
                <a:solidFill>
                  <a:srgbClr val="3C3C3C"/>
                </a:solidFill>
                <a:latin typeface="Times New Roman"/>
                <a:cs typeface="Times New Roman"/>
              </a:rPr>
              <a:t> </a:t>
            </a:r>
            <a:r>
              <a:rPr dirty="0">
                <a:solidFill>
                  <a:srgbClr val="3C3C3C"/>
                </a:solidFill>
                <a:latin typeface="Times New Roman"/>
                <a:cs typeface="Times New Roman"/>
              </a:rPr>
              <a:t>clause</a:t>
            </a:r>
            <a:r>
              <a:rPr spc="-40" dirty="0">
                <a:solidFill>
                  <a:srgbClr val="3C3C3C"/>
                </a:solidFill>
                <a:latin typeface="Times New Roman"/>
                <a:cs typeface="Times New Roman"/>
              </a:rPr>
              <a:t> </a:t>
            </a:r>
            <a:r>
              <a:rPr dirty="0">
                <a:solidFill>
                  <a:srgbClr val="3C3C3C"/>
                </a:solidFill>
                <a:latin typeface="Times New Roman"/>
                <a:cs typeface="Times New Roman"/>
              </a:rPr>
              <a:t>is,</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course,</a:t>
            </a:r>
            <a:r>
              <a:rPr spc="-20" dirty="0">
                <a:solidFill>
                  <a:srgbClr val="3C3C3C"/>
                </a:solidFill>
                <a:latin typeface="Times New Roman"/>
                <a:cs typeface="Times New Roman"/>
              </a:rPr>
              <a:t> </a:t>
            </a:r>
            <a:r>
              <a:rPr dirty="0">
                <a:solidFill>
                  <a:srgbClr val="3C3C3C"/>
                </a:solidFill>
                <a:latin typeface="Times New Roman"/>
                <a:cs typeface="Times New Roman"/>
              </a:rPr>
              <a:t>subject</a:t>
            </a:r>
            <a:r>
              <a:rPr spc="-40" dirty="0">
                <a:solidFill>
                  <a:srgbClr val="3C3C3C"/>
                </a:solidFill>
                <a:latin typeface="Times New Roman"/>
                <a:cs typeface="Times New Roman"/>
              </a:rPr>
              <a:t> </a:t>
            </a:r>
            <a:r>
              <a:rPr spc="-25" dirty="0">
                <a:solidFill>
                  <a:srgbClr val="3C3C3C"/>
                </a:solidFill>
                <a:latin typeface="Times New Roman"/>
                <a:cs typeface="Times New Roman"/>
              </a:rPr>
              <a:t>to </a:t>
            </a:r>
            <a:r>
              <a:rPr dirty="0">
                <a:solidFill>
                  <a:srgbClr val="3C3C3C"/>
                </a:solidFill>
                <a:latin typeface="Times New Roman"/>
                <a:cs typeface="Times New Roman"/>
              </a:rPr>
              <a:t>negotiation;</a:t>
            </a:r>
            <a:r>
              <a:rPr spc="-60" dirty="0">
                <a:solidFill>
                  <a:srgbClr val="3C3C3C"/>
                </a:solidFill>
                <a:latin typeface="Times New Roman"/>
                <a:cs typeface="Times New Roman"/>
              </a:rPr>
              <a:t> </a:t>
            </a:r>
            <a:r>
              <a:rPr dirty="0">
                <a:solidFill>
                  <a:srgbClr val="3C3C3C"/>
                </a:solidFill>
                <a:latin typeface="Times New Roman"/>
                <a:cs typeface="Times New Roman"/>
              </a:rPr>
              <a:t>reducing</a:t>
            </a:r>
            <a:r>
              <a:rPr spc="-25" dirty="0">
                <a:solidFill>
                  <a:srgbClr val="3C3C3C"/>
                </a:solidFill>
                <a:latin typeface="Times New Roman"/>
                <a:cs typeface="Times New Roman"/>
              </a:rPr>
              <a:t> </a:t>
            </a:r>
            <a:r>
              <a:rPr dirty="0">
                <a:solidFill>
                  <a:srgbClr val="3C3C3C"/>
                </a:solidFill>
                <a:latin typeface="Times New Roman"/>
                <a:cs typeface="Times New Roman"/>
              </a:rPr>
              <a:t>or</a:t>
            </a:r>
            <a:r>
              <a:rPr spc="-30" dirty="0">
                <a:solidFill>
                  <a:srgbClr val="3C3C3C"/>
                </a:solidFill>
                <a:latin typeface="Times New Roman"/>
                <a:cs typeface="Times New Roman"/>
              </a:rPr>
              <a:t> </a:t>
            </a:r>
            <a:r>
              <a:rPr dirty="0">
                <a:solidFill>
                  <a:srgbClr val="3C3C3C"/>
                </a:solidFill>
                <a:latin typeface="Times New Roman"/>
                <a:cs typeface="Times New Roman"/>
              </a:rPr>
              <a:t>eliminating</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dirty="0">
                <a:solidFill>
                  <a:srgbClr val="3C3C3C"/>
                </a:solidFill>
                <a:latin typeface="Times New Roman"/>
                <a:cs typeface="Times New Roman"/>
              </a:rPr>
              <a:t>warranty</a:t>
            </a:r>
            <a:r>
              <a:rPr spc="-40" dirty="0">
                <a:solidFill>
                  <a:srgbClr val="3C3C3C"/>
                </a:solidFill>
                <a:latin typeface="Times New Roman"/>
                <a:cs typeface="Times New Roman"/>
              </a:rPr>
              <a:t> </a:t>
            </a:r>
            <a:r>
              <a:rPr dirty="0">
                <a:solidFill>
                  <a:srgbClr val="3C3C3C"/>
                </a:solidFill>
                <a:latin typeface="Times New Roman"/>
                <a:cs typeface="Times New Roman"/>
              </a:rPr>
              <a:t>period</a:t>
            </a:r>
            <a:r>
              <a:rPr spc="-30" dirty="0">
                <a:solidFill>
                  <a:srgbClr val="3C3C3C"/>
                </a:solidFill>
                <a:latin typeface="Times New Roman"/>
                <a:cs typeface="Times New Roman"/>
              </a:rPr>
              <a:t> </a:t>
            </a:r>
            <a:r>
              <a:rPr dirty="0">
                <a:solidFill>
                  <a:srgbClr val="3C3C3C"/>
                </a:solidFill>
                <a:latin typeface="Times New Roman"/>
                <a:cs typeface="Times New Roman"/>
              </a:rPr>
              <a:t>will</a:t>
            </a:r>
            <a:r>
              <a:rPr spc="-45" dirty="0">
                <a:solidFill>
                  <a:srgbClr val="3C3C3C"/>
                </a:solidFill>
                <a:latin typeface="Times New Roman"/>
                <a:cs typeface="Times New Roman"/>
              </a:rPr>
              <a:t> </a:t>
            </a:r>
            <a:r>
              <a:rPr dirty="0">
                <a:solidFill>
                  <a:srgbClr val="3C3C3C"/>
                </a:solidFill>
                <a:latin typeface="Times New Roman"/>
                <a:cs typeface="Times New Roman"/>
              </a:rPr>
              <a:t>reduce</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0" dirty="0">
                <a:solidFill>
                  <a:srgbClr val="3C3C3C"/>
                </a:solidFill>
                <a:latin typeface="Times New Roman"/>
                <a:cs typeface="Times New Roman"/>
              </a:rPr>
              <a:t> </a:t>
            </a:r>
            <a:r>
              <a:rPr spc="-10" dirty="0">
                <a:solidFill>
                  <a:srgbClr val="3C3C3C"/>
                </a:solidFill>
                <a:latin typeface="Times New Roman"/>
                <a:cs typeface="Times New Roman"/>
              </a:rPr>
              <a:t>overall </a:t>
            </a:r>
            <a:r>
              <a:rPr dirty="0">
                <a:solidFill>
                  <a:srgbClr val="3C3C3C"/>
                </a:solidFill>
                <a:latin typeface="Times New Roman"/>
                <a:cs typeface="Times New Roman"/>
              </a:rPr>
              <a:t>cost</a:t>
            </a:r>
            <a:r>
              <a:rPr spc="-25"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40" dirty="0">
                <a:solidFill>
                  <a:srgbClr val="3C3C3C"/>
                </a:solidFill>
                <a:latin typeface="Times New Roman"/>
                <a:cs typeface="Times New Roman"/>
              </a:rPr>
              <a:t> </a:t>
            </a:r>
            <a:r>
              <a:rPr dirty="0">
                <a:solidFill>
                  <a:srgbClr val="3C3C3C"/>
                </a:solidFill>
                <a:latin typeface="Times New Roman"/>
                <a:cs typeface="Times New Roman"/>
              </a:rPr>
              <a:t>contract</a:t>
            </a:r>
            <a:r>
              <a:rPr spc="-30" dirty="0">
                <a:solidFill>
                  <a:srgbClr val="3C3C3C"/>
                </a:solidFill>
                <a:latin typeface="Times New Roman"/>
                <a:cs typeface="Times New Roman"/>
              </a:rPr>
              <a:t> </a:t>
            </a:r>
            <a:r>
              <a:rPr dirty="0">
                <a:solidFill>
                  <a:srgbClr val="3C3C3C"/>
                </a:solidFill>
                <a:latin typeface="Times New Roman"/>
                <a:cs typeface="Times New Roman"/>
              </a:rPr>
              <a:t>and</a:t>
            </a:r>
            <a:r>
              <a:rPr spc="-15" dirty="0">
                <a:solidFill>
                  <a:srgbClr val="3C3C3C"/>
                </a:solidFill>
                <a:latin typeface="Times New Roman"/>
                <a:cs typeface="Times New Roman"/>
              </a:rPr>
              <a:t> </a:t>
            </a:r>
            <a:r>
              <a:rPr dirty="0">
                <a:solidFill>
                  <a:srgbClr val="3C3C3C"/>
                </a:solidFill>
                <a:latin typeface="Times New Roman"/>
                <a:cs typeface="Times New Roman"/>
              </a:rPr>
              <a:t>prolonging</a:t>
            </a:r>
            <a:r>
              <a:rPr spc="-45"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period</a:t>
            </a:r>
            <a:r>
              <a:rPr spc="-25" dirty="0">
                <a:solidFill>
                  <a:srgbClr val="3C3C3C"/>
                </a:solidFill>
                <a:latin typeface="Times New Roman"/>
                <a:cs typeface="Times New Roman"/>
              </a:rPr>
              <a:t> </a:t>
            </a:r>
            <a:r>
              <a:rPr dirty="0">
                <a:solidFill>
                  <a:srgbClr val="3C3C3C"/>
                </a:solidFill>
                <a:latin typeface="Times New Roman"/>
                <a:cs typeface="Times New Roman"/>
              </a:rPr>
              <a:t>will</a:t>
            </a:r>
            <a:r>
              <a:rPr spc="-20" dirty="0">
                <a:solidFill>
                  <a:srgbClr val="3C3C3C"/>
                </a:solidFill>
                <a:latin typeface="Times New Roman"/>
                <a:cs typeface="Times New Roman"/>
              </a:rPr>
              <a:t> </a:t>
            </a:r>
            <a:r>
              <a:rPr dirty="0">
                <a:solidFill>
                  <a:srgbClr val="3C3C3C"/>
                </a:solidFill>
                <a:latin typeface="Times New Roman"/>
                <a:cs typeface="Times New Roman"/>
              </a:rPr>
              <a:t>increase</a:t>
            </a:r>
            <a:r>
              <a:rPr spc="-45" dirty="0">
                <a:solidFill>
                  <a:srgbClr val="3C3C3C"/>
                </a:solidFill>
                <a:latin typeface="Times New Roman"/>
                <a:cs typeface="Times New Roman"/>
              </a:rPr>
              <a:t> </a:t>
            </a:r>
            <a:r>
              <a:rPr spc="-25" dirty="0">
                <a:solidFill>
                  <a:srgbClr val="3C3C3C"/>
                </a:solidFill>
                <a:latin typeface="Times New Roman"/>
                <a:cs typeface="Times New Roman"/>
              </a:rPr>
              <a:t>it.</a:t>
            </a:r>
            <a:endParaRPr dirty="0">
              <a:latin typeface="Times New Roman"/>
              <a:cs typeface="Times New Roman"/>
            </a:endParaRPr>
          </a:p>
          <a:p>
            <a:pPr marL="318770" marR="145415" indent="-306705">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Once</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warranty</a:t>
            </a:r>
            <a:r>
              <a:rPr spc="-20" dirty="0">
                <a:solidFill>
                  <a:srgbClr val="3C3C3C"/>
                </a:solidFill>
                <a:latin typeface="Times New Roman"/>
                <a:cs typeface="Times New Roman"/>
              </a:rPr>
              <a:t> </a:t>
            </a:r>
            <a:r>
              <a:rPr dirty="0">
                <a:solidFill>
                  <a:srgbClr val="3C3C3C"/>
                </a:solidFill>
                <a:latin typeface="Times New Roman"/>
                <a:cs typeface="Times New Roman"/>
              </a:rPr>
              <a:t>period</a:t>
            </a:r>
            <a:r>
              <a:rPr spc="-20" dirty="0">
                <a:solidFill>
                  <a:srgbClr val="3C3C3C"/>
                </a:solidFill>
                <a:latin typeface="Times New Roman"/>
                <a:cs typeface="Times New Roman"/>
              </a:rPr>
              <a:t> </a:t>
            </a:r>
            <a:r>
              <a:rPr dirty="0">
                <a:solidFill>
                  <a:srgbClr val="3C3C3C"/>
                </a:solidFill>
                <a:latin typeface="Times New Roman"/>
                <a:cs typeface="Times New Roman"/>
              </a:rPr>
              <a:t>is</a:t>
            </a:r>
            <a:r>
              <a:rPr spc="-35" dirty="0">
                <a:solidFill>
                  <a:srgbClr val="3C3C3C"/>
                </a:solidFill>
                <a:latin typeface="Times New Roman"/>
                <a:cs typeface="Times New Roman"/>
              </a:rPr>
              <a:t> </a:t>
            </a:r>
            <a:r>
              <a:rPr dirty="0">
                <a:solidFill>
                  <a:srgbClr val="3C3C3C"/>
                </a:solidFill>
                <a:latin typeface="Times New Roman"/>
                <a:cs typeface="Times New Roman"/>
              </a:rPr>
              <a:t>over,</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supplier</a:t>
            </a:r>
            <a:r>
              <a:rPr spc="-30" dirty="0">
                <a:solidFill>
                  <a:srgbClr val="3C3C3C"/>
                </a:solidFill>
                <a:latin typeface="Times New Roman"/>
                <a:cs typeface="Times New Roman"/>
              </a:rPr>
              <a:t> </a:t>
            </a:r>
            <a:r>
              <a:rPr dirty="0">
                <a:solidFill>
                  <a:srgbClr val="3C3C3C"/>
                </a:solidFill>
                <a:latin typeface="Times New Roman"/>
                <a:cs typeface="Times New Roman"/>
              </a:rPr>
              <a:t>may</a:t>
            </a:r>
            <a:r>
              <a:rPr spc="-20" dirty="0">
                <a:solidFill>
                  <a:srgbClr val="3C3C3C"/>
                </a:solidFill>
                <a:latin typeface="Times New Roman"/>
                <a:cs typeface="Times New Roman"/>
              </a:rPr>
              <a:t> </a:t>
            </a:r>
            <a:r>
              <a:rPr dirty="0">
                <a:solidFill>
                  <a:srgbClr val="3C3C3C"/>
                </a:solidFill>
                <a:latin typeface="Times New Roman"/>
                <a:cs typeface="Times New Roman"/>
              </a:rPr>
              <a:t>offer,</a:t>
            </a:r>
            <a:r>
              <a:rPr spc="-20" dirty="0">
                <a:solidFill>
                  <a:srgbClr val="3C3C3C"/>
                </a:solidFill>
                <a:latin typeface="Times New Roman"/>
                <a:cs typeface="Times New Roman"/>
              </a:rPr>
              <a:t> </a:t>
            </a:r>
            <a:r>
              <a:rPr dirty="0">
                <a:solidFill>
                  <a:srgbClr val="3C3C3C"/>
                </a:solidFill>
                <a:latin typeface="Times New Roman"/>
                <a:cs typeface="Times New Roman"/>
              </a:rPr>
              <a:t>or</a:t>
            </a:r>
            <a:r>
              <a:rPr spc="-1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client</a:t>
            </a:r>
            <a:r>
              <a:rPr spc="-50" dirty="0">
                <a:solidFill>
                  <a:srgbClr val="3C3C3C"/>
                </a:solidFill>
                <a:latin typeface="Times New Roman"/>
                <a:cs typeface="Times New Roman"/>
              </a:rPr>
              <a:t> </a:t>
            </a:r>
            <a:r>
              <a:rPr spc="-10" dirty="0">
                <a:solidFill>
                  <a:srgbClr val="3C3C3C"/>
                </a:solidFill>
                <a:latin typeface="Times New Roman"/>
                <a:cs typeface="Times New Roman"/>
              </a:rPr>
              <a:t>demand, </a:t>
            </a:r>
            <a:r>
              <a:rPr dirty="0">
                <a:solidFill>
                  <a:srgbClr val="3C3C3C"/>
                </a:solidFill>
                <a:latin typeface="Times New Roman"/>
                <a:cs typeface="Times New Roman"/>
              </a:rPr>
              <a:t>that</a:t>
            </a:r>
            <a:r>
              <a:rPr spc="-45" dirty="0">
                <a:solidFill>
                  <a:srgbClr val="3C3C3C"/>
                </a:solidFill>
                <a:latin typeface="Times New Roman"/>
                <a:cs typeface="Times New Roman"/>
              </a:rPr>
              <a:t> </a:t>
            </a:r>
            <a:r>
              <a:rPr dirty="0">
                <a:solidFill>
                  <a:srgbClr val="3C3C3C"/>
                </a:solidFill>
                <a:latin typeface="Times New Roman"/>
                <a:cs typeface="Times New Roman"/>
              </a:rPr>
              <a:t>maintenance</a:t>
            </a:r>
            <a:r>
              <a:rPr spc="-35" dirty="0">
                <a:solidFill>
                  <a:srgbClr val="3C3C3C"/>
                </a:solidFill>
                <a:latin typeface="Times New Roman"/>
                <a:cs typeface="Times New Roman"/>
              </a:rPr>
              <a:t> </a:t>
            </a:r>
            <a:r>
              <a:rPr dirty="0">
                <a:solidFill>
                  <a:srgbClr val="3C3C3C"/>
                </a:solidFill>
                <a:latin typeface="Times New Roman"/>
                <a:cs typeface="Times New Roman"/>
              </a:rPr>
              <a:t>will</a:t>
            </a:r>
            <a:r>
              <a:rPr spc="-30" dirty="0">
                <a:solidFill>
                  <a:srgbClr val="3C3C3C"/>
                </a:solidFill>
                <a:latin typeface="Times New Roman"/>
                <a:cs typeface="Times New Roman"/>
              </a:rPr>
              <a:t> </a:t>
            </a:r>
            <a:r>
              <a:rPr dirty="0">
                <a:solidFill>
                  <a:srgbClr val="3C3C3C"/>
                </a:solidFill>
                <a:latin typeface="Times New Roman"/>
                <a:cs typeface="Times New Roman"/>
              </a:rPr>
              <a:t>continue</a:t>
            </a:r>
            <a:r>
              <a:rPr spc="-45" dirty="0">
                <a:solidFill>
                  <a:srgbClr val="3C3C3C"/>
                </a:solidFill>
                <a:latin typeface="Times New Roman"/>
                <a:cs typeface="Times New Roman"/>
              </a:rPr>
              <a:t>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dirty="0">
                <a:solidFill>
                  <a:srgbClr val="3C3C3C"/>
                </a:solidFill>
                <a:latin typeface="Times New Roman"/>
                <a:cs typeface="Times New Roman"/>
              </a:rPr>
              <a:t>be</a:t>
            </a:r>
            <a:r>
              <a:rPr spc="-30" dirty="0">
                <a:solidFill>
                  <a:srgbClr val="3C3C3C"/>
                </a:solidFill>
                <a:latin typeface="Times New Roman"/>
                <a:cs typeface="Times New Roman"/>
              </a:rPr>
              <a:t> </a:t>
            </a:r>
            <a:r>
              <a:rPr dirty="0">
                <a:solidFill>
                  <a:srgbClr val="3C3C3C"/>
                </a:solidFill>
                <a:latin typeface="Times New Roman"/>
                <a:cs typeface="Times New Roman"/>
              </a:rPr>
              <a:t>available</a:t>
            </a:r>
            <a:r>
              <a:rPr spc="-55" dirty="0">
                <a:solidFill>
                  <a:srgbClr val="3C3C3C"/>
                </a:solidFill>
                <a:latin typeface="Times New Roman"/>
                <a:cs typeface="Times New Roman"/>
              </a:rPr>
              <a:t> </a:t>
            </a:r>
            <a:r>
              <a:rPr dirty="0">
                <a:solidFill>
                  <a:srgbClr val="3C3C3C"/>
                </a:solidFill>
                <a:latin typeface="Times New Roman"/>
                <a:cs typeface="Times New Roman"/>
              </a:rPr>
              <a:t>on</a:t>
            </a:r>
            <a:r>
              <a:rPr spc="-40" dirty="0">
                <a:solidFill>
                  <a:srgbClr val="3C3C3C"/>
                </a:solidFill>
                <a:latin typeface="Times New Roman"/>
                <a:cs typeface="Times New Roman"/>
              </a:rPr>
              <a:t> </a:t>
            </a:r>
            <a:r>
              <a:rPr dirty="0">
                <a:solidFill>
                  <a:srgbClr val="3C3C3C"/>
                </a:solidFill>
                <a:latin typeface="Times New Roman"/>
                <a:cs typeface="Times New Roman"/>
              </a:rPr>
              <a:t>request.</a:t>
            </a:r>
            <a:r>
              <a:rPr spc="-30" dirty="0">
                <a:solidFill>
                  <a:srgbClr val="3C3C3C"/>
                </a:solidFill>
                <a:latin typeface="Times New Roman"/>
                <a:cs typeface="Times New Roman"/>
              </a:rPr>
              <a:t> </a:t>
            </a:r>
            <a:r>
              <a:rPr dirty="0">
                <a:solidFill>
                  <a:srgbClr val="3C3C3C"/>
                </a:solidFill>
                <a:latin typeface="Times New Roman"/>
                <a:cs typeface="Times New Roman"/>
              </a:rPr>
              <a:t>Since</a:t>
            </a:r>
            <a:r>
              <a:rPr spc="-30" dirty="0">
                <a:solidFill>
                  <a:srgbClr val="3C3C3C"/>
                </a:solidFill>
                <a:latin typeface="Times New Roman"/>
                <a:cs typeface="Times New Roman"/>
              </a:rPr>
              <a:t> </a:t>
            </a:r>
            <a:r>
              <a:rPr spc="-20" dirty="0">
                <a:solidFill>
                  <a:srgbClr val="3C3C3C"/>
                </a:solidFill>
                <a:latin typeface="Times New Roman"/>
                <a:cs typeface="Times New Roman"/>
              </a:rPr>
              <a:t>such </a:t>
            </a:r>
            <a:r>
              <a:rPr dirty="0">
                <a:solidFill>
                  <a:srgbClr val="3C3C3C"/>
                </a:solidFill>
                <a:latin typeface="Times New Roman"/>
                <a:cs typeface="Times New Roman"/>
              </a:rPr>
              <a:t>maintenance</a:t>
            </a:r>
            <a:r>
              <a:rPr spc="-50" dirty="0">
                <a:solidFill>
                  <a:srgbClr val="3C3C3C"/>
                </a:solidFill>
                <a:latin typeface="Times New Roman"/>
                <a:cs typeface="Times New Roman"/>
              </a:rPr>
              <a:t> </a:t>
            </a:r>
            <a:r>
              <a:rPr dirty="0">
                <a:solidFill>
                  <a:srgbClr val="3C3C3C"/>
                </a:solidFill>
                <a:latin typeface="Times New Roman"/>
                <a:cs typeface="Times New Roman"/>
              </a:rPr>
              <a:t>is</a:t>
            </a:r>
            <a:r>
              <a:rPr spc="-45" dirty="0">
                <a:solidFill>
                  <a:srgbClr val="3C3C3C"/>
                </a:solidFill>
                <a:latin typeface="Times New Roman"/>
                <a:cs typeface="Times New Roman"/>
              </a:rPr>
              <a:t> </a:t>
            </a:r>
            <a:r>
              <a:rPr dirty="0">
                <a:solidFill>
                  <a:srgbClr val="3C3C3C"/>
                </a:solidFill>
                <a:latin typeface="Times New Roman"/>
                <a:cs typeface="Times New Roman"/>
              </a:rPr>
              <a:t>likely</a:t>
            </a:r>
            <a:r>
              <a:rPr spc="-30" dirty="0">
                <a:solidFill>
                  <a:srgbClr val="3C3C3C"/>
                </a:solidFill>
                <a:latin typeface="Times New Roman"/>
                <a:cs typeface="Times New Roman"/>
              </a:rPr>
              <a:t> </a:t>
            </a:r>
            <a:r>
              <a:rPr dirty="0">
                <a:solidFill>
                  <a:srgbClr val="3C3C3C"/>
                </a:solidFill>
                <a:latin typeface="Times New Roman"/>
                <a:cs typeface="Times New Roman"/>
              </a:rPr>
              <a:t>to</a:t>
            </a:r>
            <a:r>
              <a:rPr spc="-35" dirty="0">
                <a:solidFill>
                  <a:srgbClr val="3C3C3C"/>
                </a:solidFill>
                <a:latin typeface="Times New Roman"/>
                <a:cs typeface="Times New Roman"/>
              </a:rPr>
              <a:t> </a:t>
            </a:r>
            <a:r>
              <a:rPr dirty="0">
                <a:solidFill>
                  <a:srgbClr val="3C3C3C"/>
                </a:solidFill>
                <a:latin typeface="Times New Roman"/>
                <a:cs typeface="Times New Roman"/>
              </a:rPr>
              <a:t>involve</a:t>
            </a:r>
            <a:r>
              <a:rPr spc="-35" dirty="0">
                <a:solidFill>
                  <a:srgbClr val="3C3C3C"/>
                </a:solidFill>
                <a:latin typeface="Times New Roman"/>
                <a:cs typeface="Times New Roman"/>
              </a:rPr>
              <a:t> </a:t>
            </a:r>
            <a:r>
              <a:rPr dirty="0">
                <a:solidFill>
                  <a:srgbClr val="3C3C3C"/>
                </a:solidFill>
                <a:latin typeface="Times New Roman"/>
                <a:cs typeface="Times New Roman"/>
              </a:rPr>
              <a:t>enhancement</a:t>
            </a:r>
            <a:r>
              <a:rPr spc="-50" dirty="0">
                <a:solidFill>
                  <a:srgbClr val="3C3C3C"/>
                </a:solidFill>
                <a:latin typeface="Times New Roman"/>
                <a:cs typeface="Times New Roman"/>
              </a:rPr>
              <a:t> </a:t>
            </a:r>
            <a:r>
              <a:rPr dirty="0">
                <a:solidFill>
                  <a:srgbClr val="3C3C3C"/>
                </a:solidFill>
                <a:latin typeface="Times New Roman"/>
                <a:cs typeface="Times New Roman"/>
              </a:rPr>
              <a:t>of</a:t>
            </a:r>
            <a:r>
              <a:rPr spc="-30" dirty="0">
                <a:solidFill>
                  <a:srgbClr val="3C3C3C"/>
                </a:solidFill>
                <a:latin typeface="Times New Roman"/>
                <a:cs typeface="Times New Roman"/>
              </a:rPr>
              <a:t> </a:t>
            </a:r>
            <a:r>
              <a:rPr dirty="0">
                <a:solidFill>
                  <a:srgbClr val="3C3C3C"/>
                </a:solidFill>
                <a:latin typeface="Times New Roman"/>
                <a:cs typeface="Times New Roman"/>
              </a:rPr>
              <a:t>the</a:t>
            </a:r>
            <a:r>
              <a:rPr spc="-35" dirty="0">
                <a:solidFill>
                  <a:srgbClr val="3C3C3C"/>
                </a:solidFill>
                <a:latin typeface="Times New Roman"/>
                <a:cs typeface="Times New Roman"/>
              </a:rPr>
              <a:t> </a:t>
            </a:r>
            <a:r>
              <a:rPr dirty="0">
                <a:solidFill>
                  <a:srgbClr val="3C3C3C"/>
                </a:solidFill>
                <a:latin typeface="Times New Roman"/>
                <a:cs typeface="Times New Roman"/>
              </a:rPr>
              <a:t>software</a:t>
            </a:r>
            <a:r>
              <a:rPr spc="-35" dirty="0">
                <a:solidFill>
                  <a:srgbClr val="3C3C3C"/>
                </a:solidFill>
                <a:latin typeface="Times New Roman"/>
                <a:cs typeface="Times New Roman"/>
              </a:rPr>
              <a:t> </a:t>
            </a:r>
            <a:r>
              <a:rPr dirty="0">
                <a:solidFill>
                  <a:srgbClr val="3C3C3C"/>
                </a:solidFill>
                <a:latin typeface="Times New Roman"/>
                <a:cs typeface="Times New Roman"/>
              </a:rPr>
              <a:t>rather</a:t>
            </a:r>
            <a:r>
              <a:rPr spc="-45" dirty="0">
                <a:solidFill>
                  <a:srgbClr val="3C3C3C"/>
                </a:solidFill>
                <a:latin typeface="Times New Roman"/>
                <a:cs typeface="Times New Roman"/>
              </a:rPr>
              <a:t> </a:t>
            </a:r>
            <a:r>
              <a:rPr dirty="0">
                <a:solidFill>
                  <a:srgbClr val="3C3C3C"/>
                </a:solidFill>
                <a:latin typeface="Times New Roman"/>
                <a:cs typeface="Times New Roman"/>
              </a:rPr>
              <a:t>than</a:t>
            </a:r>
            <a:r>
              <a:rPr spc="-45" dirty="0">
                <a:solidFill>
                  <a:srgbClr val="3C3C3C"/>
                </a:solidFill>
                <a:latin typeface="Times New Roman"/>
                <a:cs typeface="Times New Roman"/>
              </a:rPr>
              <a:t> </a:t>
            </a:r>
            <a:r>
              <a:rPr spc="-10" dirty="0">
                <a:solidFill>
                  <a:srgbClr val="3C3C3C"/>
                </a:solidFill>
                <a:latin typeface="Times New Roman"/>
                <a:cs typeface="Times New Roman"/>
              </a:rPr>
              <a:t>simply </a:t>
            </a:r>
            <a:r>
              <a:rPr dirty="0">
                <a:solidFill>
                  <a:srgbClr val="3C3C3C"/>
                </a:solidFill>
                <a:latin typeface="Times New Roman"/>
                <a:cs typeface="Times New Roman"/>
              </a:rPr>
              <a:t>correction</a:t>
            </a:r>
            <a:r>
              <a:rPr spc="-45"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faults,</a:t>
            </a:r>
            <a:r>
              <a:rPr spc="-2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resources</a:t>
            </a:r>
            <a:r>
              <a:rPr spc="-30" dirty="0">
                <a:solidFill>
                  <a:srgbClr val="3C3C3C"/>
                </a:solidFill>
                <a:latin typeface="Times New Roman"/>
                <a:cs typeface="Times New Roman"/>
              </a:rPr>
              <a:t> </a:t>
            </a:r>
            <a:r>
              <a:rPr dirty="0">
                <a:solidFill>
                  <a:srgbClr val="3C3C3C"/>
                </a:solidFill>
                <a:latin typeface="Times New Roman"/>
                <a:cs typeface="Times New Roman"/>
              </a:rPr>
              <a:t>required</a:t>
            </a:r>
            <a:r>
              <a:rPr spc="-35" dirty="0">
                <a:solidFill>
                  <a:srgbClr val="3C3C3C"/>
                </a:solidFill>
                <a:latin typeface="Times New Roman"/>
                <a:cs typeface="Times New Roman"/>
              </a:rPr>
              <a:t> </a:t>
            </a:r>
            <a:r>
              <a:rPr dirty="0">
                <a:solidFill>
                  <a:srgbClr val="3C3C3C"/>
                </a:solidFill>
                <a:latin typeface="Times New Roman"/>
                <a:cs typeface="Times New Roman"/>
              </a:rPr>
              <a:t>are</a:t>
            </a:r>
            <a:r>
              <a:rPr spc="-20" dirty="0">
                <a:solidFill>
                  <a:srgbClr val="3C3C3C"/>
                </a:solidFill>
                <a:latin typeface="Times New Roman"/>
                <a:cs typeface="Times New Roman"/>
              </a:rPr>
              <a:t> </a:t>
            </a:r>
            <a:r>
              <a:rPr spc="-10" dirty="0">
                <a:solidFill>
                  <a:srgbClr val="3C3C3C"/>
                </a:solidFill>
                <a:latin typeface="Times New Roman"/>
                <a:cs typeface="Times New Roman"/>
              </a:rPr>
              <a:t>unpredictable—</a:t>
            </a:r>
            <a:r>
              <a:rPr dirty="0">
                <a:solidFill>
                  <a:srgbClr val="3C3C3C"/>
                </a:solidFill>
                <a:latin typeface="Times New Roman"/>
                <a:cs typeface="Times New Roman"/>
              </a:rPr>
              <a:t>the</a:t>
            </a:r>
            <a:r>
              <a:rPr spc="-50" dirty="0">
                <a:solidFill>
                  <a:srgbClr val="3C3C3C"/>
                </a:solidFill>
                <a:latin typeface="Times New Roman"/>
                <a:cs typeface="Times New Roman"/>
              </a:rPr>
              <a:t> </a:t>
            </a:r>
            <a:r>
              <a:rPr dirty="0">
                <a:solidFill>
                  <a:srgbClr val="3C3C3C"/>
                </a:solidFill>
                <a:latin typeface="Times New Roman"/>
                <a:cs typeface="Times New Roman"/>
              </a:rPr>
              <a:t>client</a:t>
            </a:r>
            <a:r>
              <a:rPr spc="-50" dirty="0">
                <a:solidFill>
                  <a:srgbClr val="3C3C3C"/>
                </a:solidFill>
                <a:latin typeface="Times New Roman"/>
                <a:cs typeface="Times New Roman"/>
              </a:rPr>
              <a:t> </a:t>
            </a:r>
            <a:r>
              <a:rPr spc="-10" dirty="0">
                <a:solidFill>
                  <a:srgbClr val="3C3C3C"/>
                </a:solidFill>
                <a:latin typeface="Times New Roman"/>
                <a:cs typeface="Times New Roman"/>
              </a:rPr>
              <a:t>almost </a:t>
            </a:r>
            <a:r>
              <a:rPr dirty="0">
                <a:solidFill>
                  <a:srgbClr val="3C3C3C"/>
                </a:solidFill>
                <a:latin typeface="Times New Roman"/>
                <a:cs typeface="Times New Roman"/>
              </a:rPr>
              <a:t>certainly</a:t>
            </a:r>
            <a:r>
              <a:rPr spc="-60" dirty="0">
                <a:solidFill>
                  <a:srgbClr val="3C3C3C"/>
                </a:solidFill>
                <a:latin typeface="Times New Roman"/>
                <a:cs typeface="Times New Roman"/>
              </a:rPr>
              <a:t> </a:t>
            </a:r>
            <a:r>
              <a:rPr dirty="0">
                <a:solidFill>
                  <a:srgbClr val="3C3C3C"/>
                </a:solidFill>
                <a:latin typeface="Times New Roman"/>
                <a:cs typeface="Times New Roman"/>
              </a:rPr>
              <a:t>does</a:t>
            </a:r>
            <a:r>
              <a:rPr spc="-15" dirty="0">
                <a:solidFill>
                  <a:srgbClr val="3C3C3C"/>
                </a:solidFill>
                <a:latin typeface="Times New Roman"/>
                <a:cs typeface="Times New Roman"/>
              </a:rPr>
              <a:t> </a:t>
            </a:r>
            <a:r>
              <a:rPr dirty="0">
                <a:solidFill>
                  <a:srgbClr val="3C3C3C"/>
                </a:solidFill>
                <a:latin typeface="Times New Roman"/>
                <a:cs typeface="Times New Roman"/>
              </a:rPr>
              <a:t>not</a:t>
            </a:r>
            <a:r>
              <a:rPr spc="-15" dirty="0">
                <a:solidFill>
                  <a:srgbClr val="3C3C3C"/>
                </a:solidFill>
                <a:latin typeface="Times New Roman"/>
                <a:cs typeface="Times New Roman"/>
              </a:rPr>
              <a:t> </a:t>
            </a:r>
            <a:r>
              <a:rPr dirty="0">
                <a:solidFill>
                  <a:srgbClr val="3C3C3C"/>
                </a:solidFill>
                <a:latin typeface="Times New Roman"/>
                <a:cs typeface="Times New Roman"/>
              </a:rPr>
              <a:t>know</a:t>
            </a:r>
            <a:r>
              <a:rPr spc="-5" dirty="0">
                <a:solidFill>
                  <a:srgbClr val="3C3C3C"/>
                </a:solidFill>
                <a:latin typeface="Times New Roman"/>
                <a:cs typeface="Times New Roman"/>
              </a:rPr>
              <a:t> </a:t>
            </a:r>
            <a:r>
              <a:rPr dirty="0">
                <a:solidFill>
                  <a:srgbClr val="3C3C3C"/>
                </a:solidFill>
                <a:latin typeface="Times New Roman"/>
                <a:cs typeface="Times New Roman"/>
              </a:rPr>
              <a:t>what</a:t>
            </a:r>
            <a:r>
              <a:rPr spc="-15" dirty="0">
                <a:solidFill>
                  <a:srgbClr val="3C3C3C"/>
                </a:solidFill>
                <a:latin typeface="Times New Roman"/>
                <a:cs typeface="Times New Roman"/>
              </a:rPr>
              <a:t> </a:t>
            </a:r>
            <a:r>
              <a:rPr dirty="0">
                <a:solidFill>
                  <a:srgbClr val="3C3C3C"/>
                </a:solidFill>
                <a:latin typeface="Times New Roman"/>
                <a:cs typeface="Times New Roman"/>
              </a:rPr>
              <a:t>enhancements</a:t>
            </a:r>
            <a:r>
              <a:rPr spc="-15" dirty="0">
                <a:solidFill>
                  <a:srgbClr val="3C3C3C"/>
                </a:solidFill>
                <a:latin typeface="Times New Roman"/>
                <a:cs typeface="Times New Roman"/>
              </a:rPr>
              <a:t> </a:t>
            </a:r>
            <a:r>
              <a:rPr dirty="0">
                <a:solidFill>
                  <a:srgbClr val="3C3C3C"/>
                </a:solidFill>
                <a:latin typeface="Times New Roman"/>
                <a:cs typeface="Times New Roman"/>
              </a:rPr>
              <a:t>will</a:t>
            </a:r>
            <a:r>
              <a:rPr spc="-15" dirty="0">
                <a:solidFill>
                  <a:srgbClr val="3C3C3C"/>
                </a:solidFill>
                <a:latin typeface="Times New Roman"/>
                <a:cs typeface="Times New Roman"/>
              </a:rPr>
              <a:t> </a:t>
            </a:r>
            <a:r>
              <a:rPr dirty="0">
                <a:solidFill>
                  <a:srgbClr val="3C3C3C"/>
                </a:solidFill>
                <a:latin typeface="Times New Roman"/>
                <a:cs typeface="Times New Roman"/>
              </a:rPr>
              <a:t>be</a:t>
            </a:r>
            <a:r>
              <a:rPr spc="-15" dirty="0">
                <a:solidFill>
                  <a:srgbClr val="3C3C3C"/>
                </a:solidFill>
                <a:latin typeface="Times New Roman"/>
                <a:cs typeface="Times New Roman"/>
              </a:rPr>
              <a:t> </a:t>
            </a:r>
            <a:r>
              <a:rPr dirty="0">
                <a:solidFill>
                  <a:srgbClr val="3C3C3C"/>
                </a:solidFill>
                <a:latin typeface="Times New Roman"/>
                <a:cs typeface="Times New Roman"/>
              </a:rPr>
              <a:t>required</a:t>
            </a:r>
            <a:r>
              <a:rPr spc="-30" dirty="0">
                <a:solidFill>
                  <a:srgbClr val="3C3C3C"/>
                </a:solidFill>
                <a:latin typeface="Times New Roman"/>
                <a:cs typeface="Times New Roman"/>
              </a:rPr>
              <a:t> </a:t>
            </a:r>
            <a:r>
              <a:rPr dirty="0">
                <a:solidFill>
                  <a:srgbClr val="3C3C3C"/>
                </a:solidFill>
                <a:latin typeface="Times New Roman"/>
                <a:cs typeface="Times New Roman"/>
              </a:rPr>
              <a:t>in</a:t>
            </a:r>
            <a:r>
              <a:rPr spc="-20" dirty="0">
                <a:solidFill>
                  <a:srgbClr val="3C3C3C"/>
                </a:solidFill>
                <a:latin typeface="Times New Roman"/>
                <a:cs typeface="Times New Roman"/>
              </a:rPr>
              <a:t> </a:t>
            </a:r>
            <a:r>
              <a:rPr dirty="0">
                <a:solidFill>
                  <a:srgbClr val="3C3C3C"/>
                </a:solidFill>
                <a:latin typeface="Times New Roman"/>
                <a:cs typeface="Times New Roman"/>
              </a:rPr>
              <a:t>two</a:t>
            </a:r>
            <a:r>
              <a:rPr spc="-15" dirty="0">
                <a:solidFill>
                  <a:srgbClr val="3C3C3C"/>
                </a:solidFill>
                <a:latin typeface="Times New Roman"/>
                <a:cs typeface="Times New Roman"/>
              </a:rPr>
              <a:t> </a:t>
            </a:r>
            <a:r>
              <a:rPr spc="-10" dirty="0">
                <a:solidFill>
                  <a:srgbClr val="3C3C3C"/>
                </a:solidFill>
                <a:latin typeface="Times New Roman"/>
                <a:cs typeface="Times New Roman"/>
              </a:rPr>
              <a:t>years’</a:t>
            </a:r>
            <a:r>
              <a:rPr spc="-170" dirty="0">
                <a:solidFill>
                  <a:srgbClr val="3C3C3C"/>
                </a:solidFill>
                <a:latin typeface="Times New Roman"/>
                <a:cs typeface="Times New Roman"/>
              </a:rPr>
              <a:t> </a:t>
            </a:r>
            <a:r>
              <a:rPr spc="-10" dirty="0">
                <a:solidFill>
                  <a:srgbClr val="3C3C3C"/>
                </a:solidFill>
                <a:latin typeface="Times New Roman"/>
                <a:cs typeface="Times New Roman"/>
              </a:rPr>
              <a:t>time. </a:t>
            </a:r>
            <a:r>
              <a:rPr dirty="0">
                <a:solidFill>
                  <a:srgbClr val="3C3C3C"/>
                </a:solidFill>
                <a:latin typeface="Times New Roman"/>
                <a:cs typeface="Times New Roman"/>
              </a:rPr>
              <a:t>For</a:t>
            </a:r>
            <a:r>
              <a:rPr spc="-20" dirty="0">
                <a:solidFill>
                  <a:srgbClr val="3C3C3C"/>
                </a:solidFill>
                <a:latin typeface="Times New Roman"/>
                <a:cs typeface="Times New Roman"/>
              </a:rPr>
              <a:t> </a:t>
            </a:r>
            <a:r>
              <a:rPr dirty="0">
                <a:solidFill>
                  <a:srgbClr val="3C3C3C"/>
                </a:solidFill>
                <a:latin typeface="Times New Roman"/>
                <a:cs typeface="Times New Roman"/>
              </a:rPr>
              <a:t>this</a:t>
            </a:r>
            <a:r>
              <a:rPr spc="-25" dirty="0">
                <a:solidFill>
                  <a:srgbClr val="3C3C3C"/>
                </a:solidFill>
                <a:latin typeface="Times New Roman"/>
                <a:cs typeface="Times New Roman"/>
              </a:rPr>
              <a:t> </a:t>
            </a:r>
            <a:r>
              <a:rPr dirty="0">
                <a:solidFill>
                  <a:srgbClr val="3C3C3C"/>
                </a:solidFill>
                <a:latin typeface="Times New Roman"/>
                <a:cs typeface="Times New Roman"/>
              </a:rPr>
              <a:t>reason,</a:t>
            </a:r>
            <a:r>
              <a:rPr spc="-20"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fixed</a:t>
            </a:r>
            <a:r>
              <a:rPr spc="-30" dirty="0">
                <a:solidFill>
                  <a:srgbClr val="3C3C3C"/>
                </a:solidFill>
                <a:latin typeface="Times New Roman"/>
                <a:cs typeface="Times New Roman"/>
              </a:rPr>
              <a:t> </a:t>
            </a:r>
            <a:r>
              <a:rPr dirty="0">
                <a:solidFill>
                  <a:srgbClr val="3C3C3C"/>
                </a:solidFill>
                <a:latin typeface="Times New Roman"/>
                <a:cs typeface="Times New Roman"/>
              </a:rPr>
              <a:t>price</a:t>
            </a:r>
            <a:r>
              <a:rPr spc="-30" dirty="0">
                <a:solidFill>
                  <a:srgbClr val="3C3C3C"/>
                </a:solidFill>
                <a:latin typeface="Times New Roman"/>
                <a:cs typeface="Times New Roman"/>
              </a:rPr>
              <a:t> </a:t>
            </a:r>
            <a:r>
              <a:rPr dirty="0">
                <a:solidFill>
                  <a:srgbClr val="3C3C3C"/>
                </a:solidFill>
                <a:latin typeface="Times New Roman"/>
                <a:cs typeface="Times New Roman"/>
              </a:rPr>
              <a:t>for the</a:t>
            </a:r>
            <a:r>
              <a:rPr spc="-20" dirty="0">
                <a:solidFill>
                  <a:srgbClr val="3C3C3C"/>
                </a:solidFill>
                <a:latin typeface="Times New Roman"/>
                <a:cs typeface="Times New Roman"/>
              </a:rPr>
              <a:t> </a:t>
            </a:r>
            <a:r>
              <a:rPr dirty="0">
                <a:solidFill>
                  <a:srgbClr val="3C3C3C"/>
                </a:solidFill>
                <a:latin typeface="Times New Roman"/>
                <a:cs typeface="Times New Roman"/>
              </a:rPr>
              <a:t>maintenance</a:t>
            </a:r>
            <a:r>
              <a:rPr spc="-30" dirty="0">
                <a:solidFill>
                  <a:srgbClr val="3C3C3C"/>
                </a:solidFill>
                <a:latin typeface="Times New Roman"/>
                <a:cs typeface="Times New Roman"/>
              </a:rPr>
              <a:t> </a:t>
            </a:r>
            <a:r>
              <a:rPr dirty="0">
                <a:solidFill>
                  <a:srgbClr val="3C3C3C"/>
                </a:solidFill>
                <a:latin typeface="Times New Roman"/>
                <a:cs typeface="Times New Roman"/>
              </a:rPr>
              <a:t>will</a:t>
            </a:r>
            <a:r>
              <a:rPr spc="-20" dirty="0">
                <a:solidFill>
                  <a:srgbClr val="3C3C3C"/>
                </a:solidFill>
                <a:latin typeface="Times New Roman"/>
                <a:cs typeface="Times New Roman"/>
              </a:rPr>
              <a:t> </a:t>
            </a:r>
            <a:r>
              <a:rPr dirty="0">
                <a:solidFill>
                  <a:srgbClr val="3C3C3C"/>
                </a:solidFill>
                <a:latin typeface="Times New Roman"/>
                <a:cs typeface="Times New Roman"/>
              </a:rPr>
              <a:t>not</a:t>
            </a:r>
            <a:r>
              <a:rPr spc="-15" dirty="0">
                <a:solidFill>
                  <a:srgbClr val="3C3C3C"/>
                </a:solidFill>
                <a:latin typeface="Times New Roman"/>
                <a:cs typeface="Times New Roman"/>
              </a:rPr>
              <a:t> </a:t>
            </a:r>
            <a:r>
              <a:rPr dirty="0">
                <a:solidFill>
                  <a:srgbClr val="3C3C3C"/>
                </a:solidFill>
                <a:latin typeface="Times New Roman"/>
                <a:cs typeface="Times New Roman"/>
              </a:rPr>
              <a:t>be</a:t>
            </a:r>
            <a:r>
              <a:rPr spc="-15" dirty="0">
                <a:solidFill>
                  <a:srgbClr val="3C3C3C"/>
                </a:solidFill>
                <a:latin typeface="Times New Roman"/>
                <a:cs typeface="Times New Roman"/>
              </a:rPr>
              <a:t> </a:t>
            </a:r>
            <a:r>
              <a:rPr spc="-10" dirty="0">
                <a:solidFill>
                  <a:srgbClr val="3C3C3C"/>
                </a:solidFill>
                <a:latin typeface="Times New Roman"/>
                <a:cs typeface="Times New Roman"/>
              </a:rPr>
              <a:t>appropriate. </a:t>
            </a:r>
            <a:r>
              <a:rPr dirty="0">
                <a:solidFill>
                  <a:srgbClr val="3C3C3C"/>
                </a:solidFill>
                <a:latin typeface="Times New Roman"/>
                <a:cs typeface="Times New Roman"/>
              </a:rPr>
              <a:t>Maintenance</a:t>
            </a:r>
            <a:r>
              <a:rPr spc="-50" dirty="0">
                <a:solidFill>
                  <a:srgbClr val="3C3C3C"/>
                </a:solidFill>
                <a:latin typeface="Times New Roman"/>
                <a:cs typeface="Times New Roman"/>
              </a:rPr>
              <a:t> </a:t>
            </a:r>
            <a:r>
              <a:rPr dirty="0">
                <a:solidFill>
                  <a:srgbClr val="3C3C3C"/>
                </a:solidFill>
                <a:latin typeface="Times New Roman"/>
                <a:cs typeface="Times New Roman"/>
              </a:rPr>
              <a:t>will</a:t>
            </a:r>
            <a:r>
              <a:rPr spc="-25" dirty="0">
                <a:solidFill>
                  <a:srgbClr val="3C3C3C"/>
                </a:solidFill>
                <a:latin typeface="Times New Roman"/>
                <a:cs typeface="Times New Roman"/>
              </a:rPr>
              <a:t> </a:t>
            </a:r>
            <a:r>
              <a:rPr dirty="0">
                <a:solidFill>
                  <a:srgbClr val="3C3C3C"/>
                </a:solidFill>
                <a:latin typeface="Times New Roman"/>
                <a:cs typeface="Times New Roman"/>
              </a:rPr>
              <a:t>therefore</a:t>
            </a:r>
            <a:r>
              <a:rPr spc="-30" dirty="0">
                <a:solidFill>
                  <a:srgbClr val="3C3C3C"/>
                </a:solidFill>
                <a:latin typeface="Times New Roman"/>
                <a:cs typeface="Times New Roman"/>
              </a:rPr>
              <a:t> </a:t>
            </a:r>
            <a:r>
              <a:rPr dirty="0">
                <a:solidFill>
                  <a:srgbClr val="3C3C3C"/>
                </a:solidFill>
                <a:latin typeface="Times New Roman"/>
                <a:cs typeface="Times New Roman"/>
              </a:rPr>
              <a:t>usually</a:t>
            </a:r>
            <a:r>
              <a:rPr spc="-45" dirty="0">
                <a:solidFill>
                  <a:srgbClr val="3C3C3C"/>
                </a:solidFill>
                <a:latin typeface="Times New Roman"/>
                <a:cs typeface="Times New Roman"/>
              </a:rPr>
              <a:t> </a:t>
            </a:r>
            <a:r>
              <a:rPr dirty="0">
                <a:solidFill>
                  <a:srgbClr val="3C3C3C"/>
                </a:solidFill>
                <a:latin typeface="Times New Roman"/>
                <a:cs typeface="Times New Roman"/>
              </a:rPr>
              <a:t>be</a:t>
            </a:r>
            <a:r>
              <a:rPr spc="-20" dirty="0">
                <a:solidFill>
                  <a:srgbClr val="3C3C3C"/>
                </a:solidFill>
                <a:latin typeface="Times New Roman"/>
                <a:cs typeface="Times New Roman"/>
              </a:rPr>
              <a:t> </a:t>
            </a:r>
            <a:r>
              <a:rPr dirty="0">
                <a:solidFill>
                  <a:srgbClr val="3C3C3C"/>
                </a:solidFill>
                <a:latin typeface="Times New Roman"/>
                <a:cs typeface="Times New Roman"/>
              </a:rPr>
              <a:t>charged</a:t>
            </a:r>
            <a:r>
              <a:rPr spc="-40" dirty="0">
                <a:solidFill>
                  <a:srgbClr val="3C3C3C"/>
                </a:solidFill>
                <a:latin typeface="Times New Roman"/>
                <a:cs typeface="Times New Roman"/>
              </a:rPr>
              <a:t> </a:t>
            </a:r>
            <a:r>
              <a:rPr dirty="0">
                <a:solidFill>
                  <a:srgbClr val="3C3C3C"/>
                </a:solidFill>
                <a:latin typeface="Times New Roman"/>
                <a:cs typeface="Times New Roman"/>
              </a:rPr>
              <a:t>on</a:t>
            </a:r>
            <a:r>
              <a:rPr spc="15" dirty="0">
                <a:solidFill>
                  <a:srgbClr val="3C3C3C"/>
                </a:solidFill>
                <a:latin typeface="Times New Roman"/>
                <a:cs typeface="Times New Roman"/>
              </a:rPr>
              <a:t> </a:t>
            </a:r>
            <a:r>
              <a:rPr dirty="0">
                <a:solidFill>
                  <a:srgbClr val="3C3C3C"/>
                </a:solidFill>
                <a:latin typeface="Times New Roman"/>
                <a:cs typeface="Times New Roman"/>
              </a:rPr>
              <a:t>a</a:t>
            </a:r>
            <a:r>
              <a:rPr spc="-25" dirty="0">
                <a:solidFill>
                  <a:srgbClr val="3C3C3C"/>
                </a:solidFill>
                <a:latin typeface="Times New Roman"/>
                <a:cs typeface="Times New Roman"/>
              </a:rPr>
              <a:t> </a:t>
            </a:r>
            <a:r>
              <a:rPr dirty="0">
                <a:solidFill>
                  <a:srgbClr val="3C3C3C"/>
                </a:solidFill>
                <a:latin typeface="Times New Roman"/>
                <a:cs typeface="Times New Roman"/>
              </a:rPr>
              <a:t>time</a:t>
            </a:r>
            <a:r>
              <a:rPr spc="-25"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materials</a:t>
            </a:r>
            <a:r>
              <a:rPr spc="-40" dirty="0">
                <a:solidFill>
                  <a:srgbClr val="3C3C3C"/>
                </a:solidFill>
                <a:latin typeface="Times New Roman"/>
                <a:cs typeface="Times New Roman"/>
              </a:rPr>
              <a:t> </a:t>
            </a:r>
            <a:r>
              <a:rPr dirty="0">
                <a:solidFill>
                  <a:srgbClr val="3C3C3C"/>
                </a:solidFill>
                <a:latin typeface="Times New Roman"/>
                <a:cs typeface="Times New Roman"/>
              </a:rPr>
              <a:t>basis;</a:t>
            </a:r>
            <a:r>
              <a:rPr spc="-25" dirty="0">
                <a:solidFill>
                  <a:srgbClr val="3C3C3C"/>
                </a:solidFill>
                <a:latin typeface="Times New Roman"/>
                <a:cs typeface="Times New Roman"/>
              </a:rPr>
              <a:t> the </a:t>
            </a:r>
            <a:r>
              <a:rPr dirty="0">
                <a:solidFill>
                  <a:srgbClr val="3C3C3C"/>
                </a:solidFill>
                <a:latin typeface="Times New Roman"/>
                <a:cs typeface="Times New Roman"/>
              </a:rPr>
              <a:t>client</a:t>
            </a:r>
            <a:r>
              <a:rPr spc="-35" dirty="0">
                <a:solidFill>
                  <a:srgbClr val="3C3C3C"/>
                </a:solidFill>
                <a:latin typeface="Times New Roman"/>
                <a:cs typeface="Times New Roman"/>
              </a:rPr>
              <a:t> </a:t>
            </a:r>
            <a:r>
              <a:rPr dirty="0">
                <a:solidFill>
                  <a:srgbClr val="3C3C3C"/>
                </a:solidFill>
                <a:latin typeface="Times New Roman"/>
                <a:cs typeface="Times New Roman"/>
              </a:rPr>
              <a:t>may</a:t>
            </a:r>
            <a:r>
              <a:rPr spc="-15" dirty="0">
                <a:solidFill>
                  <a:srgbClr val="3C3C3C"/>
                </a:solidFill>
                <a:latin typeface="Times New Roman"/>
                <a:cs typeface="Times New Roman"/>
              </a:rPr>
              <a:t> </a:t>
            </a:r>
            <a:r>
              <a:rPr dirty="0">
                <a:solidFill>
                  <a:srgbClr val="3C3C3C"/>
                </a:solidFill>
                <a:latin typeface="Times New Roman"/>
                <a:cs typeface="Times New Roman"/>
              </a:rPr>
              <a:t>possibly</a:t>
            </a:r>
            <a:r>
              <a:rPr spc="-30" dirty="0">
                <a:solidFill>
                  <a:srgbClr val="3C3C3C"/>
                </a:solidFill>
                <a:latin typeface="Times New Roman"/>
                <a:cs typeface="Times New Roman"/>
              </a:rPr>
              <a:t> </a:t>
            </a:r>
            <a:r>
              <a:rPr dirty="0">
                <a:solidFill>
                  <a:srgbClr val="3C3C3C"/>
                </a:solidFill>
                <a:latin typeface="Times New Roman"/>
                <a:cs typeface="Times New Roman"/>
              </a:rPr>
              <a:t>be</a:t>
            </a:r>
            <a:r>
              <a:rPr spc="-15" dirty="0">
                <a:solidFill>
                  <a:srgbClr val="3C3C3C"/>
                </a:solidFill>
                <a:latin typeface="Times New Roman"/>
                <a:cs typeface="Times New Roman"/>
              </a:rPr>
              <a:t> </a:t>
            </a:r>
            <a:r>
              <a:rPr dirty="0">
                <a:solidFill>
                  <a:srgbClr val="3C3C3C"/>
                </a:solidFill>
                <a:latin typeface="Times New Roman"/>
                <a:cs typeface="Times New Roman"/>
              </a:rPr>
              <a:t>required</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commit</a:t>
            </a:r>
            <a:r>
              <a:rPr spc="-1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taking</a:t>
            </a:r>
            <a:r>
              <a:rPr spc="-15" dirty="0">
                <a:solidFill>
                  <a:srgbClr val="3C3C3C"/>
                </a:solidFill>
                <a:latin typeface="Times New Roman"/>
                <a:cs typeface="Times New Roman"/>
              </a:rPr>
              <a:t> </a:t>
            </a:r>
            <a:r>
              <a:rPr dirty="0">
                <a:solidFill>
                  <a:srgbClr val="3C3C3C"/>
                </a:solidFill>
                <a:latin typeface="Times New Roman"/>
                <a:cs typeface="Times New Roman"/>
              </a:rPr>
              <a:t>a</a:t>
            </a:r>
            <a:r>
              <a:rPr spc="10" dirty="0">
                <a:solidFill>
                  <a:srgbClr val="3C3C3C"/>
                </a:solidFill>
                <a:latin typeface="Times New Roman"/>
                <a:cs typeface="Times New Roman"/>
              </a:rPr>
              <a:t> </a:t>
            </a:r>
            <a:r>
              <a:rPr dirty="0">
                <a:solidFill>
                  <a:srgbClr val="3C3C3C"/>
                </a:solidFill>
                <a:latin typeface="Times New Roman"/>
                <a:cs typeface="Times New Roman"/>
              </a:rPr>
              <a:t>fixed</a:t>
            </a:r>
            <a:r>
              <a:rPr spc="-30" dirty="0">
                <a:solidFill>
                  <a:srgbClr val="3C3C3C"/>
                </a:solidFill>
                <a:latin typeface="Times New Roman"/>
                <a:cs typeface="Times New Roman"/>
              </a:rPr>
              <a:t> </a:t>
            </a:r>
            <a:r>
              <a:rPr dirty="0">
                <a:solidFill>
                  <a:srgbClr val="3C3C3C"/>
                </a:solidFill>
                <a:latin typeface="Times New Roman"/>
                <a:cs typeface="Times New Roman"/>
              </a:rPr>
              <a:t>number</a:t>
            </a:r>
            <a:r>
              <a:rPr spc="-20"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days</a:t>
            </a:r>
            <a:r>
              <a:rPr spc="-50" dirty="0">
                <a:solidFill>
                  <a:srgbClr val="3C3C3C"/>
                </a:solidFill>
                <a:latin typeface="Times New Roman"/>
                <a:cs typeface="Times New Roman"/>
              </a:rPr>
              <a:t> </a:t>
            </a:r>
            <a:r>
              <a:rPr spc="-25" dirty="0">
                <a:solidFill>
                  <a:srgbClr val="3C3C3C"/>
                </a:solidFill>
                <a:latin typeface="Times New Roman"/>
                <a:cs typeface="Times New Roman"/>
              </a:rPr>
              <a:t>of </a:t>
            </a:r>
            <a:r>
              <a:rPr dirty="0">
                <a:solidFill>
                  <a:srgbClr val="3C3C3C"/>
                </a:solidFill>
                <a:latin typeface="Times New Roman"/>
                <a:cs typeface="Times New Roman"/>
              </a:rPr>
              <a:t>effort</a:t>
            </a:r>
            <a:r>
              <a:rPr spc="-25" dirty="0">
                <a:solidFill>
                  <a:srgbClr val="3C3C3C"/>
                </a:solidFill>
                <a:latin typeface="Times New Roman"/>
                <a:cs typeface="Times New Roman"/>
              </a:rPr>
              <a:t> </a:t>
            </a:r>
            <a:r>
              <a:rPr dirty="0">
                <a:solidFill>
                  <a:srgbClr val="3C3C3C"/>
                </a:solidFill>
                <a:latin typeface="Times New Roman"/>
                <a:cs typeface="Times New Roman"/>
              </a:rPr>
              <a:t>each</a:t>
            </a:r>
            <a:r>
              <a:rPr spc="-25" dirty="0">
                <a:solidFill>
                  <a:srgbClr val="3C3C3C"/>
                </a:solidFill>
                <a:latin typeface="Times New Roman"/>
                <a:cs typeface="Times New Roman"/>
              </a:rPr>
              <a:t> </a:t>
            </a:r>
            <a:r>
              <a:rPr dirty="0">
                <a:solidFill>
                  <a:srgbClr val="3C3C3C"/>
                </a:solidFill>
                <a:latin typeface="Times New Roman"/>
                <a:cs typeface="Times New Roman"/>
              </a:rPr>
              <a:t>year</a:t>
            </a:r>
            <a:r>
              <a:rPr spc="-65" dirty="0">
                <a:solidFill>
                  <a:srgbClr val="3C3C3C"/>
                </a:solidFill>
                <a:latin typeface="Times New Roman"/>
                <a:cs typeface="Times New Roman"/>
              </a:rPr>
              <a:t> </a:t>
            </a:r>
            <a:r>
              <a:rPr dirty="0">
                <a:solidFill>
                  <a:srgbClr val="3C3C3C"/>
                </a:solidFill>
                <a:latin typeface="Times New Roman"/>
                <a:cs typeface="Times New Roman"/>
              </a:rPr>
              <a:t>in</a:t>
            </a:r>
            <a:r>
              <a:rPr spc="-20" dirty="0">
                <a:solidFill>
                  <a:srgbClr val="3C3C3C"/>
                </a:solidFill>
                <a:latin typeface="Times New Roman"/>
                <a:cs typeface="Times New Roman"/>
              </a:rPr>
              <a:t> </a:t>
            </a:r>
            <a:r>
              <a:rPr dirty="0">
                <a:solidFill>
                  <a:srgbClr val="3C3C3C"/>
                </a:solidFill>
                <a:latin typeface="Times New Roman"/>
                <a:cs typeface="Times New Roman"/>
              </a:rPr>
              <a:t>order</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35" dirty="0">
                <a:solidFill>
                  <a:srgbClr val="3C3C3C"/>
                </a:solidFill>
                <a:latin typeface="Times New Roman"/>
                <a:cs typeface="Times New Roman"/>
              </a:rPr>
              <a:t> </a:t>
            </a:r>
            <a:r>
              <a:rPr dirty="0">
                <a:solidFill>
                  <a:srgbClr val="3C3C3C"/>
                </a:solidFill>
                <a:latin typeface="Times New Roman"/>
                <a:cs typeface="Times New Roman"/>
              </a:rPr>
              <a:t>compensate</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supplier</a:t>
            </a:r>
            <a:r>
              <a:rPr spc="-45" dirty="0">
                <a:solidFill>
                  <a:srgbClr val="3C3C3C"/>
                </a:solidFill>
                <a:latin typeface="Times New Roman"/>
                <a:cs typeface="Times New Roman"/>
              </a:rPr>
              <a:t> </a:t>
            </a:r>
            <a:r>
              <a:rPr dirty="0">
                <a:solidFill>
                  <a:srgbClr val="3C3C3C"/>
                </a:solidFill>
                <a:latin typeface="Times New Roman"/>
                <a:cs typeface="Times New Roman"/>
              </a:rPr>
              <a:t>for</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need</a:t>
            </a:r>
            <a:r>
              <a:rPr spc="-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spc="-10" dirty="0">
                <a:solidFill>
                  <a:srgbClr val="3C3C3C"/>
                </a:solidFill>
                <a:latin typeface="Times New Roman"/>
                <a:cs typeface="Times New Roman"/>
              </a:rPr>
              <a:t>retain </a:t>
            </a:r>
            <a:r>
              <a:rPr dirty="0">
                <a:solidFill>
                  <a:srgbClr val="3C3C3C"/>
                </a:solidFill>
                <a:latin typeface="Times New Roman"/>
                <a:cs typeface="Times New Roman"/>
              </a:rPr>
              <a:t>knowledge</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40" dirty="0">
                <a:solidFill>
                  <a:srgbClr val="3C3C3C"/>
                </a:solidFill>
                <a:latin typeface="Times New Roman"/>
                <a:cs typeface="Times New Roman"/>
              </a:rPr>
              <a:t> </a:t>
            </a:r>
            <a:r>
              <a:rPr dirty="0">
                <a:solidFill>
                  <a:srgbClr val="3C3C3C"/>
                </a:solidFill>
                <a:latin typeface="Times New Roman"/>
                <a:cs typeface="Times New Roman"/>
              </a:rPr>
              <a:t>the</a:t>
            </a:r>
            <a:r>
              <a:rPr spc="-40" dirty="0">
                <a:solidFill>
                  <a:srgbClr val="3C3C3C"/>
                </a:solidFill>
                <a:latin typeface="Times New Roman"/>
                <a:cs typeface="Times New Roman"/>
              </a:rPr>
              <a:t> </a:t>
            </a:r>
            <a:r>
              <a:rPr spc="-10" dirty="0">
                <a:solidFill>
                  <a:srgbClr val="3C3C3C"/>
                </a:solidFill>
                <a:latin typeface="Times New Roman"/>
                <a:cs typeface="Times New Roman"/>
              </a:rPr>
              <a:t>system.</a:t>
            </a:r>
            <a:endParaRPr dirty="0">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65"/>
                        </a:spcBef>
                      </a:pPr>
                      <a:endParaRPr sz="2800">
                        <a:latin typeface="Times New Roman"/>
                        <a:cs typeface="Times New Roman"/>
                      </a:endParaRPr>
                    </a:p>
                    <a:p>
                      <a:pPr marL="208279">
                        <a:lnSpc>
                          <a:spcPct val="100000"/>
                        </a:lnSpc>
                      </a:pPr>
                      <a:r>
                        <a:rPr sz="2800" b="1" dirty="0">
                          <a:solidFill>
                            <a:srgbClr val="FFFFFF"/>
                          </a:solidFill>
                          <a:latin typeface="Times New Roman"/>
                          <a:cs typeface="Times New Roman"/>
                        </a:rPr>
                        <a:t>THE</a:t>
                      </a:r>
                      <a:r>
                        <a:rPr sz="2800" b="1" spc="-175" dirty="0">
                          <a:solidFill>
                            <a:srgbClr val="FFFFFF"/>
                          </a:solidFill>
                          <a:latin typeface="Times New Roman"/>
                          <a:cs typeface="Times New Roman"/>
                        </a:rPr>
                        <a:t> </a:t>
                      </a:r>
                      <a:r>
                        <a:rPr sz="2800" b="1" spc="-10" dirty="0">
                          <a:solidFill>
                            <a:srgbClr val="FFFFFF"/>
                          </a:solidFill>
                          <a:latin typeface="Times New Roman"/>
                          <a:cs typeface="Times New Roman"/>
                        </a:rPr>
                        <a:t>AUTHORITY</a:t>
                      </a:r>
                      <a:r>
                        <a:rPr sz="2800" b="1" spc="-100" dirty="0">
                          <a:solidFill>
                            <a:srgbClr val="FFFFFF"/>
                          </a:solidFill>
                          <a:latin typeface="Times New Roman"/>
                          <a:cs typeface="Times New Roman"/>
                        </a:rPr>
                        <a:t> </a:t>
                      </a:r>
                      <a:r>
                        <a:rPr sz="2800" b="1" spc="-10" dirty="0">
                          <a:solidFill>
                            <a:srgbClr val="FFFFFF"/>
                          </a:solidFill>
                          <a:latin typeface="Times New Roman"/>
                          <a:cs typeface="Times New Roman"/>
                        </a:rPr>
                        <a:t>SECTION</a:t>
                      </a:r>
                      <a:endParaRPr sz="2800">
                        <a:latin typeface="Times New Roman"/>
                        <a:cs typeface="Times New Roman"/>
                      </a:endParaRPr>
                    </a:p>
                  </a:txBody>
                  <a:tcPr marL="0" marR="0" marT="300355"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183994" y="3344036"/>
            <a:ext cx="7597775" cy="1385570"/>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authorities</a:t>
            </a:r>
            <a:r>
              <a:rPr spc="-50" dirty="0">
                <a:solidFill>
                  <a:srgbClr val="3C3C3C"/>
                </a:solidFill>
                <a:latin typeface="Times New Roman"/>
                <a:cs typeface="Times New Roman"/>
              </a:rPr>
              <a:t> </a:t>
            </a:r>
            <a:r>
              <a:rPr dirty="0">
                <a:solidFill>
                  <a:srgbClr val="3C3C3C"/>
                </a:solidFill>
                <a:latin typeface="Times New Roman"/>
                <a:cs typeface="Times New Roman"/>
              </a:rPr>
              <a:t>of</a:t>
            </a:r>
            <a:r>
              <a:rPr spc="-25" dirty="0">
                <a:solidFill>
                  <a:srgbClr val="3C3C3C"/>
                </a:solidFill>
                <a:latin typeface="Times New Roman"/>
                <a:cs typeface="Times New Roman"/>
              </a:rPr>
              <a:t> </a:t>
            </a:r>
            <a:r>
              <a:rPr dirty="0">
                <a:solidFill>
                  <a:srgbClr val="3C3C3C"/>
                </a:solidFill>
                <a:latin typeface="Times New Roman"/>
                <a:cs typeface="Times New Roman"/>
              </a:rPr>
              <a:t>both</a:t>
            </a:r>
            <a:r>
              <a:rPr spc="-25" dirty="0">
                <a:solidFill>
                  <a:srgbClr val="3C3C3C"/>
                </a:solidFill>
                <a:latin typeface="Times New Roman"/>
                <a:cs typeface="Times New Roman"/>
              </a:rPr>
              <a:t> </a:t>
            </a:r>
            <a:r>
              <a:rPr dirty="0">
                <a:solidFill>
                  <a:srgbClr val="3C3C3C"/>
                </a:solidFill>
                <a:latin typeface="Times New Roman"/>
                <a:cs typeface="Times New Roman"/>
              </a:rPr>
              <a:t>party</a:t>
            </a:r>
            <a:r>
              <a:rPr spc="-35" dirty="0">
                <a:solidFill>
                  <a:srgbClr val="3C3C3C"/>
                </a:solidFill>
                <a:latin typeface="Times New Roman"/>
                <a:cs typeface="Times New Roman"/>
              </a:rPr>
              <a:t> </a:t>
            </a:r>
            <a:r>
              <a:rPr dirty="0">
                <a:solidFill>
                  <a:srgbClr val="3C3C3C"/>
                </a:solidFill>
                <a:latin typeface="Times New Roman"/>
                <a:cs typeface="Times New Roman"/>
              </a:rPr>
              <a:t>signature</a:t>
            </a:r>
            <a:r>
              <a:rPr spc="-30" dirty="0">
                <a:solidFill>
                  <a:srgbClr val="3C3C3C"/>
                </a:solidFill>
                <a:latin typeface="Times New Roman"/>
                <a:cs typeface="Times New Roman"/>
              </a:rPr>
              <a:t> </a:t>
            </a:r>
            <a:r>
              <a:rPr dirty="0">
                <a:solidFill>
                  <a:srgbClr val="3C3C3C"/>
                </a:solidFill>
                <a:latin typeface="Times New Roman"/>
                <a:cs typeface="Times New Roman"/>
              </a:rPr>
              <a:t>on</a:t>
            </a:r>
            <a:r>
              <a:rPr spc="-35" dirty="0">
                <a:solidFill>
                  <a:srgbClr val="3C3C3C"/>
                </a:solidFill>
                <a:latin typeface="Times New Roman"/>
                <a:cs typeface="Times New Roman"/>
              </a:rPr>
              <a:t> </a:t>
            </a:r>
            <a:r>
              <a:rPr dirty="0">
                <a:solidFill>
                  <a:srgbClr val="3C3C3C"/>
                </a:solidFill>
                <a:latin typeface="Times New Roman"/>
                <a:cs typeface="Times New Roman"/>
              </a:rPr>
              <a:t>the</a:t>
            </a:r>
            <a:r>
              <a:rPr spc="-25" dirty="0">
                <a:solidFill>
                  <a:srgbClr val="3C3C3C"/>
                </a:solidFill>
                <a:latin typeface="Times New Roman"/>
                <a:cs typeface="Times New Roman"/>
              </a:rPr>
              <a:t> </a:t>
            </a:r>
            <a:r>
              <a:rPr dirty="0">
                <a:solidFill>
                  <a:srgbClr val="3C3C3C"/>
                </a:solidFill>
                <a:latin typeface="Times New Roman"/>
                <a:cs typeface="Times New Roman"/>
              </a:rPr>
              <a:t>term</a:t>
            </a:r>
            <a:r>
              <a:rPr spc="-30" dirty="0">
                <a:solidFill>
                  <a:srgbClr val="3C3C3C"/>
                </a:solidFill>
                <a:latin typeface="Times New Roman"/>
                <a:cs typeface="Times New Roman"/>
              </a:rPr>
              <a:t> </a:t>
            </a:r>
            <a:r>
              <a:rPr dirty="0">
                <a:solidFill>
                  <a:srgbClr val="3C3C3C"/>
                </a:solidFill>
                <a:latin typeface="Times New Roman"/>
                <a:cs typeface="Times New Roman"/>
              </a:rPr>
              <a:t>and</a:t>
            </a:r>
            <a:r>
              <a:rPr spc="-10" dirty="0">
                <a:solidFill>
                  <a:srgbClr val="3C3C3C"/>
                </a:solidFill>
                <a:latin typeface="Times New Roman"/>
                <a:cs typeface="Times New Roman"/>
              </a:rPr>
              <a:t> </a:t>
            </a:r>
            <a:r>
              <a:rPr dirty="0">
                <a:solidFill>
                  <a:srgbClr val="3C3C3C"/>
                </a:solidFill>
                <a:latin typeface="Times New Roman"/>
                <a:cs typeface="Times New Roman"/>
              </a:rPr>
              <a:t>conditions</a:t>
            </a:r>
            <a:r>
              <a:rPr spc="-50" dirty="0">
                <a:solidFill>
                  <a:srgbClr val="3C3C3C"/>
                </a:solidFill>
                <a:latin typeface="Times New Roman"/>
                <a:cs typeface="Times New Roman"/>
              </a:rPr>
              <a:t> </a:t>
            </a:r>
            <a:r>
              <a:rPr dirty="0">
                <a:solidFill>
                  <a:srgbClr val="3C3C3C"/>
                </a:solidFill>
                <a:latin typeface="Times New Roman"/>
                <a:cs typeface="Times New Roman"/>
              </a:rPr>
              <a:t>mentioned</a:t>
            </a:r>
            <a:r>
              <a:rPr spc="-25" dirty="0">
                <a:solidFill>
                  <a:srgbClr val="3C3C3C"/>
                </a:solidFill>
                <a:latin typeface="Times New Roman"/>
                <a:cs typeface="Times New Roman"/>
              </a:rPr>
              <a:t> in </a:t>
            </a:r>
            <a:r>
              <a:rPr dirty="0">
                <a:solidFill>
                  <a:srgbClr val="3C3C3C"/>
                </a:solidFill>
                <a:latin typeface="Times New Roman"/>
                <a:cs typeface="Times New Roman"/>
              </a:rPr>
              <a:t>the</a:t>
            </a:r>
            <a:r>
              <a:rPr spc="-35" dirty="0">
                <a:solidFill>
                  <a:srgbClr val="3C3C3C"/>
                </a:solidFill>
                <a:latin typeface="Times New Roman"/>
                <a:cs typeface="Times New Roman"/>
              </a:rPr>
              <a:t> </a:t>
            </a:r>
            <a:r>
              <a:rPr dirty="0">
                <a:solidFill>
                  <a:srgbClr val="3C3C3C"/>
                </a:solidFill>
                <a:latin typeface="Times New Roman"/>
                <a:cs typeface="Times New Roman"/>
              </a:rPr>
              <a:t>clause</a:t>
            </a:r>
            <a:r>
              <a:rPr spc="-45" dirty="0">
                <a:solidFill>
                  <a:srgbClr val="3C3C3C"/>
                </a:solidFill>
                <a:latin typeface="Times New Roman"/>
                <a:cs typeface="Times New Roman"/>
              </a:rPr>
              <a:t> </a:t>
            </a:r>
            <a:r>
              <a:rPr spc="-10" dirty="0">
                <a:solidFill>
                  <a:srgbClr val="3C3C3C"/>
                </a:solidFill>
                <a:latin typeface="Times New Roman"/>
                <a:cs typeface="Times New Roman"/>
              </a:rPr>
              <a:t>section.</a:t>
            </a:r>
            <a:endParaRPr>
              <a:latin typeface="Times New Roman"/>
              <a:cs typeface="Times New Roman"/>
            </a:endParaRPr>
          </a:p>
          <a:p>
            <a:pPr marL="318770" indent="-306070">
              <a:spcBef>
                <a:spcPts val="1035"/>
              </a:spcBef>
              <a:buClr>
                <a:srgbClr val="903062"/>
              </a:buClr>
              <a:buSzPct val="91666"/>
              <a:buFont typeface="Cambria"/>
              <a:buChar char="◾"/>
              <a:tabLst>
                <a:tab pos="318770" algn="l"/>
              </a:tabLst>
            </a:pPr>
            <a:r>
              <a:rPr dirty="0">
                <a:solidFill>
                  <a:srgbClr val="3C3C3C"/>
                </a:solidFill>
                <a:latin typeface="Times New Roman"/>
                <a:cs typeface="Times New Roman"/>
              </a:rPr>
              <a:t>The</a:t>
            </a:r>
            <a:r>
              <a:rPr spc="-35" dirty="0">
                <a:solidFill>
                  <a:srgbClr val="3C3C3C"/>
                </a:solidFill>
                <a:latin typeface="Times New Roman"/>
                <a:cs typeface="Times New Roman"/>
              </a:rPr>
              <a:t> </a:t>
            </a:r>
            <a:r>
              <a:rPr dirty="0">
                <a:solidFill>
                  <a:srgbClr val="3C3C3C"/>
                </a:solidFill>
                <a:latin typeface="Times New Roman"/>
                <a:cs typeface="Times New Roman"/>
              </a:rPr>
              <a:t>most</a:t>
            </a:r>
            <a:r>
              <a:rPr spc="-25" dirty="0">
                <a:solidFill>
                  <a:srgbClr val="3C3C3C"/>
                </a:solidFill>
                <a:latin typeface="Times New Roman"/>
                <a:cs typeface="Times New Roman"/>
              </a:rPr>
              <a:t> </a:t>
            </a:r>
            <a:r>
              <a:rPr dirty="0">
                <a:solidFill>
                  <a:srgbClr val="3C3C3C"/>
                </a:solidFill>
                <a:latin typeface="Times New Roman"/>
                <a:cs typeface="Times New Roman"/>
              </a:rPr>
              <a:t>Important</a:t>
            </a:r>
            <a:r>
              <a:rPr spc="-20" dirty="0">
                <a:solidFill>
                  <a:srgbClr val="3C3C3C"/>
                </a:solidFill>
                <a:latin typeface="Times New Roman"/>
                <a:cs typeface="Times New Roman"/>
              </a:rPr>
              <a:t> </a:t>
            </a:r>
            <a:r>
              <a:rPr dirty="0">
                <a:solidFill>
                  <a:srgbClr val="3C3C3C"/>
                </a:solidFill>
                <a:latin typeface="Times New Roman"/>
                <a:cs typeface="Times New Roman"/>
              </a:rPr>
              <a:t>things</a:t>
            </a:r>
            <a:r>
              <a:rPr spc="-35" dirty="0">
                <a:solidFill>
                  <a:srgbClr val="3C3C3C"/>
                </a:solidFill>
                <a:latin typeface="Times New Roman"/>
                <a:cs typeface="Times New Roman"/>
              </a:rPr>
              <a:t> </a:t>
            </a:r>
            <a:r>
              <a:rPr dirty="0">
                <a:solidFill>
                  <a:srgbClr val="3C3C3C"/>
                </a:solidFill>
                <a:latin typeface="Times New Roman"/>
                <a:cs typeface="Times New Roman"/>
              </a:rPr>
              <a:t>are</a:t>
            </a:r>
            <a:r>
              <a:rPr spc="-25" dirty="0">
                <a:solidFill>
                  <a:srgbClr val="3C3C3C"/>
                </a:solidFill>
                <a:latin typeface="Times New Roman"/>
                <a:cs typeface="Times New Roman"/>
              </a:rPr>
              <a:t> </a:t>
            </a:r>
            <a:r>
              <a:rPr dirty="0">
                <a:solidFill>
                  <a:srgbClr val="3C3C3C"/>
                </a:solidFill>
                <a:latin typeface="Times New Roman"/>
                <a:cs typeface="Times New Roman"/>
              </a:rPr>
              <a:t>Starting</a:t>
            </a:r>
            <a:r>
              <a:rPr spc="-20" dirty="0">
                <a:solidFill>
                  <a:srgbClr val="3C3C3C"/>
                </a:solidFill>
                <a:latin typeface="Times New Roman"/>
                <a:cs typeface="Times New Roman"/>
              </a:rPr>
              <a:t> </a:t>
            </a:r>
            <a:r>
              <a:rPr dirty="0">
                <a:solidFill>
                  <a:srgbClr val="3C3C3C"/>
                </a:solidFill>
                <a:latin typeface="Times New Roman"/>
                <a:cs typeface="Times New Roman"/>
              </a:rPr>
              <a:t>and</a:t>
            </a:r>
            <a:r>
              <a:rPr spc="-25" dirty="0">
                <a:solidFill>
                  <a:srgbClr val="3C3C3C"/>
                </a:solidFill>
                <a:latin typeface="Times New Roman"/>
                <a:cs typeface="Times New Roman"/>
              </a:rPr>
              <a:t> </a:t>
            </a:r>
            <a:r>
              <a:rPr dirty="0">
                <a:solidFill>
                  <a:srgbClr val="3C3C3C"/>
                </a:solidFill>
                <a:latin typeface="Times New Roman"/>
                <a:cs typeface="Times New Roman"/>
              </a:rPr>
              <a:t>ending</a:t>
            </a:r>
            <a:r>
              <a:rPr spc="-20" dirty="0">
                <a:solidFill>
                  <a:srgbClr val="3C3C3C"/>
                </a:solidFill>
                <a:latin typeface="Times New Roman"/>
                <a:cs typeface="Times New Roman"/>
              </a:rPr>
              <a:t> </a:t>
            </a:r>
            <a:r>
              <a:rPr dirty="0">
                <a:solidFill>
                  <a:srgbClr val="3C3C3C"/>
                </a:solidFill>
                <a:latin typeface="Times New Roman"/>
                <a:cs typeface="Times New Roman"/>
              </a:rPr>
              <a:t>date</a:t>
            </a:r>
            <a:r>
              <a:rPr spc="-40" dirty="0">
                <a:solidFill>
                  <a:srgbClr val="3C3C3C"/>
                </a:solidFill>
                <a:latin typeface="Times New Roman"/>
                <a:cs typeface="Times New Roman"/>
              </a:rPr>
              <a:t> </a:t>
            </a:r>
            <a:r>
              <a:rPr dirty="0">
                <a:solidFill>
                  <a:srgbClr val="3C3C3C"/>
                </a:solidFill>
                <a:latin typeface="Times New Roman"/>
                <a:cs typeface="Times New Roman"/>
              </a:rPr>
              <a:t>of </a:t>
            </a:r>
            <a:r>
              <a:rPr spc="-10" dirty="0">
                <a:solidFill>
                  <a:srgbClr val="3C3C3C"/>
                </a:solidFill>
                <a:latin typeface="Times New Roman"/>
                <a:cs typeface="Times New Roman"/>
              </a:rPr>
              <a:t>an</a:t>
            </a:r>
            <a:r>
              <a:rPr spc="-100" dirty="0">
                <a:solidFill>
                  <a:srgbClr val="3C3C3C"/>
                </a:solidFill>
                <a:latin typeface="Times New Roman"/>
                <a:cs typeface="Times New Roman"/>
              </a:rPr>
              <a:t> </a:t>
            </a:r>
            <a:r>
              <a:rPr spc="-10" dirty="0">
                <a:solidFill>
                  <a:srgbClr val="3C3C3C"/>
                </a:solidFill>
                <a:latin typeface="Times New Roman"/>
                <a:cs typeface="Times New Roman"/>
              </a:rPr>
              <a:t>Agreement.</a:t>
            </a:r>
            <a:endParaRPr>
              <a:latin typeface="Times New Roman"/>
              <a:cs typeface="Times New Roman"/>
            </a:endParaRPr>
          </a:p>
          <a:p>
            <a:pPr marL="318770" indent="-306070">
              <a:spcBef>
                <a:spcPts val="1030"/>
              </a:spcBef>
              <a:buClr>
                <a:srgbClr val="903062"/>
              </a:buClr>
              <a:buSzPct val="91666"/>
              <a:buFont typeface="Cambria"/>
              <a:buChar char="◾"/>
              <a:tabLst>
                <a:tab pos="318770" algn="l"/>
              </a:tabLst>
            </a:pPr>
            <a:r>
              <a:rPr dirty="0">
                <a:solidFill>
                  <a:srgbClr val="3C3C3C"/>
                </a:solidFill>
                <a:latin typeface="Times New Roman"/>
                <a:cs typeface="Times New Roman"/>
              </a:rPr>
              <a:t>Only</a:t>
            </a:r>
            <a:r>
              <a:rPr spc="-55" dirty="0">
                <a:solidFill>
                  <a:srgbClr val="3C3C3C"/>
                </a:solidFill>
                <a:latin typeface="Times New Roman"/>
                <a:cs typeface="Times New Roman"/>
              </a:rPr>
              <a:t> </a:t>
            </a:r>
            <a:r>
              <a:rPr spc="-10" dirty="0">
                <a:solidFill>
                  <a:srgbClr val="3C3C3C"/>
                </a:solidFill>
                <a:latin typeface="Times New Roman"/>
                <a:cs typeface="Times New Roman"/>
              </a:rPr>
              <a:t>an</a:t>
            </a:r>
            <a:r>
              <a:rPr spc="-105" dirty="0">
                <a:solidFill>
                  <a:srgbClr val="3C3C3C"/>
                </a:solidFill>
                <a:latin typeface="Times New Roman"/>
                <a:cs typeface="Times New Roman"/>
              </a:rPr>
              <a:t> </a:t>
            </a:r>
            <a:r>
              <a:rPr dirty="0">
                <a:solidFill>
                  <a:srgbClr val="3C3C3C"/>
                </a:solidFill>
                <a:latin typeface="Times New Roman"/>
                <a:cs typeface="Times New Roman"/>
              </a:rPr>
              <a:t>Authorized</a:t>
            </a:r>
            <a:r>
              <a:rPr spc="-25" dirty="0">
                <a:solidFill>
                  <a:srgbClr val="3C3C3C"/>
                </a:solidFill>
                <a:latin typeface="Times New Roman"/>
                <a:cs typeface="Times New Roman"/>
              </a:rPr>
              <a:t> </a:t>
            </a:r>
            <a:r>
              <a:rPr dirty="0">
                <a:solidFill>
                  <a:srgbClr val="3C3C3C"/>
                </a:solidFill>
                <a:latin typeface="Times New Roman"/>
                <a:cs typeface="Times New Roman"/>
              </a:rPr>
              <a:t>person</a:t>
            </a:r>
            <a:r>
              <a:rPr spc="-30" dirty="0">
                <a:solidFill>
                  <a:srgbClr val="3C3C3C"/>
                </a:solidFill>
                <a:latin typeface="Times New Roman"/>
                <a:cs typeface="Times New Roman"/>
              </a:rPr>
              <a:t> </a:t>
            </a:r>
            <a:r>
              <a:rPr dirty="0">
                <a:solidFill>
                  <a:srgbClr val="3C3C3C"/>
                </a:solidFill>
                <a:latin typeface="Times New Roman"/>
                <a:cs typeface="Times New Roman"/>
              </a:rPr>
              <a:t>from</a:t>
            </a:r>
            <a:r>
              <a:rPr spc="-20" dirty="0">
                <a:solidFill>
                  <a:srgbClr val="3C3C3C"/>
                </a:solidFill>
                <a:latin typeface="Times New Roman"/>
                <a:cs typeface="Times New Roman"/>
              </a:rPr>
              <a:t> </a:t>
            </a:r>
            <a:r>
              <a:rPr dirty="0">
                <a:solidFill>
                  <a:srgbClr val="3C3C3C"/>
                </a:solidFill>
                <a:latin typeface="Times New Roman"/>
                <a:cs typeface="Times New Roman"/>
              </a:rPr>
              <a:t>each</a:t>
            </a:r>
            <a:r>
              <a:rPr spc="-40" dirty="0">
                <a:solidFill>
                  <a:srgbClr val="3C3C3C"/>
                </a:solidFill>
                <a:latin typeface="Times New Roman"/>
                <a:cs typeface="Times New Roman"/>
              </a:rPr>
              <a:t> </a:t>
            </a:r>
            <a:r>
              <a:rPr dirty="0">
                <a:solidFill>
                  <a:srgbClr val="3C3C3C"/>
                </a:solidFill>
                <a:latin typeface="Times New Roman"/>
                <a:cs typeface="Times New Roman"/>
              </a:rPr>
              <a:t>party</a:t>
            </a:r>
            <a:r>
              <a:rPr spc="-30" dirty="0">
                <a:solidFill>
                  <a:srgbClr val="3C3C3C"/>
                </a:solidFill>
                <a:latin typeface="Times New Roman"/>
                <a:cs typeface="Times New Roman"/>
              </a:rPr>
              <a:t> </a:t>
            </a:r>
            <a:r>
              <a:rPr dirty="0">
                <a:solidFill>
                  <a:srgbClr val="3C3C3C"/>
                </a:solidFill>
                <a:latin typeface="Times New Roman"/>
                <a:cs typeface="Times New Roman"/>
              </a:rPr>
              <a:t>is</a:t>
            </a:r>
            <a:r>
              <a:rPr spc="-35" dirty="0">
                <a:solidFill>
                  <a:srgbClr val="3C3C3C"/>
                </a:solidFill>
                <a:latin typeface="Times New Roman"/>
                <a:cs typeface="Times New Roman"/>
              </a:rPr>
              <a:t> </a:t>
            </a:r>
            <a:r>
              <a:rPr dirty="0">
                <a:solidFill>
                  <a:srgbClr val="3C3C3C"/>
                </a:solidFill>
                <a:latin typeface="Times New Roman"/>
                <a:cs typeface="Times New Roman"/>
              </a:rPr>
              <a:t>mentioned</a:t>
            </a:r>
            <a:r>
              <a:rPr spc="-35" dirty="0">
                <a:solidFill>
                  <a:srgbClr val="3C3C3C"/>
                </a:solidFill>
                <a:latin typeface="Times New Roman"/>
                <a:cs typeface="Times New Roman"/>
              </a:rPr>
              <a:t> </a:t>
            </a:r>
            <a:r>
              <a:rPr dirty="0">
                <a:solidFill>
                  <a:srgbClr val="3C3C3C"/>
                </a:solidFill>
                <a:latin typeface="Times New Roman"/>
                <a:cs typeface="Times New Roman"/>
              </a:rPr>
              <a:t>in</a:t>
            </a:r>
            <a:r>
              <a:rPr spc="-10" dirty="0">
                <a:solidFill>
                  <a:srgbClr val="3C3C3C"/>
                </a:solidFill>
                <a:latin typeface="Times New Roman"/>
                <a:cs typeface="Times New Roman"/>
              </a:rPr>
              <a:t> </a:t>
            </a:r>
            <a:r>
              <a:rPr dirty="0">
                <a:solidFill>
                  <a:srgbClr val="3C3C3C"/>
                </a:solidFill>
                <a:latin typeface="Times New Roman"/>
                <a:cs typeface="Times New Roman"/>
              </a:rPr>
              <a:t>this</a:t>
            </a:r>
            <a:r>
              <a:rPr spc="-20" dirty="0">
                <a:solidFill>
                  <a:srgbClr val="3C3C3C"/>
                </a:solidFill>
                <a:latin typeface="Times New Roman"/>
                <a:cs typeface="Times New Roman"/>
              </a:rPr>
              <a:t> </a:t>
            </a:r>
            <a:r>
              <a:rPr spc="-10" dirty="0">
                <a:solidFill>
                  <a:srgbClr val="3C3C3C"/>
                </a:solidFill>
                <a:latin typeface="Times New Roman"/>
                <a:cs typeface="Times New Roman"/>
              </a:rPr>
              <a:t>Section.</a:t>
            </a:r>
            <a:endParaRPr>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972056" y="441960"/>
          <a:ext cx="8238488" cy="1416685"/>
        </p:xfrm>
        <a:graphic>
          <a:graphicData uri="http://schemas.openxmlformats.org/drawingml/2006/table">
            <a:tbl>
              <a:tblPr firstRow="1" bandRow="1">
                <a:tableStyleId>{2D5ABB26-0587-4C30-8999-92F81FD0307C}</a:tableStyleId>
              </a:tblPr>
              <a:tblGrid>
                <a:gridCol w="2744470">
                  <a:extLst>
                    <a:ext uri="{9D8B030D-6E8A-4147-A177-3AD203B41FA5}">
                      <a16:colId xmlns:a16="http://schemas.microsoft.com/office/drawing/2014/main" val="20000"/>
                    </a:ext>
                  </a:extLst>
                </a:gridCol>
                <a:gridCol w="2758439">
                  <a:extLst>
                    <a:ext uri="{9D8B030D-6E8A-4147-A177-3AD203B41FA5}">
                      <a16:colId xmlns:a16="http://schemas.microsoft.com/office/drawing/2014/main" val="20001"/>
                    </a:ext>
                  </a:extLst>
                </a:gridCol>
                <a:gridCol w="2735579">
                  <a:extLst>
                    <a:ext uri="{9D8B030D-6E8A-4147-A177-3AD203B41FA5}">
                      <a16:colId xmlns:a16="http://schemas.microsoft.com/office/drawing/2014/main" val="20002"/>
                    </a:ext>
                  </a:extLst>
                </a:gridCol>
              </a:tblGrid>
              <a:tr h="132080">
                <a:tc>
                  <a:txBody>
                    <a:bodyPr/>
                    <a:lstStyle/>
                    <a:p>
                      <a:pPr>
                        <a:lnSpc>
                          <a:spcPct val="100000"/>
                        </a:lnSpc>
                      </a:pPr>
                      <a:endParaRPr sz="700">
                        <a:latin typeface="Times New Roman"/>
                        <a:cs typeface="Times New Roman"/>
                      </a:endParaRPr>
                    </a:p>
                  </a:txBody>
                  <a:tcPr marL="0" marR="0" marT="0" marB="0">
                    <a:lnR w="57150">
                      <a:solidFill>
                        <a:srgbClr val="FFFFFF"/>
                      </a:solidFill>
                      <a:prstDash val="solid"/>
                    </a:lnR>
                    <a:lnB w="57150">
                      <a:solidFill>
                        <a:srgbClr val="FFFFFF"/>
                      </a:solidFill>
                      <a:prstDash val="solid"/>
                    </a:lnB>
                    <a:solidFill>
                      <a:srgbClr val="4D1334"/>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R w="57150">
                      <a:solidFill>
                        <a:srgbClr val="FFFFFF"/>
                      </a:solidFill>
                      <a:prstDash val="solid"/>
                    </a:lnR>
                    <a:lnB w="57150">
                      <a:solidFill>
                        <a:srgbClr val="FFFFFF"/>
                      </a:solidFill>
                      <a:prstDash val="solid"/>
                    </a:lnB>
                    <a:solidFill>
                      <a:srgbClr val="903062"/>
                    </a:solidFill>
                  </a:tcPr>
                </a:tc>
                <a:tc>
                  <a:txBody>
                    <a:bodyPr/>
                    <a:lstStyle/>
                    <a:p>
                      <a:pPr>
                        <a:lnSpc>
                          <a:spcPct val="100000"/>
                        </a:lnSpc>
                      </a:pPr>
                      <a:endParaRPr sz="700">
                        <a:latin typeface="Times New Roman"/>
                        <a:cs typeface="Times New Roman"/>
                      </a:endParaRPr>
                    </a:p>
                  </a:txBody>
                  <a:tcPr marL="0" marR="0" marT="0" marB="0">
                    <a:lnL w="57150">
                      <a:solidFill>
                        <a:srgbClr val="FFFFFF"/>
                      </a:solidFill>
                      <a:prstDash val="solid"/>
                    </a:lnL>
                    <a:lnB w="57150">
                      <a:solidFill>
                        <a:srgbClr val="FFFFFF"/>
                      </a:solidFill>
                      <a:prstDash val="solid"/>
                    </a:lnB>
                    <a:solidFill>
                      <a:srgbClr val="959FA7"/>
                    </a:solidFill>
                  </a:tcPr>
                </a:tc>
                <a:extLst>
                  <a:ext uri="{0D108BD9-81ED-4DB2-BD59-A6C34878D82A}">
                    <a16:rowId xmlns:a16="http://schemas.microsoft.com/office/drawing/2014/main" val="10000"/>
                  </a:ext>
                </a:extLst>
              </a:tr>
              <a:tr h="1284605">
                <a:tc gridSpan="3">
                  <a:txBody>
                    <a:bodyPr/>
                    <a:lstStyle/>
                    <a:p>
                      <a:pPr>
                        <a:lnSpc>
                          <a:spcPct val="100000"/>
                        </a:lnSpc>
                        <a:spcBef>
                          <a:spcPts val="2380"/>
                        </a:spcBef>
                      </a:pPr>
                      <a:endParaRPr sz="2800">
                        <a:latin typeface="Times New Roman"/>
                        <a:cs typeface="Times New Roman"/>
                      </a:endParaRPr>
                    </a:p>
                    <a:p>
                      <a:pPr marL="224154">
                        <a:lnSpc>
                          <a:spcPct val="100000"/>
                        </a:lnSpc>
                      </a:pPr>
                      <a:r>
                        <a:rPr sz="2800" dirty="0">
                          <a:solidFill>
                            <a:srgbClr val="FFFFFF"/>
                          </a:solidFill>
                          <a:latin typeface="Times New Roman"/>
                          <a:cs typeface="Times New Roman"/>
                        </a:rPr>
                        <a:t>PROGRESS</a:t>
                      </a:r>
                      <a:r>
                        <a:rPr sz="2800" spc="-110" dirty="0">
                          <a:solidFill>
                            <a:srgbClr val="FFFFFF"/>
                          </a:solidFill>
                          <a:latin typeface="Times New Roman"/>
                          <a:cs typeface="Times New Roman"/>
                        </a:rPr>
                        <a:t> </a:t>
                      </a:r>
                      <a:r>
                        <a:rPr sz="2800" spc="-10" dirty="0">
                          <a:solidFill>
                            <a:srgbClr val="FFFFFF"/>
                          </a:solidFill>
                          <a:latin typeface="Times New Roman"/>
                          <a:cs typeface="Times New Roman"/>
                        </a:rPr>
                        <a:t>MEETINGS</a:t>
                      </a:r>
                      <a:endParaRPr sz="2800">
                        <a:latin typeface="Times New Roman"/>
                        <a:cs typeface="Times New Roman"/>
                      </a:endParaRPr>
                    </a:p>
                  </a:txBody>
                  <a:tcPr marL="0" marR="0" marT="302260" marB="0">
                    <a:lnT w="57150">
                      <a:solidFill>
                        <a:srgbClr val="FFFFFF"/>
                      </a:solidFill>
                      <a:prstDash val="solid"/>
                    </a:lnT>
                    <a:solidFill>
                      <a:srgbClr val="4D1334"/>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 name="object 3"/>
          <p:cNvSpPr txBox="1"/>
          <p:nvPr/>
        </p:nvSpPr>
        <p:spPr>
          <a:xfrm>
            <a:off x="2059940" y="2710054"/>
            <a:ext cx="7823200" cy="1397635"/>
          </a:xfrm>
          <a:prstGeom prst="rect">
            <a:avLst/>
          </a:prstGeom>
        </p:spPr>
        <p:txBody>
          <a:bodyPr vert="horz" wrap="square" lIns="0" tIns="12700" rIns="0" bIns="0" rtlCol="0">
            <a:spAutoFit/>
          </a:bodyPr>
          <a:lstStyle/>
          <a:p>
            <a:pPr marL="318770" marR="5080" indent="-306705">
              <a:spcBef>
                <a:spcPts val="100"/>
              </a:spcBef>
              <a:buClr>
                <a:srgbClr val="903062"/>
              </a:buClr>
              <a:buSzPct val="91666"/>
              <a:buFont typeface="Cambria"/>
              <a:buChar char="◾"/>
              <a:tabLst>
                <a:tab pos="318770" algn="l"/>
              </a:tabLst>
            </a:pPr>
            <a:r>
              <a:rPr dirty="0">
                <a:solidFill>
                  <a:srgbClr val="3C3C3C"/>
                </a:solidFill>
                <a:latin typeface="Times New Roman"/>
                <a:cs typeface="Times New Roman"/>
              </a:rPr>
              <a:t>Regular</a:t>
            </a:r>
            <a:r>
              <a:rPr spc="-40" dirty="0">
                <a:solidFill>
                  <a:srgbClr val="3C3C3C"/>
                </a:solidFill>
                <a:latin typeface="Times New Roman"/>
                <a:cs typeface="Times New Roman"/>
              </a:rPr>
              <a:t> </a:t>
            </a:r>
            <a:r>
              <a:rPr dirty="0">
                <a:solidFill>
                  <a:srgbClr val="3C3C3C"/>
                </a:solidFill>
                <a:latin typeface="Times New Roman"/>
                <a:cs typeface="Times New Roman"/>
              </a:rPr>
              <a:t>progress</a:t>
            </a:r>
            <a:r>
              <a:rPr spc="-20" dirty="0">
                <a:solidFill>
                  <a:srgbClr val="3C3C3C"/>
                </a:solidFill>
                <a:latin typeface="Times New Roman"/>
                <a:cs typeface="Times New Roman"/>
              </a:rPr>
              <a:t> </a:t>
            </a:r>
            <a:r>
              <a:rPr dirty="0">
                <a:solidFill>
                  <a:srgbClr val="3C3C3C"/>
                </a:solidFill>
                <a:latin typeface="Times New Roman"/>
                <a:cs typeface="Times New Roman"/>
              </a:rPr>
              <a:t>meetings</a:t>
            </a:r>
            <a:r>
              <a:rPr spc="-15" dirty="0">
                <a:solidFill>
                  <a:srgbClr val="3C3C3C"/>
                </a:solidFill>
                <a:latin typeface="Times New Roman"/>
                <a:cs typeface="Times New Roman"/>
              </a:rPr>
              <a:t> </a:t>
            </a:r>
            <a:r>
              <a:rPr dirty="0">
                <a:solidFill>
                  <a:srgbClr val="3C3C3C"/>
                </a:solidFill>
                <a:latin typeface="Times New Roman"/>
                <a:cs typeface="Times New Roman"/>
              </a:rPr>
              <a:t>are</a:t>
            </a:r>
            <a:r>
              <a:rPr spc="-30" dirty="0">
                <a:solidFill>
                  <a:srgbClr val="3C3C3C"/>
                </a:solidFill>
                <a:latin typeface="Times New Roman"/>
                <a:cs typeface="Times New Roman"/>
              </a:rPr>
              <a:t> </a:t>
            </a:r>
            <a:r>
              <a:rPr dirty="0">
                <a:solidFill>
                  <a:srgbClr val="3C3C3C"/>
                </a:solidFill>
                <a:latin typeface="Times New Roman"/>
                <a:cs typeface="Times New Roman"/>
              </a:rPr>
              <a:t>essential</a:t>
            </a:r>
            <a:r>
              <a:rPr spc="-25" dirty="0">
                <a:solidFill>
                  <a:srgbClr val="3C3C3C"/>
                </a:solidFill>
                <a:latin typeface="Times New Roman"/>
                <a:cs typeface="Times New Roman"/>
              </a:rPr>
              <a:t> </a:t>
            </a:r>
            <a:r>
              <a:rPr dirty="0">
                <a:solidFill>
                  <a:srgbClr val="3C3C3C"/>
                </a:solidFill>
                <a:latin typeface="Times New Roman"/>
                <a:cs typeface="Times New Roman"/>
              </a:rPr>
              <a:t>to</a:t>
            </a:r>
            <a:r>
              <a:rPr spc="-20"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successful</a:t>
            </a:r>
            <a:r>
              <a:rPr spc="-25" dirty="0">
                <a:solidFill>
                  <a:srgbClr val="3C3C3C"/>
                </a:solidFill>
                <a:latin typeface="Times New Roman"/>
                <a:cs typeface="Times New Roman"/>
              </a:rPr>
              <a:t> </a:t>
            </a:r>
            <a:r>
              <a:rPr dirty="0">
                <a:solidFill>
                  <a:srgbClr val="3C3C3C"/>
                </a:solidFill>
                <a:latin typeface="Times New Roman"/>
                <a:cs typeface="Times New Roman"/>
              </a:rPr>
              <a:t>completion</a:t>
            </a:r>
            <a:r>
              <a:rPr spc="-40" dirty="0">
                <a:solidFill>
                  <a:srgbClr val="3C3C3C"/>
                </a:solidFill>
                <a:latin typeface="Times New Roman"/>
                <a:cs typeface="Times New Roman"/>
              </a:rPr>
              <a:t> </a:t>
            </a:r>
            <a:r>
              <a:rPr dirty="0">
                <a:solidFill>
                  <a:srgbClr val="3C3C3C"/>
                </a:solidFill>
                <a:latin typeface="Times New Roman"/>
                <a:cs typeface="Times New Roman"/>
              </a:rPr>
              <a:t>of</a:t>
            </a:r>
            <a:r>
              <a:rPr spc="-15" dirty="0">
                <a:solidFill>
                  <a:srgbClr val="3C3C3C"/>
                </a:solidFill>
                <a:latin typeface="Times New Roman"/>
                <a:cs typeface="Times New Roman"/>
              </a:rPr>
              <a:t> </a:t>
            </a:r>
            <a:r>
              <a:rPr dirty="0">
                <a:solidFill>
                  <a:srgbClr val="3C3C3C"/>
                </a:solidFill>
                <a:latin typeface="Times New Roman"/>
                <a:cs typeface="Times New Roman"/>
              </a:rPr>
              <a:t>a</a:t>
            </a:r>
            <a:r>
              <a:rPr spc="-20" dirty="0">
                <a:solidFill>
                  <a:srgbClr val="3C3C3C"/>
                </a:solidFill>
                <a:latin typeface="Times New Roman"/>
                <a:cs typeface="Times New Roman"/>
              </a:rPr>
              <a:t> </a:t>
            </a:r>
            <a:r>
              <a:rPr spc="-10" dirty="0">
                <a:solidFill>
                  <a:srgbClr val="3C3C3C"/>
                </a:solidFill>
                <a:latin typeface="Times New Roman"/>
                <a:cs typeface="Times New Roman"/>
              </a:rPr>
              <a:t>fixed </a:t>
            </a:r>
            <a:r>
              <a:rPr dirty="0">
                <a:solidFill>
                  <a:srgbClr val="3C3C3C"/>
                </a:solidFill>
                <a:latin typeface="Times New Roman"/>
                <a:cs typeface="Times New Roman"/>
              </a:rPr>
              <a:t>price</a:t>
            </a:r>
            <a:r>
              <a:rPr spc="-45" dirty="0">
                <a:solidFill>
                  <a:srgbClr val="3C3C3C"/>
                </a:solidFill>
                <a:latin typeface="Times New Roman"/>
                <a:cs typeface="Times New Roman"/>
              </a:rPr>
              <a:t> </a:t>
            </a:r>
            <a:r>
              <a:rPr dirty="0">
                <a:solidFill>
                  <a:srgbClr val="3C3C3C"/>
                </a:solidFill>
                <a:latin typeface="Times New Roman"/>
                <a:cs typeface="Times New Roman"/>
              </a:rPr>
              <a:t>contract</a:t>
            </a:r>
            <a:r>
              <a:rPr spc="-50" dirty="0">
                <a:solidFill>
                  <a:srgbClr val="3C3C3C"/>
                </a:solidFill>
                <a:latin typeface="Times New Roman"/>
                <a:cs typeface="Times New Roman"/>
              </a:rPr>
              <a:t> </a:t>
            </a:r>
            <a:r>
              <a:rPr dirty="0">
                <a:solidFill>
                  <a:srgbClr val="3C3C3C"/>
                </a:solidFill>
                <a:latin typeface="Times New Roman"/>
                <a:cs typeface="Times New Roman"/>
              </a:rPr>
              <a:t>and</a:t>
            </a:r>
            <a:r>
              <a:rPr spc="-20" dirty="0">
                <a:solidFill>
                  <a:srgbClr val="3C3C3C"/>
                </a:solidFill>
                <a:latin typeface="Times New Roman"/>
                <a:cs typeface="Times New Roman"/>
              </a:rPr>
              <a:t> </a:t>
            </a:r>
            <a:r>
              <a:rPr dirty="0">
                <a:solidFill>
                  <a:srgbClr val="3C3C3C"/>
                </a:solidFill>
                <a:latin typeface="Times New Roman"/>
                <a:cs typeface="Times New Roman"/>
              </a:rPr>
              <a:t>it</a:t>
            </a:r>
            <a:r>
              <a:rPr spc="-40" dirty="0">
                <a:solidFill>
                  <a:srgbClr val="3C3C3C"/>
                </a:solidFill>
                <a:latin typeface="Times New Roman"/>
                <a:cs typeface="Times New Roman"/>
              </a:rPr>
              <a:t> </a:t>
            </a:r>
            <a:r>
              <a:rPr dirty="0">
                <a:solidFill>
                  <a:srgbClr val="3C3C3C"/>
                </a:solidFill>
                <a:latin typeface="Times New Roman"/>
                <a:cs typeface="Times New Roman"/>
              </a:rPr>
              <a:t>is</a:t>
            </a:r>
            <a:r>
              <a:rPr spc="-30" dirty="0">
                <a:solidFill>
                  <a:srgbClr val="3C3C3C"/>
                </a:solidFill>
                <a:latin typeface="Times New Roman"/>
                <a:cs typeface="Times New Roman"/>
              </a:rPr>
              <a:t> </a:t>
            </a:r>
            <a:r>
              <a:rPr dirty="0">
                <a:solidFill>
                  <a:srgbClr val="3C3C3C"/>
                </a:solidFill>
                <a:latin typeface="Times New Roman"/>
                <a:cs typeface="Times New Roman"/>
              </a:rPr>
              <a:t>advisable</a:t>
            </a:r>
            <a:r>
              <a:rPr spc="-40" dirty="0">
                <a:solidFill>
                  <a:srgbClr val="3C3C3C"/>
                </a:solidFill>
                <a:latin typeface="Times New Roman"/>
                <a:cs typeface="Times New Roman"/>
              </a:rPr>
              <a:t> </a:t>
            </a:r>
            <a:r>
              <a:rPr dirty="0">
                <a:solidFill>
                  <a:srgbClr val="3C3C3C"/>
                </a:solidFill>
                <a:latin typeface="Times New Roman"/>
                <a:cs typeface="Times New Roman"/>
              </a:rPr>
              <a:t>that</a:t>
            </a:r>
            <a:r>
              <a:rPr spc="-25" dirty="0">
                <a:solidFill>
                  <a:srgbClr val="3C3C3C"/>
                </a:solidFill>
                <a:latin typeface="Times New Roman"/>
                <a:cs typeface="Times New Roman"/>
              </a:rPr>
              <a:t> </a:t>
            </a:r>
            <a:r>
              <a:rPr dirty="0">
                <a:solidFill>
                  <a:srgbClr val="3C3C3C"/>
                </a:solidFill>
                <a:latin typeface="Times New Roman"/>
                <a:cs typeface="Times New Roman"/>
              </a:rPr>
              <a:t>standard</a:t>
            </a:r>
            <a:r>
              <a:rPr spc="-45" dirty="0">
                <a:solidFill>
                  <a:srgbClr val="3C3C3C"/>
                </a:solidFill>
                <a:latin typeface="Times New Roman"/>
                <a:cs typeface="Times New Roman"/>
              </a:rPr>
              <a:t> </a:t>
            </a:r>
            <a:r>
              <a:rPr dirty="0">
                <a:solidFill>
                  <a:srgbClr val="3C3C3C"/>
                </a:solidFill>
                <a:latin typeface="Times New Roman"/>
                <a:cs typeface="Times New Roman"/>
              </a:rPr>
              <a:t>terms</a:t>
            </a:r>
            <a:r>
              <a:rPr spc="-30" dirty="0">
                <a:solidFill>
                  <a:srgbClr val="3C3C3C"/>
                </a:solidFill>
                <a:latin typeface="Times New Roman"/>
                <a:cs typeface="Times New Roman"/>
              </a:rPr>
              <a:t> </a:t>
            </a:r>
            <a:r>
              <a:rPr dirty="0">
                <a:solidFill>
                  <a:srgbClr val="3C3C3C"/>
                </a:solidFill>
                <a:latin typeface="Times New Roman"/>
                <a:cs typeface="Times New Roman"/>
              </a:rPr>
              <a:t>and</a:t>
            </a:r>
            <a:r>
              <a:rPr spc="-35" dirty="0">
                <a:solidFill>
                  <a:srgbClr val="3C3C3C"/>
                </a:solidFill>
                <a:latin typeface="Times New Roman"/>
                <a:cs typeface="Times New Roman"/>
              </a:rPr>
              <a:t> </a:t>
            </a:r>
            <a:r>
              <a:rPr dirty="0">
                <a:solidFill>
                  <a:srgbClr val="3C3C3C"/>
                </a:solidFill>
                <a:latin typeface="Times New Roman"/>
                <a:cs typeface="Times New Roman"/>
              </a:rPr>
              <a:t>conditions</a:t>
            </a:r>
            <a:r>
              <a:rPr spc="-40" dirty="0">
                <a:solidFill>
                  <a:srgbClr val="3C3C3C"/>
                </a:solidFill>
                <a:latin typeface="Times New Roman"/>
                <a:cs typeface="Times New Roman"/>
              </a:rPr>
              <a:t> </a:t>
            </a:r>
            <a:r>
              <a:rPr dirty="0">
                <a:solidFill>
                  <a:srgbClr val="3C3C3C"/>
                </a:solidFill>
                <a:latin typeface="Times New Roman"/>
                <a:cs typeface="Times New Roman"/>
              </a:rPr>
              <a:t>require</a:t>
            </a:r>
            <a:r>
              <a:rPr spc="-40" dirty="0">
                <a:solidFill>
                  <a:srgbClr val="3C3C3C"/>
                </a:solidFill>
                <a:latin typeface="Times New Roman"/>
                <a:cs typeface="Times New Roman"/>
              </a:rPr>
              <a:t> </a:t>
            </a:r>
            <a:r>
              <a:rPr spc="-20" dirty="0">
                <a:solidFill>
                  <a:srgbClr val="3C3C3C"/>
                </a:solidFill>
                <a:latin typeface="Times New Roman"/>
                <a:cs typeface="Times New Roman"/>
              </a:rPr>
              <a:t>them </a:t>
            </a:r>
            <a:r>
              <a:rPr dirty="0">
                <a:solidFill>
                  <a:srgbClr val="3C3C3C"/>
                </a:solidFill>
                <a:latin typeface="Times New Roman"/>
                <a:cs typeface="Times New Roman"/>
              </a:rPr>
              <a:t>to</a:t>
            </a:r>
            <a:r>
              <a:rPr spc="-30" dirty="0">
                <a:solidFill>
                  <a:srgbClr val="3C3C3C"/>
                </a:solidFill>
                <a:latin typeface="Times New Roman"/>
                <a:cs typeface="Times New Roman"/>
              </a:rPr>
              <a:t> </a:t>
            </a:r>
            <a:r>
              <a:rPr dirty="0">
                <a:solidFill>
                  <a:srgbClr val="3C3C3C"/>
                </a:solidFill>
                <a:latin typeface="Times New Roman"/>
                <a:cs typeface="Times New Roman"/>
              </a:rPr>
              <a:t>be</a:t>
            </a:r>
            <a:r>
              <a:rPr spc="-25" dirty="0">
                <a:solidFill>
                  <a:srgbClr val="3C3C3C"/>
                </a:solidFill>
                <a:latin typeface="Times New Roman"/>
                <a:cs typeface="Times New Roman"/>
              </a:rPr>
              <a:t> </a:t>
            </a:r>
            <a:r>
              <a:rPr dirty="0">
                <a:solidFill>
                  <a:srgbClr val="3C3C3C"/>
                </a:solidFill>
                <a:latin typeface="Times New Roman"/>
                <a:cs typeface="Times New Roman"/>
              </a:rPr>
              <a:t>held.</a:t>
            </a:r>
            <a:r>
              <a:rPr spc="-65" dirty="0">
                <a:solidFill>
                  <a:srgbClr val="3C3C3C"/>
                </a:solidFill>
                <a:latin typeface="Times New Roman"/>
                <a:cs typeface="Times New Roman"/>
              </a:rPr>
              <a:t> </a:t>
            </a:r>
            <a:r>
              <a:rPr dirty="0">
                <a:solidFill>
                  <a:srgbClr val="3C3C3C"/>
                </a:solidFill>
                <a:latin typeface="Times New Roman"/>
                <a:cs typeface="Times New Roman"/>
              </a:rPr>
              <a:t>The</a:t>
            </a:r>
            <a:r>
              <a:rPr spc="-20" dirty="0">
                <a:solidFill>
                  <a:srgbClr val="3C3C3C"/>
                </a:solidFill>
                <a:latin typeface="Times New Roman"/>
                <a:cs typeface="Times New Roman"/>
              </a:rPr>
              <a:t> </a:t>
            </a:r>
            <a:r>
              <a:rPr dirty="0">
                <a:solidFill>
                  <a:srgbClr val="3C3C3C"/>
                </a:solidFill>
                <a:latin typeface="Times New Roman"/>
                <a:cs typeface="Times New Roman"/>
              </a:rPr>
              <a:t>minutes</a:t>
            </a:r>
            <a:r>
              <a:rPr spc="-30" dirty="0">
                <a:solidFill>
                  <a:srgbClr val="3C3C3C"/>
                </a:solidFill>
                <a:latin typeface="Times New Roman"/>
                <a:cs typeface="Times New Roman"/>
              </a:rPr>
              <a:t> </a:t>
            </a:r>
            <a:r>
              <a:rPr dirty="0">
                <a:solidFill>
                  <a:srgbClr val="3C3C3C"/>
                </a:solidFill>
                <a:latin typeface="Times New Roman"/>
                <a:cs typeface="Times New Roman"/>
              </a:rPr>
              <a:t>of</a:t>
            </a:r>
            <a:r>
              <a:rPr spc="-20" dirty="0">
                <a:solidFill>
                  <a:srgbClr val="3C3C3C"/>
                </a:solidFill>
                <a:latin typeface="Times New Roman"/>
                <a:cs typeface="Times New Roman"/>
              </a:rPr>
              <a:t> </a:t>
            </a:r>
            <a:r>
              <a:rPr dirty="0">
                <a:solidFill>
                  <a:srgbClr val="3C3C3C"/>
                </a:solidFill>
                <a:latin typeface="Times New Roman"/>
                <a:cs typeface="Times New Roman"/>
              </a:rPr>
              <a:t>progress</a:t>
            </a:r>
            <a:r>
              <a:rPr spc="-35" dirty="0">
                <a:solidFill>
                  <a:srgbClr val="3C3C3C"/>
                </a:solidFill>
                <a:latin typeface="Times New Roman"/>
                <a:cs typeface="Times New Roman"/>
              </a:rPr>
              <a:t> </a:t>
            </a:r>
            <a:r>
              <a:rPr dirty="0">
                <a:solidFill>
                  <a:srgbClr val="3C3C3C"/>
                </a:solidFill>
                <a:latin typeface="Times New Roman"/>
                <a:cs typeface="Times New Roman"/>
              </a:rPr>
              <a:t>meetings,</a:t>
            </a:r>
            <a:r>
              <a:rPr spc="-45" dirty="0">
                <a:solidFill>
                  <a:srgbClr val="3C3C3C"/>
                </a:solidFill>
                <a:latin typeface="Times New Roman"/>
                <a:cs typeface="Times New Roman"/>
              </a:rPr>
              <a:t> </a:t>
            </a:r>
            <a:r>
              <a:rPr dirty="0">
                <a:solidFill>
                  <a:srgbClr val="3C3C3C"/>
                </a:solidFill>
                <a:latin typeface="Times New Roman"/>
                <a:cs typeface="Times New Roman"/>
              </a:rPr>
              <a:t>duly</a:t>
            </a:r>
            <a:r>
              <a:rPr spc="-35" dirty="0">
                <a:solidFill>
                  <a:srgbClr val="3C3C3C"/>
                </a:solidFill>
                <a:latin typeface="Times New Roman"/>
                <a:cs typeface="Times New Roman"/>
              </a:rPr>
              <a:t> </a:t>
            </a:r>
            <a:r>
              <a:rPr dirty="0">
                <a:solidFill>
                  <a:srgbClr val="3C3C3C"/>
                </a:solidFill>
                <a:latin typeface="Times New Roman"/>
                <a:cs typeface="Times New Roman"/>
              </a:rPr>
              <a:t>approved</a:t>
            </a:r>
            <a:r>
              <a:rPr spc="-25" dirty="0">
                <a:solidFill>
                  <a:srgbClr val="3C3C3C"/>
                </a:solidFill>
                <a:latin typeface="Times New Roman"/>
                <a:cs typeface="Times New Roman"/>
              </a:rPr>
              <a:t> </a:t>
            </a:r>
            <a:r>
              <a:rPr dirty="0">
                <a:solidFill>
                  <a:srgbClr val="3C3C3C"/>
                </a:solidFill>
                <a:latin typeface="Times New Roman"/>
                <a:cs typeface="Times New Roman"/>
              </a:rPr>
              <a:t>and</a:t>
            </a:r>
            <a:r>
              <a:rPr spc="-20" dirty="0">
                <a:solidFill>
                  <a:srgbClr val="3C3C3C"/>
                </a:solidFill>
                <a:latin typeface="Times New Roman"/>
                <a:cs typeface="Times New Roman"/>
              </a:rPr>
              <a:t> </a:t>
            </a:r>
            <a:r>
              <a:rPr dirty="0">
                <a:solidFill>
                  <a:srgbClr val="3C3C3C"/>
                </a:solidFill>
                <a:latin typeface="Times New Roman"/>
                <a:cs typeface="Times New Roman"/>
              </a:rPr>
              <a:t>signed,</a:t>
            </a:r>
            <a:r>
              <a:rPr spc="-30" dirty="0">
                <a:solidFill>
                  <a:srgbClr val="3C3C3C"/>
                </a:solidFill>
                <a:latin typeface="Times New Roman"/>
                <a:cs typeface="Times New Roman"/>
              </a:rPr>
              <a:t> </a:t>
            </a:r>
            <a:r>
              <a:rPr spc="-10" dirty="0">
                <a:solidFill>
                  <a:srgbClr val="3C3C3C"/>
                </a:solidFill>
                <a:latin typeface="Times New Roman"/>
                <a:cs typeface="Times New Roman"/>
              </a:rPr>
              <a:t>should </a:t>
            </a:r>
            <a:r>
              <a:rPr dirty="0">
                <a:solidFill>
                  <a:srgbClr val="3C3C3C"/>
                </a:solidFill>
                <a:latin typeface="Times New Roman"/>
                <a:cs typeface="Times New Roman"/>
              </a:rPr>
              <a:t>have</a:t>
            </a:r>
            <a:r>
              <a:rPr spc="-5" dirty="0">
                <a:solidFill>
                  <a:srgbClr val="3C3C3C"/>
                </a:solidFill>
                <a:latin typeface="Times New Roman"/>
                <a:cs typeface="Times New Roman"/>
              </a:rPr>
              <a:t> </a:t>
            </a:r>
            <a:r>
              <a:rPr dirty="0">
                <a:solidFill>
                  <a:srgbClr val="3C3C3C"/>
                </a:solidFill>
                <a:latin typeface="Times New Roman"/>
                <a:cs typeface="Times New Roman"/>
              </a:rPr>
              <a:t>contractual</a:t>
            </a:r>
            <a:r>
              <a:rPr spc="-30" dirty="0">
                <a:solidFill>
                  <a:srgbClr val="3C3C3C"/>
                </a:solidFill>
                <a:latin typeface="Times New Roman"/>
                <a:cs typeface="Times New Roman"/>
              </a:rPr>
              <a:t> </a:t>
            </a:r>
            <a:r>
              <a:rPr dirty="0">
                <a:solidFill>
                  <a:srgbClr val="3C3C3C"/>
                </a:solidFill>
                <a:latin typeface="Times New Roman"/>
                <a:cs typeface="Times New Roman"/>
              </a:rPr>
              <a:t>significance in that</a:t>
            </a:r>
            <a:r>
              <a:rPr spc="-15" dirty="0">
                <a:solidFill>
                  <a:srgbClr val="3C3C3C"/>
                </a:solidFill>
                <a:latin typeface="Times New Roman"/>
                <a:cs typeface="Times New Roman"/>
              </a:rPr>
              <a:t> </a:t>
            </a:r>
            <a:r>
              <a:rPr dirty="0">
                <a:solidFill>
                  <a:srgbClr val="3C3C3C"/>
                </a:solidFill>
                <a:latin typeface="Times New Roman"/>
                <a:cs typeface="Times New Roman"/>
              </a:rPr>
              <a:t>they</a:t>
            </a:r>
            <a:r>
              <a:rPr spc="-10" dirty="0">
                <a:solidFill>
                  <a:srgbClr val="3C3C3C"/>
                </a:solidFill>
                <a:latin typeface="Times New Roman"/>
                <a:cs typeface="Times New Roman"/>
              </a:rPr>
              <a:t> </a:t>
            </a:r>
            <a:r>
              <a:rPr dirty="0">
                <a:solidFill>
                  <a:srgbClr val="3C3C3C"/>
                </a:solidFill>
                <a:latin typeface="Times New Roman"/>
                <a:cs typeface="Times New Roman"/>
              </a:rPr>
              <a:t>constitute</a:t>
            </a:r>
            <a:r>
              <a:rPr spc="-20" dirty="0">
                <a:solidFill>
                  <a:srgbClr val="3C3C3C"/>
                </a:solidFill>
                <a:latin typeface="Times New Roman"/>
                <a:cs typeface="Times New Roman"/>
              </a:rPr>
              <a:t> </a:t>
            </a:r>
            <a:r>
              <a:rPr dirty="0">
                <a:solidFill>
                  <a:srgbClr val="3C3C3C"/>
                </a:solidFill>
                <a:latin typeface="Times New Roman"/>
                <a:cs typeface="Times New Roman"/>
              </a:rPr>
              <a:t>evidence</a:t>
            </a:r>
            <a:r>
              <a:rPr spc="-15" dirty="0">
                <a:solidFill>
                  <a:srgbClr val="3C3C3C"/>
                </a:solidFill>
                <a:latin typeface="Times New Roman"/>
                <a:cs typeface="Times New Roman"/>
              </a:rPr>
              <a:t> </a:t>
            </a:r>
            <a:r>
              <a:rPr dirty="0">
                <a:solidFill>
                  <a:srgbClr val="3C3C3C"/>
                </a:solidFill>
                <a:latin typeface="Times New Roman"/>
                <a:cs typeface="Times New Roman"/>
              </a:rPr>
              <a:t>that</a:t>
            </a:r>
            <a:r>
              <a:rPr spc="-20" dirty="0">
                <a:solidFill>
                  <a:srgbClr val="3C3C3C"/>
                </a:solidFill>
                <a:latin typeface="Times New Roman"/>
                <a:cs typeface="Times New Roman"/>
              </a:rPr>
              <a:t> </a:t>
            </a:r>
            <a:r>
              <a:rPr dirty="0">
                <a:solidFill>
                  <a:srgbClr val="3C3C3C"/>
                </a:solidFill>
                <a:latin typeface="Times New Roman"/>
                <a:cs typeface="Times New Roman"/>
              </a:rPr>
              <a:t>milestones</a:t>
            </a:r>
            <a:r>
              <a:rPr spc="-10" dirty="0">
                <a:solidFill>
                  <a:srgbClr val="3C3C3C"/>
                </a:solidFill>
                <a:latin typeface="Times New Roman"/>
                <a:cs typeface="Times New Roman"/>
              </a:rPr>
              <a:t> </a:t>
            </a:r>
            <a:r>
              <a:rPr spc="-20" dirty="0">
                <a:solidFill>
                  <a:srgbClr val="3C3C3C"/>
                </a:solidFill>
                <a:latin typeface="Times New Roman"/>
                <a:cs typeface="Times New Roman"/>
              </a:rPr>
              <a:t>have </a:t>
            </a:r>
            <a:r>
              <a:rPr dirty="0">
                <a:solidFill>
                  <a:srgbClr val="3C3C3C"/>
                </a:solidFill>
                <a:latin typeface="Times New Roman"/>
                <a:cs typeface="Times New Roman"/>
              </a:rPr>
              <a:t>been</a:t>
            </a:r>
            <a:r>
              <a:rPr spc="-15" dirty="0">
                <a:solidFill>
                  <a:srgbClr val="3C3C3C"/>
                </a:solidFill>
                <a:latin typeface="Times New Roman"/>
                <a:cs typeface="Times New Roman"/>
              </a:rPr>
              <a:t> </a:t>
            </a:r>
            <a:r>
              <a:rPr spc="-10" dirty="0">
                <a:solidFill>
                  <a:srgbClr val="3C3C3C"/>
                </a:solidFill>
                <a:latin typeface="Times New Roman"/>
                <a:cs typeface="Times New Roman"/>
              </a:rPr>
              <a:t>reached</a:t>
            </a:r>
            <a:endParaRPr>
              <a:latin typeface="Times New Roman"/>
              <a:cs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1B0B6-2C12-4D49-A1D6-EEDBFE119EB8}"/>
              </a:ext>
            </a:extLst>
          </p:cNvPr>
          <p:cNvSpPr>
            <a:spLocks noGrp="1"/>
          </p:cNvSpPr>
          <p:nvPr>
            <p:ph type="ctrTitle"/>
          </p:nvPr>
        </p:nvSpPr>
        <p:spPr>
          <a:xfrm rot="10800000" flipV="1">
            <a:off x="838198" y="3429000"/>
            <a:ext cx="11125201" cy="2446837"/>
          </a:xfrm>
        </p:spPr>
        <p:txBody>
          <a:bodyPr>
            <a:normAutofit/>
          </a:bodyPr>
          <a:lstStyle/>
          <a:p>
            <a:r>
              <a:rPr lang="en-US" sz="4800" u="sng" dirty="0">
                <a:solidFill>
                  <a:schemeClr val="bg1"/>
                </a:solidFill>
              </a:rPr>
              <a:t>Human Resource Management</a:t>
            </a:r>
            <a:br>
              <a:rPr lang="en-US" sz="4800" dirty="0">
                <a:solidFill>
                  <a:schemeClr val="bg1"/>
                </a:solidFill>
              </a:rPr>
            </a:br>
            <a:r>
              <a:rPr lang="en-US" sz="4800" dirty="0">
                <a:solidFill>
                  <a:schemeClr val="bg1"/>
                </a:solidFill>
              </a:rPr>
              <a:t>Week 10</a:t>
            </a:r>
            <a:br>
              <a:rPr lang="en-US" sz="4800" dirty="0">
                <a:solidFill>
                  <a:schemeClr val="bg1"/>
                </a:solidFill>
              </a:rPr>
            </a:br>
            <a:endParaRPr lang="en-PK" sz="4800" dirty="0">
              <a:solidFill>
                <a:schemeClr val="bg1"/>
              </a:solidFill>
            </a:endParaRPr>
          </a:p>
        </p:txBody>
      </p:sp>
    </p:spTree>
    <p:extLst>
      <p:ext uri="{BB962C8B-B14F-4D97-AF65-F5344CB8AC3E}">
        <p14:creationId xmlns:p14="http://schemas.microsoft.com/office/powerpoint/2010/main" val="3961147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rPr dirty="0"/>
              <a:t>Human Resource Management (HRM): The process of managing people within an organization to meet objectives effectively.</a:t>
            </a:r>
          </a:p>
        </p:txBody>
      </p:sp>
      <p:sp>
        <p:nvSpPr>
          <p:cNvPr id="4" name="Slide Number Placeholder 3">
            <a:extLst>
              <a:ext uri="{FF2B5EF4-FFF2-40B4-BE49-F238E27FC236}">
                <a16:creationId xmlns:a16="http://schemas.microsoft.com/office/drawing/2014/main" id="{4E65A346-A944-01C0-8E7A-0EEB90B8D07E}"/>
              </a:ext>
            </a:extLst>
          </p:cNvPr>
          <p:cNvSpPr>
            <a:spLocks noGrp="1"/>
          </p:cNvSpPr>
          <p:nvPr>
            <p:ph type="sldNum" sz="quarter" idx="12"/>
          </p:nvPr>
        </p:nvSpPr>
        <p:spPr/>
        <p:txBody>
          <a:bodyPr/>
          <a:lstStyle/>
          <a:p>
            <a:fld id="{C1FF6DA9-008F-8B48-92A6-B652298478BF}"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 of HRM in Software Engineering</a:t>
            </a:r>
          </a:p>
        </p:txBody>
      </p:sp>
      <p:sp>
        <p:nvSpPr>
          <p:cNvPr id="3" name="Content Placeholder 2"/>
          <p:cNvSpPr>
            <a:spLocks noGrp="1"/>
          </p:cNvSpPr>
          <p:nvPr>
            <p:ph idx="1"/>
          </p:nvPr>
        </p:nvSpPr>
        <p:spPr/>
        <p:txBody>
          <a:bodyPr/>
          <a:lstStyle/>
          <a:p>
            <a:r>
              <a:rPr dirty="0"/>
              <a:t>Efficient Use of Human Resources</a:t>
            </a:r>
          </a:p>
          <a:p>
            <a:r>
              <a:rPr dirty="0"/>
              <a:t>Skill Enhancement and Knowledge Management</a:t>
            </a:r>
          </a:p>
          <a:p>
            <a:r>
              <a:rPr dirty="0"/>
              <a:t>Team Building and Motivation</a:t>
            </a:r>
          </a:p>
          <a:p>
            <a:r>
              <a:rPr dirty="0"/>
              <a:t>Conflict Resolution and Employee Retention</a:t>
            </a:r>
          </a:p>
        </p:txBody>
      </p:sp>
      <p:sp>
        <p:nvSpPr>
          <p:cNvPr id="4" name="Slide Number Placeholder 3">
            <a:extLst>
              <a:ext uri="{FF2B5EF4-FFF2-40B4-BE49-F238E27FC236}">
                <a16:creationId xmlns:a16="http://schemas.microsoft.com/office/drawing/2014/main" id="{3851D362-EA7E-B906-B5AD-48BE0038BEB9}"/>
              </a:ext>
            </a:extLst>
          </p:cNvPr>
          <p:cNvSpPr>
            <a:spLocks noGrp="1"/>
          </p:cNvSpPr>
          <p:nvPr>
            <p:ph type="sldNum" sz="quarter" idx="12"/>
          </p:nvPr>
        </p:nvSpPr>
        <p:spPr/>
        <p:txBody>
          <a:bodyPr/>
          <a:lstStyle/>
          <a:p>
            <a:fld id="{C1FF6DA9-008F-8B48-92A6-B652298478BF}"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Recruitment and Selection</a:t>
            </a:r>
          </a:p>
        </p:txBody>
      </p:sp>
      <p:sp>
        <p:nvSpPr>
          <p:cNvPr id="3" name="Content Placeholder 2"/>
          <p:cNvSpPr>
            <a:spLocks noGrp="1"/>
          </p:cNvSpPr>
          <p:nvPr>
            <p:ph idx="1"/>
          </p:nvPr>
        </p:nvSpPr>
        <p:spPr/>
        <p:txBody>
          <a:bodyPr>
            <a:normAutofit/>
          </a:bodyPr>
          <a:lstStyle/>
          <a:p>
            <a:r>
              <a:rPr dirty="0"/>
              <a:t>Identifying Requirements:</a:t>
            </a:r>
          </a:p>
          <a:p>
            <a:r>
              <a:rPr dirty="0"/>
              <a:t>Skills needed for the project.</a:t>
            </a:r>
          </a:p>
          <a:p>
            <a:r>
              <a:rPr dirty="0"/>
              <a:t>Behavioral competencies.</a:t>
            </a:r>
          </a:p>
          <a:p>
            <a:r>
              <a:rPr dirty="0"/>
              <a:t>Recruitment Strategies:</a:t>
            </a:r>
          </a:p>
          <a:p>
            <a:r>
              <a:rPr dirty="0"/>
              <a:t>Job portals, referrals, and headhunting.</a:t>
            </a:r>
          </a:p>
          <a:p>
            <a:r>
              <a:rPr dirty="0"/>
              <a:t>Technical and soft skills evaluation.</a:t>
            </a:r>
          </a:p>
          <a:p>
            <a:r>
              <a:rPr dirty="0"/>
              <a:t>Selection Process:</a:t>
            </a:r>
          </a:p>
          <a:p>
            <a:r>
              <a:rPr dirty="0"/>
              <a:t>Aptitude tests, technical interviews, and cultural fit assessments.</a:t>
            </a:r>
          </a:p>
        </p:txBody>
      </p:sp>
      <p:sp>
        <p:nvSpPr>
          <p:cNvPr id="4" name="Slide Number Placeholder 3">
            <a:extLst>
              <a:ext uri="{FF2B5EF4-FFF2-40B4-BE49-F238E27FC236}">
                <a16:creationId xmlns:a16="http://schemas.microsoft.com/office/drawing/2014/main" id="{F23DEA2B-6B22-643B-5AE5-C075AF0A5077}"/>
              </a:ext>
            </a:extLst>
          </p:cNvPr>
          <p:cNvSpPr>
            <a:spLocks noGrp="1"/>
          </p:cNvSpPr>
          <p:nvPr>
            <p:ph type="sldNum" sz="quarter" idx="12"/>
          </p:nvPr>
        </p:nvSpPr>
        <p:spPr/>
        <p:txBody>
          <a:bodyPr/>
          <a:lstStyle/>
          <a:p>
            <a:fld id="{C1FF6DA9-008F-8B48-92A6-B652298478BF}"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and Development</a:t>
            </a:r>
          </a:p>
        </p:txBody>
      </p:sp>
      <p:sp>
        <p:nvSpPr>
          <p:cNvPr id="3" name="Content Placeholder 2"/>
          <p:cNvSpPr>
            <a:spLocks noGrp="1"/>
          </p:cNvSpPr>
          <p:nvPr>
            <p:ph idx="1"/>
          </p:nvPr>
        </p:nvSpPr>
        <p:spPr/>
        <p:txBody>
          <a:bodyPr>
            <a:normAutofit/>
          </a:bodyPr>
          <a:lstStyle/>
          <a:p>
            <a:r>
              <a:rPr dirty="0"/>
              <a:t>Importance of Training:</a:t>
            </a:r>
          </a:p>
          <a:p>
            <a:r>
              <a:rPr dirty="0"/>
              <a:t>Keeps employees updated with current technologies.</a:t>
            </a:r>
          </a:p>
          <a:p>
            <a:r>
              <a:rPr dirty="0"/>
              <a:t>Encourages innovation.</a:t>
            </a:r>
          </a:p>
          <a:p>
            <a:r>
              <a:rPr dirty="0"/>
              <a:t>Types of Training:</a:t>
            </a:r>
          </a:p>
          <a:p>
            <a:r>
              <a:rPr dirty="0"/>
              <a:t> Technical skills.</a:t>
            </a:r>
          </a:p>
          <a:p>
            <a:r>
              <a:rPr dirty="0"/>
              <a:t> Team collaboration and leadership.</a:t>
            </a:r>
          </a:p>
          <a:p>
            <a:r>
              <a:rPr lang="en-US" dirty="0"/>
              <a:t>  </a:t>
            </a:r>
            <a:r>
              <a:rPr dirty="0"/>
              <a:t>Development Plans:</a:t>
            </a:r>
          </a:p>
          <a:p>
            <a:r>
              <a:rPr dirty="0"/>
              <a:t>  Career progression frameworks.</a:t>
            </a:r>
          </a:p>
          <a:p>
            <a:r>
              <a:rPr dirty="0"/>
              <a:t>  Mentorship programs.</a:t>
            </a:r>
          </a:p>
        </p:txBody>
      </p:sp>
      <p:sp>
        <p:nvSpPr>
          <p:cNvPr id="4" name="Slide Number Placeholder 3">
            <a:extLst>
              <a:ext uri="{FF2B5EF4-FFF2-40B4-BE49-F238E27FC236}">
                <a16:creationId xmlns:a16="http://schemas.microsoft.com/office/drawing/2014/main" id="{E860A760-D6AA-4AF6-5C26-C6CF96F7F3DF}"/>
              </a:ext>
            </a:extLst>
          </p:cNvPr>
          <p:cNvSpPr>
            <a:spLocks noGrp="1"/>
          </p:cNvSpPr>
          <p:nvPr>
            <p:ph type="sldNum" sz="quarter" idx="12"/>
          </p:nvPr>
        </p:nvSpPr>
        <p:spPr/>
        <p:txBody>
          <a:bodyPr/>
          <a:lstStyle/>
          <a:p>
            <a:fld id="{C1FF6DA9-008F-8B48-92A6-B652298478BF}"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Performance Management</a:t>
            </a:r>
          </a:p>
        </p:txBody>
      </p:sp>
      <p:sp>
        <p:nvSpPr>
          <p:cNvPr id="3" name="Content Placeholder 2"/>
          <p:cNvSpPr>
            <a:spLocks noGrp="1"/>
          </p:cNvSpPr>
          <p:nvPr>
            <p:ph idx="1"/>
          </p:nvPr>
        </p:nvSpPr>
        <p:spPr/>
        <p:txBody>
          <a:bodyPr/>
          <a:lstStyle/>
          <a:p>
            <a:r>
              <a:rPr dirty="0"/>
              <a:t>Performance Indicators:</a:t>
            </a:r>
          </a:p>
          <a:p>
            <a:r>
              <a:rPr dirty="0"/>
              <a:t>Task completion, quality of work, and innovation.</a:t>
            </a:r>
          </a:p>
          <a:p>
            <a:r>
              <a:rPr dirty="0"/>
              <a:t>Feedback Mechanisms:</a:t>
            </a:r>
          </a:p>
          <a:p>
            <a:r>
              <a:rPr dirty="0"/>
              <a:t>Regular one-on-one meetings.</a:t>
            </a:r>
          </a:p>
          <a:p>
            <a:r>
              <a:rPr dirty="0"/>
              <a:t>360-degree feedback.</a:t>
            </a:r>
          </a:p>
          <a:p>
            <a:r>
              <a:rPr dirty="0"/>
              <a:t>Reward Systems:</a:t>
            </a:r>
          </a:p>
          <a:p>
            <a:r>
              <a:rPr dirty="0"/>
              <a:t>Bonuses, promotions, and recognition programs.</a:t>
            </a:r>
          </a:p>
        </p:txBody>
      </p:sp>
      <p:sp>
        <p:nvSpPr>
          <p:cNvPr id="4" name="Slide Number Placeholder 3">
            <a:extLst>
              <a:ext uri="{FF2B5EF4-FFF2-40B4-BE49-F238E27FC236}">
                <a16:creationId xmlns:a16="http://schemas.microsoft.com/office/drawing/2014/main" id="{B5847C3F-9144-020D-FCDF-765FEE4D83D9}"/>
              </a:ext>
            </a:extLst>
          </p:cNvPr>
          <p:cNvSpPr>
            <a:spLocks noGrp="1"/>
          </p:cNvSpPr>
          <p:nvPr>
            <p:ph type="sldNum" sz="quarter" idx="12"/>
          </p:nvPr>
        </p:nvSpPr>
        <p:spPr/>
        <p:txBody>
          <a:bodyPr/>
          <a:lstStyle/>
          <a:p>
            <a:fld id="{C1FF6DA9-008F-8B48-92A6-B652298478BF}"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Teamwork</a:t>
            </a:r>
          </a:p>
        </p:txBody>
      </p:sp>
      <p:sp>
        <p:nvSpPr>
          <p:cNvPr id="3" name="Content Placeholder 2"/>
          <p:cNvSpPr>
            <a:spLocks noGrp="1"/>
          </p:cNvSpPr>
          <p:nvPr>
            <p:ph idx="1"/>
          </p:nvPr>
        </p:nvSpPr>
        <p:spPr/>
        <p:txBody>
          <a:bodyPr/>
          <a:lstStyle/>
          <a:p>
            <a:r>
              <a:rPr dirty="0"/>
              <a:t>Team Characteristics:</a:t>
            </a:r>
          </a:p>
          <a:p>
            <a:r>
              <a:rPr dirty="0"/>
              <a:t> Shared goals.</a:t>
            </a:r>
          </a:p>
          <a:p>
            <a:r>
              <a:rPr dirty="0"/>
              <a:t> Trust and mutual respect.</a:t>
            </a:r>
          </a:p>
          <a:p>
            <a:r>
              <a:rPr lang="en-US" dirty="0"/>
              <a:t> </a:t>
            </a:r>
            <a:r>
              <a:rPr dirty="0"/>
              <a:t>HRM Role in Team Building:</a:t>
            </a:r>
          </a:p>
          <a:p>
            <a:r>
              <a:rPr dirty="0"/>
              <a:t> Organizing team-building activities.</a:t>
            </a:r>
          </a:p>
          <a:p>
            <a:r>
              <a:rPr dirty="0"/>
              <a:t> Resolving interpersonal conflicts.</a:t>
            </a:r>
          </a:p>
        </p:txBody>
      </p:sp>
      <p:sp>
        <p:nvSpPr>
          <p:cNvPr id="4" name="Slide Number Placeholder 3">
            <a:extLst>
              <a:ext uri="{FF2B5EF4-FFF2-40B4-BE49-F238E27FC236}">
                <a16:creationId xmlns:a16="http://schemas.microsoft.com/office/drawing/2014/main" id="{FF41C19C-8D44-6B0A-717F-2F6AC3F37720}"/>
              </a:ext>
            </a:extLst>
          </p:cNvPr>
          <p:cNvSpPr>
            <a:spLocks noGrp="1"/>
          </p:cNvSpPr>
          <p:nvPr>
            <p:ph type="sldNum" sz="quarter" idx="12"/>
          </p:nvPr>
        </p:nvSpPr>
        <p:spPr/>
        <p:txBody>
          <a:bodyPr/>
          <a:lstStyle/>
          <a:p>
            <a:fld id="{C1FF6DA9-008F-8B48-92A6-B652298478BF}"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Managing Software Teams</a:t>
            </a:r>
          </a:p>
        </p:txBody>
      </p:sp>
      <p:sp>
        <p:nvSpPr>
          <p:cNvPr id="3" name="Content Placeholder 2"/>
          <p:cNvSpPr>
            <a:spLocks noGrp="1"/>
          </p:cNvSpPr>
          <p:nvPr>
            <p:ph idx="1"/>
          </p:nvPr>
        </p:nvSpPr>
        <p:spPr/>
        <p:txBody>
          <a:bodyPr>
            <a:normAutofit/>
          </a:bodyPr>
          <a:lstStyle/>
          <a:p>
            <a:r>
              <a:rPr dirty="0"/>
              <a:t>Distributed Teams:</a:t>
            </a:r>
          </a:p>
          <a:p>
            <a:r>
              <a:rPr dirty="0"/>
              <a:t>Communication barriers.</a:t>
            </a:r>
          </a:p>
          <a:p>
            <a:r>
              <a:rPr lang="en-US" dirty="0"/>
              <a:t> </a:t>
            </a:r>
            <a:r>
              <a:rPr dirty="0"/>
              <a:t>Time zone differences.</a:t>
            </a:r>
          </a:p>
          <a:p>
            <a:r>
              <a:rPr lang="en-US" dirty="0"/>
              <a:t> </a:t>
            </a:r>
            <a:r>
              <a:rPr dirty="0"/>
              <a:t>Cultural Differences:</a:t>
            </a:r>
          </a:p>
          <a:p>
            <a:r>
              <a:rPr dirty="0"/>
              <a:t> Misaligned expectations.</a:t>
            </a:r>
          </a:p>
          <a:p>
            <a:r>
              <a:rPr dirty="0"/>
              <a:t> Different work ethics.</a:t>
            </a:r>
          </a:p>
          <a:p>
            <a:r>
              <a:rPr lang="en-US" dirty="0"/>
              <a:t>  </a:t>
            </a:r>
            <a:r>
              <a:rPr dirty="0"/>
              <a:t>High Turnover Rates:</a:t>
            </a:r>
          </a:p>
          <a:p>
            <a:r>
              <a:rPr dirty="0"/>
              <a:t>  Retaining top talent in competitive markets.</a:t>
            </a:r>
          </a:p>
        </p:txBody>
      </p:sp>
      <p:sp>
        <p:nvSpPr>
          <p:cNvPr id="4" name="Slide Number Placeholder 3">
            <a:extLst>
              <a:ext uri="{FF2B5EF4-FFF2-40B4-BE49-F238E27FC236}">
                <a16:creationId xmlns:a16="http://schemas.microsoft.com/office/drawing/2014/main" id="{B341F4C0-CB52-1F61-5E37-A2E61B1A822F}"/>
              </a:ext>
            </a:extLst>
          </p:cNvPr>
          <p:cNvSpPr>
            <a:spLocks noGrp="1"/>
          </p:cNvSpPr>
          <p:nvPr>
            <p:ph type="sldNum" sz="quarter" idx="12"/>
          </p:nvPr>
        </p:nvSpPr>
        <p:spPr/>
        <p:txBody>
          <a:bodyPr/>
          <a:lstStyle/>
          <a:p>
            <a:fld id="{C1FF6DA9-008F-8B48-92A6-B652298478BF}"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Addressing Skill Gaps</a:t>
            </a:r>
          </a:p>
        </p:txBody>
      </p:sp>
      <p:sp>
        <p:nvSpPr>
          <p:cNvPr id="3" name="Content Placeholder 2"/>
          <p:cNvSpPr>
            <a:spLocks noGrp="1"/>
          </p:cNvSpPr>
          <p:nvPr>
            <p:ph idx="1"/>
          </p:nvPr>
        </p:nvSpPr>
        <p:spPr/>
        <p:txBody>
          <a:bodyPr/>
          <a:lstStyle/>
          <a:p>
            <a:r>
              <a:t>- Continuous Learning:</a:t>
            </a:r>
          </a:p>
          <a:p>
            <a:r>
              <a:t>  - On-the-job training.</a:t>
            </a:r>
          </a:p>
          <a:p>
            <a:r>
              <a:t>  - External courses and certifications.</a:t>
            </a:r>
          </a:p>
          <a:p>
            <a:r>
              <a:t>- Knowledge Sharing:</a:t>
            </a:r>
          </a:p>
          <a:p>
            <a:r>
              <a:t>  - Peer mentoring and internal workshops.</a:t>
            </a:r>
          </a:p>
        </p:txBody>
      </p:sp>
      <p:sp>
        <p:nvSpPr>
          <p:cNvPr id="4" name="Slide Number Placeholder 3">
            <a:extLst>
              <a:ext uri="{FF2B5EF4-FFF2-40B4-BE49-F238E27FC236}">
                <a16:creationId xmlns:a16="http://schemas.microsoft.com/office/drawing/2014/main" id="{0CA9CACA-8743-994A-C73B-A07488FA46B1}"/>
              </a:ext>
            </a:extLst>
          </p:cNvPr>
          <p:cNvSpPr>
            <a:spLocks noGrp="1"/>
          </p:cNvSpPr>
          <p:nvPr>
            <p:ph type="sldNum" sz="quarter" idx="12"/>
          </p:nvPr>
        </p:nvSpPr>
        <p:spPr/>
        <p:txBody>
          <a:bodyPr/>
          <a:lstStyle/>
          <a:p>
            <a:fld id="{C1FF6DA9-008F-8B48-92A6-B652298478BF}"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Agile HRM Practices</a:t>
            </a:r>
          </a:p>
        </p:txBody>
      </p:sp>
      <p:sp>
        <p:nvSpPr>
          <p:cNvPr id="3" name="Content Placeholder 2"/>
          <p:cNvSpPr>
            <a:spLocks noGrp="1"/>
          </p:cNvSpPr>
          <p:nvPr>
            <p:ph idx="1"/>
          </p:nvPr>
        </p:nvSpPr>
        <p:spPr/>
        <p:txBody>
          <a:bodyPr/>
          <a:lstStyle/>
          <a:p>
            <a:r>
              <a:rPr dirty="0"/>
              <a:t>Adaptability:</a:t>
            </a:r>
          </a:p>
          <a:p>
            <a:r>
              <a:rPr dirty="0"/>
              <a:t>Quick response to project changes.</a:t>
            </a:r>
          </a:p>
          <a:p>
            <a:r>
              <a:rPr dirty="0"/>
              <a:t>Flexibility:</a:t>
            </a:r>
          </a:p>
          <a:p>
            <a:r>
              <a:rPr dirty="0"/>
              <a:t>Encouraging remote work and flexible hours.</a:t>
            </a:r>
          </a:p>
          <a:p>
            <a:r>
              <a:rPr dirty="0"/>
              <a:t>Cross-functional Teams:</a:t>
            </a:r>
          </a:p>
          <a:p>
            <a:r>
              <a:rPr dirty="0"/>
              <a:t>Collaboration across diverse skill sets.</a:t>
            </a:r>
          </a:p>
        </p:txBody>
      </p:sp>
      <p:sp>
        <p:nvSpPr>
          <p:cNvPr id="4" name="Slide Number Placeholder 3">
            <a:extLst>
              <a:ext uri="{FF2B5EF4-FFF2-40B4-BE49-F238E27FC236}">
                <a16:creationId xmlns:a16="http://schemas.microsoft.com/office/drawing/2014/main" id="{DD914024-4D0A-78B4-FFC1-2AEE4CE0B56D}"/>
              </a:ext>
            </a:extLst>
          </p:cNvPr>
          <p:cNvSpPr>
            <a:spLocks noGrp="1"/>
          </p:cNvSpPr>
          <p:nvPr>
            <p:ph type="sldNum" sz="quarter" idx="12"/>
          </p:nvPr>
        </p:nvSpPr>
        <p:spPr/>
        <p:txBody>
          <a:bodyPr/>
          <a:lstStyle/>
          <a:p>
            <a:fld id="{C1FF6DA9-008F-8B48-92A6-B652298478BF}"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Conflict Resolution Strategies</a:t>
            </a:r>
          </a:p>
        </p:txBody>
      </p:sp>
      <p:sp>
        <p:nvSpPr>
          <p:cNvPr id="3" name="Content Placeholder 2"/>
          <p:cNvSpPr>
            <a:spLocks noGrp="1"/>
          </p:cNvSpPr>
          <p:nvPr>
            <p:ph idx="1"/>
          </p:nvPr>
        </p:nvSpPr>
        <p:spPr/>
        <p:txBody>
          <a:bodyPr/>
          <a:lstStyle/>
          <a:p>
            <a:r>
              <a:rPr dirty="0"/>
              <a:t>Common Causes of Conflict:</a:t>
            </a:r>
          </a:p>
          <a:p>
            <a:r>
              <a:rPr dirty="0"/>
              <a:t> Miscommunication and resource allocation.</a:t>
            </a:r>
          </a:p>
          <a:p>
            <a:r>
              <a:rPr lang="en-US" dirty="0"/>
              <a:t>  </a:t>
            </a:r>
            <a:r>
              <a:rPr dirty="0"/>
              <a:t>HRM Interventions:</a:t>
            </a:r>
          </a:p>
          <a:p>
            <a:r>
              <a:rPr dirty="0"/>
              <a:t>  Mediation and conflict resolution training.</a:t>
            </a:r>
          </a:p>
          <a:p>
            <a:r>
              <a:rPr dirty="0"/>
              <a:t>  Clear policies and procedures.</a:t>
            </a:r>
          </a:p>
        </p:txBody>
      </p:sp>
      <p:sp>
        <p:nvSpPr>
          <p:cNvPr id="4" name="Slide Number Placeholder 3">
            <a:extLst>
              <a:ext uri="{FF2B5EF4-FFF2-40B4-BE49-F238E27FC236}">
                <a16:creationId xmlns:a16="http://schemas.microsoft.com/office/drawing/2014/main" id="{B20CCA89-2EE9-DEDB-F678-9C49346395CD}"/>
              </a:ext>
            </a:extLst>
          </p:cNvPr>
          <p:cNvSpPr>
            <a:spLocks noGrp="1"/>
          </p:cNvSpPr>
          <p:nvPr>
            <p:ph type="sldNum" sz="quarter" idx="12"/>
          </p:nvPr>
        </p:nvSpPr>
        <p:spPr/>
        <p:txBody>
          <a:bodyPr/>
          <a:lstStyle/>
          <a:p>
            <a:fld id="{C1FF6DA9-008F-8B48-92A6-B652298478BF}"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Diversity and Inclusion</a:t>
            </a:r>
          </a:p>
        </p:txBody>
      </p:sp>
      <p:sp>
        <p:nvSpPr>
          <p:cNvPr id="3" name="Content Placeholder 2"/>
          <p:cNvSpPr>
            <a:spLocks noGrp="1"/>
          </p:cNvSpPr>
          <p:nvPr>
            <p:ph idx="1"/>
          </p:nvPr>
        </p:nvSpPr>
        <p:spPr/>
        <p:txBody>
          <a:bodyPr/>
          <a:lstStyle/>
          <a:p>
            <a:r>
              <a:rPr lang="en-US" dirty="0"/>
              <a:t> </a:t>
            </a:r>
            <a:r>
              <a:rPr dirty="0"/>
              <a:t>Benefits:</a:t>
            </a:r>
          </a:p>
          <a:p>
            <a:r>
              <a:rPr dirty="0"/>
              <a:t> Encourages creativity and innovation.</a:t>
            </a:r>
          </a:p>
          <a:p>
            <a:r>
              <a:rPr dirty="0"/>
              <a:t> Broadens market insights.</a:t>
            </a:r>
          </a:p>
          <a:p>
            <a:r>
              <a:rPr lang="en-US" dirty="0"/>
              <a:t> </a:t>
            </a:r>
            <a:r>
              <a:rPr dirty="0"/>
              <a:t>HR Practices:</a:t>
            </a:r>
          </a:p>
          <a:p>
            <a:r>
              <a:rPr dirty="0"/>
              <a:t> Inclusive hiring policies.</a:t>
            </a:r>
          </a:p>
          <a:p>
            <a:r>
              <a:rPr dirty="0"/>
              <a:t> Anti-discrimination training.</a:t>
            </a:r>
          </a:p>
        </p:txBody>
      </p:sp>
      <p:sp>
        <p:nvSpPr>
          <p:cNvPr id="4" name="Slide Number Placeholder 3">
            <a:extLst>
              <a:ext uri="{FF2B5EF4-FFF2-40B4-BE49-F238E27FC236}">
                <a16:creationId xmlns:a16="http://schemas.microsoft.com/office/drawing/2014/main" id="{3820A2E2-3DAA-0420-F9DB-145CBEB76F91}"/>
              </a:ext>
            </a:extLst>
          </p:cNvPr>
          <p:cNvSpPr>
            <a:spLocks noGrp="1"/>
          </p:cNvSpPr>
          <p:nvPr>
            <p:ph type="sldNum" sz="quarter" idx="12"/>
          </p:nvPr>
        </p:nvSpPr>
        <p:spPr/>
        <p:txBody>
          <a:bodyPr/>
          <a:lstStyle/>
          <a:p>
            <a:fld id="{C1FF6DA9-008F-8B48-92A6-B652298478BF}"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Employee Engagement</a:t>
            </a:r>
          </a:p>
        </p:txBody>
      </p:sp>
      <p:sp>
        <p:nvSpPr>
          <p:cNvPr id="3" name="Content Placeholder 2"/>
          <p:cNvSpPr>
            <a:spLocks noGrp="1"/>
          </p:cNvSpPr>
          <p:nvPr>
            <p:ph idx="1"/>
          </p:nvPr>
        </p:nvSpPr>
        <p:spPr/>
        <p:txBody>
          <a:bodyPr/>
          <a:lstStyle/>
          <a:p>
            <a:pPr marL="0" indent="0">
              <a:buNone/>
            </a:pPr>
            <a:r>
              <a:rPr dirty="0"/>
              <a:t>Strategies:</a:t>
            </a:r>
          </a:p>
          <a:p>
            <a:r>
              <a:rPr dirty="0"/>
              <a:t> Regular feedback sessions.</a:t>
            </a:r>
          </a:p>
          <a:p>
            <a:r>
              <a:rPr dirty="0"/>
              <a:t>  Open-door policies.</a:t>
            </a:r>
          </a:p>
          <a:p>
            <a:r>
              <a:rPr lang="en-US" dirty="0"/>
              <a:t>  </a:t>
            </a:r>
            <a:r>
              <a:rPr dirty="0"/>
              <a:t>Benefits:</a:t>
            </a:r>
          </a:p>
          <a:p>
            <a:r>
              <a:rPr dirty="0"/>
              <a:t>  Improved morale and productivity.</a:t>
            </a:r>
          </a:p>
        </p:txBody>
      </p:sp>
      <p:sp>
        <p:nvSpPr>
          <p:cNvPr id="4" name="Slide Number Placeholder 3">
            <a:extLst>
              <a:ext uri="{FF2B5EF4-FFF2-40B4-BE49-F238E27FC236}">
                <a16:creationId xmlns:a16="http://schemas.microsoft.com/office/drawing/2014/main" id="{0B89A790-5FD4-2493-1BF1-454CEC490F6F}"/>
              </a:ext>
            </a:extLst>
          </p:cNvPr>
          <p:cNvSpPr>
            <a:spLocks noGrp="1"/>
          </p:cNvSpPr>
          <p:nvPr>
            <p:ph type="sldNum" sz="quarter" idx="12"/>
          </p:nvPr>
        </p:nvSpPr>
        <p:spPr/>
        <p:txBody>
          <a:bodyPr/>
          <a:lstStyle/>
          <a:p>
            <a:fld id="{C1FF6DA9-008F-8B48-92A6-B652298478BF}"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Work-Life Balance</a:t>
            </a:r>
          </a:p>
        </p:txBody>
      </p:sp>
      <p:sp>
        <p:nvSpPr>
          <p:cNvPr id="3" name="Content Placeholder 2"/>
          <p:cNvSpPr>
            <a:spLocks noGrp="1"/>
          </p:cNvSpPr>
          <p:nvPr>
            <p:ph idx="1"/>
          </p:nvPr>
        </p:nvSpPr>
        <p:spPr/>
        <p:txBody>
          <a:bodyPr/>
          <a:lstStyle/>
          <a:p>
            <a:r>
              <a:rPr dirty="0"/>
              <a:t>Challenges in Software Engineering:</a:t>
            </a:r>
          </a:p>
          <a:p>
            <a:r>
              <a:rPr dirty="0"/>
              <a:t> Long hours and tight deadlines.</a:t>
            </a:r>
          </a:p>
          <a:p>
            <a:r>
              <a:rPr dirty="0"/>
              <a:t>HRM Support:</a:t>
            </a:r>
          </a:p>
          <a:p>
            <a:r>
              <a:rPr lang="en-US" dirty="0"/>
              <a:t> </a:t>
            </a:r>
            <a:r>
              <a:rPr dirty="0"/>
              <a:t>Flexible schedules.</a:t>
            </a:r>
          </a:p>
          <a:p>
            <a:r>
              <a:rPr dirty="0"/>
              <a:t> Wellness programs.</a:t>
            </a:r>
          </a:p>
        </p:txBody>
      </p:sp>
      <p:sp>
        <p:nvSpPr>
          <p:cNvPr id="4" name="Slide Number Placeholder 3">
            <a:extLst>
              <a:ext uri="{FF2B5EF4-FFF2-40B4-BE49-F238E27FC236}">
                <a16:creationId xmlns:a16="http://schemas.microsoft.com/office/drawing/2014/main" id="{30A05B10-F5C0-DF04-8D94-185E1FBD4BA9}"/>
              </a:ext>
            </a:extLst>
          </p:cNvPr>
          <p:cNvSpPr>
            <a:spLocks noGrp="1"/>
          </p:cNvSpPr>
          <p:nvPr>
            <p:ph type="sldNum" sz="quarter" idx="12"/>
          </p:nvPr>
        </p:nvSpPr>
        <p:spPr/>
        <p:txBody>
          <a:bodyPr/>
          <a:lstStyle/>
          <a:p>
            <a:fld id="{C1FF6DA9-008F-8B48-92A6-B652298478BF}"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Retention Strategies</a:t>
            </a:r>
          </a:p>
        </p:txBody>
      </p:sp>
      <p:sp>
        <p:nvSpPr>
          <p:cNvPr id="3" name="Content Placeholder 2"/>
          <p:cNvSpPr>
            <a:spLocks noGrp="1"/>
          </p:cNvSpPr>
          <p:nvPr>
            <p:ph idx="1"/>
          </p:nvPr>
        </p:nvSpPr>
        <p:spPr/>
        <p:txBody>
          <a:bodyPr/>
          <a:lstStyle/>
          <a:p>
            <a:pPr marL="0" indent="0">
              <a:buNone/>
            </a:pPr>
            <a:r>
              <a:rPr lang="en-US" dirty="0"/>
              <a:t>Preventing Turnover:</a:t>
            </a:r>
          </a:p>
          <a:p>
            <a:r>
              <a:rPr lang="en-US" dirty="0"/>
              <a:t>   Competitive salaries and benefits.</a:t>
            </a:r>
          </a:p>
          <a:p>
            <a:r>
              <a:rPr lang="en-US" dirty="0"/>
              <a:t>  Career growth opportunities.</a:t>
            </a:r>
          </a:p>
          <a:p>
            <a:r>
              <a:rPr lang="en-US" dirty="0"/>
              <a:t>   Creating a Positive Environment:</a:t>
            </a:r>
          </a:p>
          <a:p>
            <a:r>
              <a:rPr lang="en-US" dirty="0"/>
              <a:t>   Fostering collaboration and recognition.</a:t>
            </a:r>
          </a:p>
        </p:txBody>
      </p:sp>
      <p:sp>
        <p:nvSpPr>
          <p:cNvPr id="4" name="Slide Number Placeholder 3">
            <a:extLst>
              <a:ext uri="{FF2B5EF4-FFF2-40B4-BE49-F238E27FC236}">
                <a16:creationId xmlns:a16="http://schemas.microsoft.com/office/drawing/2014/main" id="{DCDA3367-6145-1018-777B-43618D6A3422}"/>
              </a:ext>
            </a:extLst>
          </p:cNvPr>
          <p:cNvSpPr>
            <a:spLocks noGrp="1"/>
          </p:cNvSpPr>
          <p:nvPr>
            <p:ph type="sldNum" sz="quarter" idx="12"/>
          </p:nvPr>
        </p:nvSpPr>
        <p:spPr/>
        <p:txBody>
          <a:bodyPr/>
          <a:lstStyle/>
          <a:p>
            <a:fld id="{C1FF6DA9-008F-8B48-92A6-B652298478BF}"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HRM Tools and Technologies</a:t>
            </a:r>
          </a:p>
        </p:txBody>
      </p:sp>
      <p:sp>
        <p:nvSpPr>
          <p:cNvPr id="3" name="Content Placeholder 2"/>
          <p:cNvSpPr>
            <a:spLocks noGrp="1"/>
          </p:cNvSpPr>
          <p:nvPr>
            <p:ph idx="1"/>
          </p:nvPr>
        </p:nvSpPr>
        <p:spPr/>
        <p:txBody>
          <a:bodyPr/>
          <a:lstStyle/>
          <a:p>
            <a:pPr marL="0" indent="0">
              <a:buNone/>
            </a:pPr>
            <a:r>
              <a:rPr dirty="0"/>
              <a:t>Employee Management Systems:</a:t>
            </a:r>
          </a:p>
          <a:p>
            <a:r>
              <a:rPr dirty="0"/>
              <a:t>BambooHR, Zoho People.</a:t>
            </a:r>
          </a:p>
          <a:p>
            <a:pPr marL="0" indent="0">
              <a:buNone/>
            </a:pPr>
            <a:r>
              <a:rPr dirty="0"/>
              <a:t>Training Platforms:</a:t>
            </a:r>
          </a:p>
          <a:p>
            <a:r>
              <a:rPr dirty="0"/>
              <a:t>  Coursera, LinkedIn Learning.</a:t>
            </a:r>
          </a:p>
          <a:p>
            <a:r>
              <a:rPr lang="en-US" dirty="0"/>
              <a:t> </a:t>
            </a:r>
            <a:r>
              <a:rPr dirty="0"/>
              <a:t>Collaboration Tools:</a:t>
            </a:r>
          </a:p>
          <a:p>
            <a:r>
              <a:rPr dirty="0"/>
              <a:t>  Slack, Microsoft Teams.</a:t>
            </a:r>
          </a:p>
        </p:txBody>
      </p:sp>
      <p:sp>
        <p:nvSpPr>
          <p:cNvPr id="4" name="Slide Number Placeholder 3">
            <a:extLst>
              <a:ext uri="{FF2B5EF4-FFF2-40B4-BE49-F238E27FC236}">
                <a16:creationId xmlns:a16="http://schemas.microsoft.com/office/drawing/2014/main" id="{EC381AC1-29DB-F770-FF3B-1394F1B21D68}"/>
              </a:ext>
            </a:extLst>
          </p:cNvPr>
          <p:cNvSpPr>
            <a:spLocks noGrp="1"/>
          </p:cNvSpPr>
          <p:nvPr>
            <p:ph type="sldNum" sz="quarter" idx="12"/>
          </p:nvPr>
        </p:nvSpPr>
        <p:spPr/>
        <p:txBody>
          <a:bodyPr/>
          <a:lstStyle/>
          <a:p>
            <a:fld id="{C1FF6DA9-008F-8B48-92A6-B652298478BF}"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Ethical Considerations</a:t>
            </a:r>
          </a:p>
        </p:txBody>
      </p:sp>
      <p:sp>
        <p:nvSpPr>
          <p:cNvPr id="3" name="Content Placeholder 2"/>
          <p:cNvSpPr>
            <a:spLocks noGrp="1"/>
          </p:cNvSpPr>
          <p:nvPr>
            <p:ph idx="1"/>
          </p:nvPr>
        </p:nvSpPr>
        <p:spPr/>
        <p:txBody>
          <a:bodyPr/>
          <a:lstStyle/>
          <a:p>
            <a:pPr marL="0" indent="0">
              <a:buNone/>
            </a:pPr>
            <a:r>
              <a:rPr dirty="0"/>
              <a:t>Fair Treatment:</a:t>
            </a:r>
          </a:p>
          <a:p>
            <a:r>
              <a:rPr dirty="0"/>
              <a:t>  Avoiding bias in hiring and promotions.</a:t>
            </a:r>
          </a:p>
          <a:p>
            <a:pPr marL="0" indent="0">
              <a:buNone/>
            </a:pPr>
            <a:r>
              <a:rPr dirty="0"/>
              <a:t>Privacy:</a:t>
            </a:r>
          </a:p>
          <a:p>
            <a:r>
              <a:rPr dirty="0"/>
              <a:t>  Protecting employee data.</a:t>
            </a:r>
          </a:p>
          <a:p>
            <a:r>
              <a:rPr lang="en-US" dirty="0"/>
              <a:t>  </a:t>
            </a:r>
            <a:r>
              <a:rPr dirty="0"/>
              <a:t>Transparency:</a:t>
            </a:r>
          </a:p>
          <a:p>
            <a:r>
              <a:rPr dirty="0"/>
              <a:t>  Open communication about policies.</a:t>
            </a:r>
          </a:p>
        </p:txBody>
      </p:sp>
      <p:sp>
        <p:nvSpPr>
          <p:cNvPr id="4" name="Slide Number Placeholder 3">
            <a:extLst>
              <a:ext uri="{FF2B5EF4-FFF2-40B4-BE49-F238E27FC236}">
                <a16:creationId xmlns:a16="http://schemas.microsoft.com/office/drawing/2014/main" id="{D2CBF798-D9FA-F037-53C0-5648B8221E57}"/>
              </a:ext>
            </a:extLst>
          </p:cNvPr>
          <p:cNvSpPr>
            <a:spLocks noGrp="1"/>
          </p:cNvSpPr>
          <p:nvPr>
            <p:ph type="sldNum" sz="quarter" idx="12"/>
          </p:nvPr>
        </p:nvSpPr>
        <p:spPr/>
        <p:txBody>
          <a:bodyPr/>
          <a:lstStyle/>
          <a:p>
            <a:fld id="{C1FF6DA9-008F-8B48-92A6-B652298478BF}"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Measuring HRM Success</a:t>
            </a:r>
          </a:p>
        </p:txBody>
      </p:sp>
      <p:sp>
        <p:nvSpPr>
          <p:cNvPr id="3" name="Content Placeholder 2"/>
          <p:cNvSpPr>
            <a:spLocks noGrp="1"/>
          </p:cNvSpPr>
          <p:nvPr>
            <p:ph idx="1"/>
          </p:nvPr>
        </p:nvSpPr>
        <p:spPr/>
        <p:txBody>
          <a:bodyPr/>
          <a:lstStyle/>
          <a:p>
            <a:pPr marL="0" indent="0">
              <a:buNone/>
            </a:pPr>
            <a:r>
              <a:rPr dirty="0"/>
              <a:t>Key Metrics:</a:t>
            </a:r>
          </a:p>
          <a:p>
            <a:r>
              <a:rPr dirty="0"/>
              <a:t>  Employee satisfaction scores.</a:t>
            </a:r>
          </a:p>
          <a:p>
            <a:r>
              <a:rPr dirty="0"/>
              <a:t>  Retention rates.</a:t>
            </a:r>
          </a:p>
          <a:p>
            <a:r>
              <a:rPr dirty="0"/>
              <a:t>  Project success rates.</a:t>
            </a:r>
          </a:p>
        </p:txBody>
      </p:sp>
      <p:sp>
        <p:nvSpPr>
          <p:cNvPr id="4" name="Slide Number Placeholder 3">
            <a:extLst>
              <a:ext uri="{FF2B5EF4-FFF2-40B4-BE49-F238E27FC236}">
                <a16:creationId xmlns:a16="http://schemas.microsoft.com/office/drawing/2014/main" id="{08FB1959-3863-2A36-1EC6-B4342037959C}"/>
              </a:ext>
            </a:extLst>
          </p:cNvPr>
          <p:cNvSpPr>
            <a:spLocks noGrp="1"/>
          </p:cNvSpPr>
          <p:nvPr>
            <p:ph type="sldNum" sz="quarter" idx="12"/>
          </p:nvPr>
        </p:nvSpPr>
        <p:spPr/>
        <p:txBody>
          <a:bodyPr/>
          <a:lstStyle/>
          <a:p>
            <a:fld id="{C1FF6DA9-008F-8B48-92A6-B652298478BF}"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Trends in HRM</a:t>
            </a:r>
          </a:p>
        </p:txBody>
      </p:sp>
      <p:sp>
        <p:nvSpPr>
          <p:cNvPr id="3" name="Content Placeholder 2"/>
          <p:cNvSpPr>
            <a:spLocks noGrp="1"/>
          </p:cNvSpPr>
          <p:nvPr>
            <p:ph idx="1"/>
          </p:nvPr>
        </p:nvSpPr>
        <p:spPr/>
        <p:txBody>
          <a:bodyPr/>
          <a:lstStyle/>
          <a:p>
            <a:pPr marL="0" indent="0">
              <a:buNone/>
            </a:pPr>
            <a:r>
              <a:rPr dirty="0"/>
              <a:t>AI in Recruitment:</a:t>
            </a:r>
          </a:p>
          <a:p>
            <a:r>
              <a:rPr dirty="0"/>
              <a:t>  - Automating candidate screening.</a:t>
            </a:r>
          </a:p>
          <a:p>
            <a:pPr marL="0" indent="0">
              <a:buNone/>
            </a:pPr>
            <a:r>
              <a:rPr dirty="0"/>
              <a:t>Employee Analytics:</a:t>
            </a:r>
          </a:p>
          <a:p>
            <a:r>
              <a:rPr dirty="0"/>
              <a:t>  Data-driven insights for decision-making.</a:t>
            </a:r>
          </a:p>
          <a:p>
            <a:r>
              <a:rPr lang="en-US" dirty="0"/>
              <a:t>  </a:t>
            </a:r>
            <a:r>
              <a:rPr dirty="0"/>
              <a:t>Remote Work Policies:</a:t>
            </a:r>
          </a:p>
          <a:p>
            <a:r>
              <a:rPr dirty="0"/>
              <a:t>  Adapting to hybrid models.</a:t>
            </a:r>
          </a:p>
        </p:txBody>
      </p:sp>
      <p:sp>
        <p:nvSpPr>
          <p:cNvPr id="4" name="Slide Number Placeholder 3">
            <a:extLst>
              <a:ext uri="{FF2B5EF4-FFF2-40B4-BE49-F238E27FC236}">
                <a16:creationId xmlns:a16="http://schemas.microsoft.com/office/drawing/2014/main" id="{7C3EC765-3CC7-151F-E334-E13AB461EC3B}"/>
              </a:ext>
            </a:extLst>
          </p:cNvPr>
          <p:cNvSpPr>
            <a:spLocks noGrp="1"/>
          </p:cNvSpPr>
          <p:nvPr>
            <p:ph type="sldNum" sz="quarter" idx="12"/>
          </p:nvPr>
        </p:nvSpPr>
        <p:spPr/>
        <p:txBody>
          <a:bodyPr/>
          <a:lstStyle/>
          <a:p>
            <a:fld id="{C1FF6DA9-008F-8B48-92A6-B652298478BF}"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HRM’s Role in Organizational Culture</a:t>
            </a:r>
          </a:p>
        </p:txBody>
      </p:sp>
      <p:sp>
        <p:nvSpPr>
          <p:cNvPr id="3" name="Content Placeholder 2"/>
          <p:cNvSpPr>
            <a:spLocks noGrp="1"/>
          </p:cNvSpPr>
          <p:nvPr>
            <p:ph idx="1"/>
          </p:nvPr>
        </p:nvSpPr>
        <p:spPr/>
        <p:txBody>
          <a:bodyPr/>
          <a:lstStyle/>
          <a:p>
            <a:pPr marL="0" indent="0">
              <a:buNone/>
            </a:pPr>
            <a:r>
              <a:rPr dirty="0"/>
              <a:t>Building Trust:</a:t>
            </a:r>
          </a:p>
          <a:p>
            <a:r>
              <a:rPr dirty="0"/>
              <a:t>  Consistent and fair practices.</a:t>
            </a:r>
          </a:p>
          <a:p>
            <a:pPr marL="0" indent="0">
              <a:buNone/>
            </a:pPr>
            <a:r>
              <a:rPr dirty="0"/>
              <a:t>Promoting Values:</a:t>
            </a:r>
          </a:p>
          <a:p>
            <a:r>
              <a:rPr dirty="0"/>
              <a:t>  Aligning team goals with company vision.</a:t>
            </a:r>
          </a:p>
        </p:txBody>
      </p:sp>
      <p:sp>
        <p:nvSpPr>
          <p:cNvPr id="4" name="Slide Number Placeholder 3">
            <a:extLst>
              <a:ext uri="{FF2B5EF4-FFF2-40B4-BE49-F238E27FC236}">
                <a16:creationId xmlns:a16="http://schemas.microsoft.com/office/drawing/2014/main" id="{88EC111E-2A60-F8B0-6698-0C0B8949B09D}"/>
              </a:ext>
            </a:extLst>
          </p:cNvPr>
          <p:cNvSpPr>
            <a:spLocks noGrp="1"/>
          </p:cNvSpPr>
          <p:nvPr>
            <p:ph type="sldNum" sz="quarter" idx="12"/>
          </p:nvPr>
        </p:nvSpPr>
        <p:spPr/>
        <p:txBody>
          <a:bodyPr/>
          <a:lstStyle/>
          <a:p>
            <a:fld id="{C1FF6DA9-008F-8B48-92A6-B652298478BF}"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Leadership in HRM</a:t>
            </a:r>
          </a:p>
        </p:txBody>
      </p:sp>
      <p:sp>
        <p:nvSpPr>
          <p:cNvPr id="3" name="Content Placeholder 2"/>
          <p:cNvSpPr>
            <a:spLocks noGrp="1"/>
          </p:cNvSpPr>
          <p:nvPr>
            <p:ph idx="1"/>
          </p:nvPr>
        </p:nvSpPr>
        <p:spPr/>
        <p:txBody>
          <a:bodyPr/>
          <a:lstStyle/>
          <a:p>
            <a:pPr marL="0" indent="0">
              <a:buNone/>
            </a:pPr>
            <a:r>
              <a:rPr dirty="0"/>
              <a:t>Leadership Styles:</a:t>
            </a:r>
          </a:p>
          <a:p>
            <a:r>
              <a:rPr dirty="0"/>
              <a:t>  Transformational and situational leadership.</a:t>
            </a:r>
          </a:p>
          <a:p>
            <a:r>
              <a:rPr lang="en-US" dirty="0"/>
              <a:t>   </a:t>
            </a:r>
            <a:r>
              <a:rPr dirty="0"/>
              <a:t>Impact on Teams:</a:t>
            </a:r>
          </a:p>
          <a:p>
            <a:r>
              <a:rPr dirty="0"/>
              <a:t>  </a:t>
            </a:r>
            <a:r>
              <a:rPr lang="en-US" dirty="0"/>
              <a:t> </a:t>
            </a:r>
            <a:r>
              <a:rPr dirty="0"/>
              <a:t>Inspiring motivation and accountability.</a:t>
            </a:r>
          </a:p>
        </p:txBody>
      </p:sp>
      <p:sp>
        <p:nvSpPr>
          <p:cNvPr id="4" name="Slide Number Placeholder 3">
            <a:extLst>
              <a:ext uri="{FF2B5EF4-FFF2-40B4-BE49-F238E27FC236}">
                <a16:creationId xmlns:a16="http://schemas.microsoft.com/office/drawing/2014/main" id="{20EDAA82-654C-8E91-D8C3-9535FBAE1D8C}"/>
              </a:ext>
            </a:extLst>
          </p:cNvPr>
          <p:cNvSpPr>
            <a:spLocks noGrp="1"/>
          </p:cNvSpPr>
          <p:nvPr>
            <p:ph type="sldNum" sz="quarter" idx="12"/>
          </p:nvPr>
        </p:nvSpPr>
        <p:spPr/>
        <p:txBody>
          <a:bodyPr/>
          <a:lstStyle/>
          <a:p>
            <a:fld id="{C1FF6DA9-008F-8B48-92A6-B652298478BF}"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4057-F407-E50D-98F7-3B8343770A03}"/>
              </a:ext>
            </a:extLst>
          </p:cNvPr>
          <p:cNvSpPr>
            <a:spLocks noGrp="1"/>
          </p:cNvSpPr>
          <p:nvPr>
            <p:ph type="title"/>
          </p:nvPr>
        </p:nvSpPr>
        <p:spPr/>
        <p:txBody>
          <a:bodyPr>
            <a:normAutofit/>
          </a:bodyPr>
          <a:lstStyle/>
          <a:p>
            <a:r>
              <a:rPr lang="en-US" b="1" dirty="0"/>
              <a:t>Key Issues:</a:t>
            </a:r>
            <a:endParaRPr lang="en-US" dirty="0"/>
          </a:p>
        </p:txBody>
      </p:sp>
      <p:sp>
        <p:nvSpPr>
          <p:cNvPr id="3" name="Content Placeholder 2">
            <a:extLst>
              <a:ext uri="{FF2B5EF4-FFF2-40B4-BE49-F238E27FC236}">
                <a16:creationId xmlns:a16="http://schemas.microsoft.com/office/drawing/2014/main" id="{C2490F11-224C-8A39-4797-95D3254F83C0}"/>
              </a:ext>
            </a:extLst>
          </p:cNvPr>
          <p:cNvSpPr>
            <a:spLocks noGrp="1"/>
          </p:cNvSpPr>
          <p:nvPr>
            <p:ph idx="1"/>
          </p:nvPr>
        </p:nvSpPr>
        <p:spPr/>
        <p:txBody>
          <a:bodyPr/>
          <a:lstStyle/>
          <a:p>
            <a:pPr>
              <a:buFont typeface="Arial" panose="020B0604020202020204" pitchFamily="34" charset="0"/>
              <a:buChar char="•"/>
            </a:pPr>
            <a:r>
              <a:rPr lang="en-US" dirty="0"/>
              <a:t>Unconscious bias in performance management</a:t>
            </a:r>
          </a:p>
          <a:p>
            <a:pPr>
              <a:buFont typeface="Arial" panose="020B0604020202020204" pitchFamily="34" charset="0"/>
              <a:buChar char="•"/>
            </a:pPr>
            <a:r>
              <a:rPr lang="en-US" dirty="0"/>
              <a:t>Lack of inclusive policies</a:t>
            </a:r>
          </a:p>
          <a:p>
            <a:pPr>
              <a:buFont typeface="Arial" panose="020B0604020202020204" pitchFamily="34" charset="0"/>
              <a:buChar char="•"/>
            </a:pPr>
            <a:r>
              <a:rPr lang="en-US" dirty="0"/>
              <a:t>Poor grievance handling by HR</a:t>
            </a:r>
          </a:p>
        </p:txBody>
      </p:sp>
      <p:sp>
        <p:nvSpPr>
          <p:cNvPr id="4" name="Slide Number Placeholder 3">
            <a:extLst>
              <a:ext uri="{FF2B5EF4-FFF2-40B4-BE49-F238E27FC236}">
                <a16:creationId xmlns:a16="http://schemas.microsoft.com/office/drawing/2014/main" id="{C8E4A162-1F74-4BA3-7C95-295871DD2AE3}"/>
              </a:ext>
            </a:extLst>
          </p:cNvPr>
          <p:cNvSpPr>
            <a:spLocks noGrp="1"/>
          </p:cNvSpPr>
          <p:nvPr>
            <p:ph type="sldNum" sz="quarter" idx="12"/>
          </p:nvPr>
        </p:nvSpPr>
        <p:spPr/>
        <p:txBody>
          <a:bodyPr/>
          <a:lstStyle/>
          <a:p>
            <a:fld id="{C1FF6DA9-008F-8B48-92A6-B652298478BF}" type="slidenum">
              <a:rPr lang="en-US" smtClean="0"/>
              <a:t>63</a:t>
            </a:fld>
            <a:endParaRPr lang="en-US"/>
          </a:p>
        </p:txBody>
      </p:sp>
    </p:spTree>
    <p:extLst>
      <p:ext uri="{BB962C8B-B14F-4D97-AF65-F5344CB8AC3E}">
        <p14:creationId xmlns:p14="http://schemas.microsoft.com/office/powerpoint/2010/main" val="246464272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395</TotalTime>
  <Words>3355</Words>
  <Application>Microsoft Office PowerPoint</Application>
  <PresentationFormat>Widescreen</PresentationFormat>
  <Paragraphs>325</Paragraphs>
  <Slides>63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Cambria</vt:lpstr>
      <vt:lpstr>Gill Sans MT</vt:lpstr>
      <vt:lpstr>Times New Roman</vt:lpstr>
      <vt:lpstr>Wingdings 2</vt:lpstr>
      <vt:lpstr>Dividend</vt:lpstr>
      <vt:lpstr>Week 9 COMPUTER ONTRACTS </vt:lpstr>
      <vt:lpstr>PowerPoint Presentation</vt:lpstr>
      <vt:lpstr>What is contract?</vt:lpstr>
      <vt:lpstr>PowerPoint Presentation</vt:lpstr>
      <vt:lpstr>PowerPoint Presentation</vt:lpstr>
      <vt:lpstr>PowerPoint Presentation</vt:lpstr>
      <vt:lpstr>Types of contracts </vt:lpstr>
      <vt:lpstr>PowerPoint Presentation</vt:lpstr>
      <vt:lpstr>PowerPoint Presentation</vt:lpstr>
      <vt:lpstr>PowerPoint Presentation</vt:lpstr>
      <vt:lpstr>PowerPoint Presentation</vt:lpstr>
      <vt:lpstr>TIMES AND MATERIALS</vt:lpstr>
      <vt:lpstr>PowerPoint Presentation</vt:lpstr>
      <vt:lpstr>CONSULTANCY CONTRACTS</vt:lpstr>
      <vt:lpstr>PowerPoint Presentation</vt:lpstr>
      <vt:lpstr>Contract  TriagE</vt:lpstr>
      <vt:lpstr>The position in which you may find yourself</vt:lpstr>
      <vt:lpstr>What to do with an unattractive contract offered to you by the other side</vt:lpstr>
      <vt:lpstr>Structure of Contract</vt:lpstr>
      <vt:lpstr>CONTRACTS FOR THE SUPPLY OF CUSTOM- BUILT SOFTWARE AT A FIXED PRICE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Human Resource Management Week 10 </vt:lpstr>
      <vt:lpstr>Introduction</vt:lpstr>
      <vt:lpstr>Objectives of HRM in Software Engineering</vt:lpstr>
      <vt:lpstr>Recruitment and Selection</vt:lpstr>
      <vt:lpstr>Training and Development</vt:lpstr>
      <vt:lpstr>Performance Management</vt:lpstr>
      <vt:lpstr>Importance of Teamwork</vt:lpstr>
      <vt:lpstr>Challenges in Managing Software Teams</vt:lpstr>
      <vt:lpstr>Addressing Skill Gaps</vt:lpstr>
      <vt:lpstr>Agile HRM Practices</vt:lpstr>
      <vt:lpstr>Conflict Resolution Strategies</vt:lpstr>
      <vt:lpstr>Diversity and Inclusion</vt:lpstr>
      <vt:lpstr>Employee Engagement</vt:lpstr>
      <vt:lpstr>Work-Life Balance</vt:lpstr>
      <vt:lpstr>Retention Strategies</vt:lpstr>
      <vt:lpstr>HRM Tools and Technologies</vt:lpstr>
      <vt:lpstr>Ethical Considerations</vt:lpstr>
      <vt:lpstr>Measuring HRM Success</vt:lpstr>
      <vt:lpstr>Future Trends in HRM</vt:lpstr>
      <vt:lpstr>HRM’s Role in Organizational Culture</vt:lpstr>
      <vt:lpstr>Importance of Leadership in HRM</vt:lpstr>
      <vt:lpstr>Key Issues: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IBRAHIM</dc:creator>
  <cp:lastModifiedBy>Maham Noor</cp:lastModifiedBy>
  <cp:revision>17</cp:revision>
  <dcterms:created xsi:type="dcterms:W3CDTF">2024-12-30T05:04:32Z</dcterms:created>
  <dcterms:modified xsi:type="dcterms:W3CDTF">2025-12-11T06:39:06Z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2020-05-03T00:00:00Z</vt:filetime>
  </property>
  <property fmtid="{D5CDD505-2E9C-101B-9397-08002B2CF9AE}" pid="3" name="Creator">
    <vt:lpwstr>Microsoft® PowerPoint® 2016</vt:lpwstr>
  </property>
  <property fmtid="{D5CDD505-2E9C-101B-9397-08002B2CF9AE}" pid="4" name="LastSaved">
    <vt:filetime>2024-12-30T00:00:00Z</vt:filetime>
  </property>
  <property fmtid="{D5CDD505-2E9C-101B-9397-08002B2CF9AE}" pid="5" name="Producer">
    <vt:lpwstr>Microsoft® PowerPoint® 2016</vt:lpwstr>
  </property>
</Properties>
</file>